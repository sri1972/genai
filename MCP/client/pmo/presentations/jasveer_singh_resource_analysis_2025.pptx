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Jasveer Singh - Resource Allocation Analysis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 Stack Developer | Market &amp; Sell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Total planned allocation: 1,388.2 hours for 2025</a:t>
            </a:r>
          </a:p>
          <a:p>
            <a:pPr/>
            <a:r>
              <a:t>Capacity utilization: 83.4% of annual 1,664-hour capacity</a:t>
            </a:r>
          </a:p>
          <a:p>
            <a:pPr/>
            <a:r>
              <a:t>Over-allocated in Q1 (Jan-Mar) with negative available capacity</a:t>
            </a:r>
          </a:p>
          <a:p>
            <a:pPr/>
            <a:r>
              <a:t>Significant under-utilization in Q2 (Apr-Jun) with high available capacity</a:t>
            </a:r>
          </a:p>
          <a:p>
            <a:pPr/>
            <a:r>
              <a:t>Balanced allocation in Q3-Q4 with optimal capacity usage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Resource Allocation Trend</a:t>
            </a:r>
          </a:p>
        </p:txBody>
      </p:sp>
      <p:pic>
        <p:nvPicPr>
          <p:cNvPr id="3" name="Picture 2" descr="jasveer_singh_monthly_resource_allocation_2025_line_d3_20251124_0932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3087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Q1 Over-allocation: Jan (-18.7h), Feb (-16.2h), Mar (-25.5h) below capacity</a:t>
            </a:r>
          </a:p>
          <a:p>
            <a:pPr/>
            <a:r>
              <a:t>Major projects in Q1: Blade Runner 3.0 and Fleet Intelligence running concurrently</a:t>
            </a:r>
          </a:p>
          <a:p>
            <a:pPr/>
            <a:r>
              <a:t>Q2 Under-utilization: Apr-Jun showing 112-118 hours available capacity</a:t>
            </a:r>
          </a:p>
          <a:p>
            <a:pPr/>
            <a:r>
              <a:t>Project transition period: Fleet Intelligence winding down, new projects starting Q3</a:t>
            </a:r>
          </a:p>
          <a:p>
            <a:pPr/>
            <a:r>
              <a:t>Q3-Q4 Optimization: Better balance with Concept Memo and Time To Insight projects</a:t>
            </a:r>
          </a:p>
          <a:p>
            <a:pPr/>
            <a:r>
              <a:t>August capacity anomaly: 0 hours capacity but 117.5 hours planned (vacation/leave?)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Distribution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Major Projects by Hours:</a:t>
            </a:r>
          </a:p>
          <a:p>
            <a:pPr/>
            <a:r>
              <a:t>• Time To Insight: 628.0 hours</a:t>
            </a:r>
          </a:p>
          <a:p>
            <a:pPr/>
            <a:r>
              <a:t>• Fleet Intelligence: 321.0 hours</a:t>
            </a:r>
          </a:p>
          <a:p>
            <a:pPr/>
            <a:r>
              <a:t>• Blade Runner 3.0: 213.2 hours</a:t>
            </a:r>
          </a:p>
          <a:p>
            <a:pPr/>
            <a:r>
              <a:t>• Concept Memo: 210.4 hours</a:t>
            </a:r>
          </a:p>
          <a:p>
            <a:pPr/>
            <a:r>
              <a:t>• Fast 1.2.1 Forecast: 8.4 hours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Recommendations:</a:t>
            </a:r>
          </a:p>
          <a:p>
            <a:pPr/>
            <a:r>
              <a:t>• Address Q1 over-allocation through resource balancing</a:t>
            </a:r>
          </a:p>
          <a:p>
            <a:pPr/>
            <a:r>
              <a:t>• Utilize Q2 available capacity for additional projects</a:t>
            </a:r>
          </a:p>
          <a:p>
            <a:pPr/>
            <a:r>
              <a:t>• Investigate August capacity planning discrepancy</a:t>
            </a:r>
          </a:p>
          <a:p>
            <a:pPr/>
            <a:r>
              <a:t>• Consider cross-training for project continuity</a:t>
            </a:r>
          </a:p>
          <a:p>
            <a:pPr/>
            <a:r>
              <a:t>• Implement buffer time for unexpected requirements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Allocation Details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281353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Utilization %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r>
                        <a:t>Jan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112.8%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r>
                        <a:t>Feb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112.7%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r>
                        <a:t>Mar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119.0%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r>
                        <a:t>Apr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15.7%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r>
                        <a:t>May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15.7%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r>
                        <a:t>Jun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15.7%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r>
                        <a:t>Jul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87.8%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r>
                        <a:t>Aug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r>
                        <a:t>Sep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87.7%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r>
                        <a:t>Oct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87.8%</a:t>
                      </a:r>
                    </a:p>
                  </a:txBody>
                  <a:tcPr/>
                </a:tc>
              </a:tr>
              <a:tr h="281353">
                <a:tc>
                  <a:txBody>
                    <a:bodyPr/>
                    <a:lstStyle/>
                    <a:p>
                      <a:r>
                        <a:t>Nov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94.0%</a:t>
                      </a:r>
                    </a:p>
                  </a:txBody>
                  <a:tcPr/>
                </a:tc>
              </a:tr>
              <a:tr h="281364">
                <a:tc>
                  <a:txBody>
                    <a:bodyPr/>
                    <a:lstStyle/>
                    <a:p>
                      <a:r>
                        <a:t>Dec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