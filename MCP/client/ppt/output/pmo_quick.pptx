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PMO Portfolio Overview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Project Distribution and Key Initiatives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Portfolio Summary - Top Projects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73152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</a:tblGrid>
              <a:tr h="522514"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Portfolio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Project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Status</a:t>
                      </a:r>
                    </a:p>
                  </a:txBody>
                  <a:tcPr/>
                </a:tc>
              </a:tr>
              <a:tr h="522514">
                <a:tc>
                  <a:txBody>
                    <a:bodyPr/>
                    <a:lstStyle/>
                    <a:p>
                      <a:r>
                        <a:t>Auto Insights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Time To Insight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$75,158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Active</a:t>
                      </a:r>
                    </a:p>
                  </a:txBody>
                  <a:tcPr/>
                </a:tc>
              </a:tr>
              <a:tr h="522514">
                <a:tc>
                  <a:txBody>
                    <a:bodyPr/>
                    <a:lstStyle/>
                    <a:p>
                      <a:r>
                        <a:t>Market &amp; Sell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Fleet Intelligence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$24,720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Active</a:t>
                      </a:r>
                    </a:p>
                  </a:txBody>
                  <a:tcPr/>
                </a:tc>
              </a:tr>
              <a:tr h="522514">
                <a:tc>
                  <a:txBody>
                    <a:bodyPr/>
                    <a:lstStyle/>
                    <a:p>
                      <a:r>
                        <a:t>Vehicles In Use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Cloud 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$22,901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Active</a:t>
                      </a:r>
                    </a:p>
                  </a:txBody>
                  <a:tcPr/>
                </a:tc>
              </a:tr>
              <a:tr h="522514">
                <a:tc>
                  <a:txBody>
                    <a:bodyPr/>
                    <a:lstStyle/>
                    <a:p>
                      <a:r>
                        <a:t>Market &amp; Sell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Blade Runner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TBD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Active</a:t>
                      </a:r>
                    </a:p>
                  </a:txBody>
                  <a:tcPr/>
                </a:tc>
              </a:tr>
              <a:tr h="522514">
                <a:tc>
                  <a:txBody>
                    <a:bodyPr/>
                    <a:lstStyle/>
                    <a:p>
                      <a:r>
                        <a:t>Vehicles In Use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VIN Solutions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TBD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Active</a:t>
                      </a:r>
                    </a:p>
                  </a:txBody>
                  <a:tcPr/>
                </a:tc>
              </a:tr>
              <a:tr h="522516">
                <a:tc>
                  <a:txBody>
                    <a:bodyPr/>
                    <a:lstStyle/>
                    <a:p>
                      <a:r>
                        <a:t>Plan &amp; Build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Fast Forecast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TBD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Active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