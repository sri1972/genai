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Custom Shapes Demo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Auto-sized shapes with custom styling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Basic Shapes (Auto-sized)</a:t>
            </a:r>
          </a:p>
        </p:txBody>
      </p:sp>
      <p:sp>
        <p:nvSpPr>
          <p:cNvPr id="3" name="Oval 2"/>
          <p:cNvSpPr/>
          <p:nvPr/>
        </p:nvSpPr>
        <p:spPr>
          <a:xfrm>
            <a:off x="1371600" y="2286000"/>
            <a:ext cx="1371600" cy="1371600"/>
          </a:xfrm>
          <a:prstGeom prst="ellipse">
            <a:avLst/>
          </a:prstGeom>
          <a:solidFill>
            <a:srgbClr val="4472C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Circle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0" y="2286000"/>
            <a:ext cx="1371600" cy="1371600"/>
          </a:xfrm>
          <a:prstGeom prst="rect">
            <a:avLst/>
          </a:prstGeom>
          <a:solidFill>
            <a:srgbClr val="70AD4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Square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0" y="2286000"/>
            <a:ext cx="1554480" cy="731520"/>
          </a:xfrm>
          <a:prstGeom prst="roundRect">
            <a:avLst/>
          </a:prstGeom>
          <a:solidFill>
            <a:srgbClr val="FFC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Rounded Rectangle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Special Shapes</a:t>
            </a:r>
          </a:p>
        </p:txBody>
      </p:sp>
      <p:sp>
        <p:nvSpPr>
          <p:cNvPr id="3" name="5-Point Star 2"/>
          <p:cNvSpPr/>
          <p:nvPr/>
        </p:nvSpPr>
        <p:spPr>
          <a:xfrm>
            <a:off x="914400" y="1828800"/>
            <a:ext cx="1371600" cy="731520"/>
          </a:xfrm>
          <a:prstGeom prst="star5">
            <a:avLst/>
          </a:prstGeom>
          <a:solidFill>
            <a:srgbClr val="FFC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★ Star</a:t>
            </a:r>
          </a:p>
        </p:txBody>
      </p:sp>
      <p:sp>
        <p:nvSpPr>
          <p:cNvPr id="4" name="Heart 3"/>
          <p:cNvSpPr/>
          <p:nvPr/>
        </p:nvSpPr>
        <p:spPr>
          <a:xfrm>
            <a:off x="3200400" y="1828800"/>
            <a:ext cx="1371600" cy="731520"/>
          </a:xfrm>
          <a:prstGeom prst="heart">
            <a:avLst/>
          </a:prstGeom>
          <a:solidFill>
            <a:srgbClr val="ED7D3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♥</a:t>
            </a:r>
          </a:p>
        </p:txBody>
      </p:sp>
      <p:sp>
        <p:nvSpPr>
          <p:cNvPr id="5" name="Right Arrow 4"/>
          <p:cNvSpPr/>
          <p:nvPr/>
        </p:nvSpPr>
        <p:spPr>
          <a:xfrm>
            <a:off x="5486400" y="1828800"/>
            <a:ext cx="1371600" cy="731520"/>
          </a:xfrm>
          <a:prstGeom prst="rightArrow">
            <a:avLst/>
          </a:prstGeom>
          <a:solidFill>
            <a:srgbClr val="4472C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Next →</a:t>
            </a:r>
          </a:p>
        </p:txBody>
      </p:sp>
      <p:sp>
        <p:nvSpPr>
          <p:cNvPr id="6" name="Diamond 5"/>
          <p:cNvSpPr/>
          <p:nvPr/>
        </p:nvSpPr>
        <p:spPr>
          <a:xfrm>
            <a:off x="914400" y="4114800"/>
            <a:ext cx="1371600" cy="731520"/>
          </a:xfrm>
          <a:prstGeom prst="diamond">
            <a:avLst/>
          </a:prstGeom>
          <a:solidFill>
            <a:srgbClr val="70AD4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Diamond</a:t>
            </a:r>
          </a:p>
        </p:txBody>
      </p:sp>
      <p:sp>
        <p:nvSpPr>
          <p:cNvPr id="7" name="Hexagon 6"/>
          <p:cNvSpPr/>
          <p:nvPr/>
        </p:nvSpPr>
        <p:spPr>
          <a:xfrm>
            <a:off x="3200400" y="4114800"/>
            <a:ext cx="1371600" cy="731520"/>
          </a:xfrm>
          <a:prstGeom prst="hexagon">
            <a:avLst/>
          </a:prstGeom>
          <a:solidFill>
            <a:srgbClr val="4472C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Hexagon</a:t>
            </a:r>
          </a:p>
        </p:txBody>
      </p:sp>
      <p:sp>
        <p:nvSpPr>
          <p:cNvPr id="8" name="Octagon 7"/>
          <p:cNvSpPr/>
          <p:nvPr/>
        </p:nvSpPr>
        <p:spPr>
          <a:xfrm>
            <a:off x="5486400" y="4114800"/>
            <a:ext cx="1371600" cy="731520"/>
          </a:xfrm>
          <a:prstGeom prst="octagon">
            <a:avLst/>
          </a:prstGeom>
          <a:solidFill>
            <a:srgbClr val="C0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STOP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Custom Sizing &amp; Colors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828800"/>
            <a:ext cx="3200400" cy="2286000"/>
          </a:xfrm>
          <a:prstGeom prst="rect">
            <a:avLst/>
          </a:prstGeom>
          <a:solidFill>
            <a:srgbClr val="4472C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Large Rectangle</a:t>
            </a:r>
          </a:p>
          <a:p>
            <a:r>
              <a:t>With Multiple Lines</a:t>
            </a:r>
          </a:p>
          <a:p>
            <a:r>
              <a:t>Of Text</a:t>
            </a:r>
          </a:p>
        </p:txBody>
      </p:sp>
      <p:sp>
        <p:nvSpPr>
          <p:cNvPr id="4" name="Oval 3"/>
          <p:cNvSpPr/>
          <p:nvPr/>
        </p:nvSpPr>
        <p:spPr>
          <a:xfrm>
            <a:off x="4572000" y="1828800"/>
            <a:ext cx="1828800" cy="1828800"/>
          </a:xfrm>
          <a:prstGeom prst="ellipse">
            <a:avLst/>
          </a:prstGeom>
          <a:solidFill>
            <a:srgbClr val="70AD4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Small</a:t>
            </a:r>
          </a:p>
          <a:p>
            <a:r>
              <a:t>Circle</a:t>
            </a:r>
          </a:p>
        </p:txBody>
      </p:sp>
      <p:sp>
        <p:nvSpPr>
          <p:cNvPr id="5" name="Oval 4"/>
          <p:cNvSpPr/>
          <p:nvPr/>
        </p:nvSpPr>
        <p:spPr>
          <a:xfrm>
            <a:off x="2286000" y="4572000"/>
            <a:ext cx="3657600" cy="1371600"/>
          </a:xfrm>
          <a:prstGeom prst="ellipse">
            <a:avLst/>
          </a:prstGeom>
          <a:solidFill>
            <a:srgbClr val="FFC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00000"/>
                </a:solidFill>
              </a:defRPr>
            </a:pPr>
            <a:r>
              <a:t>Wide Oval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Organizational Structure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200400" y="1371600"/>
            <a:ext cx="2286000" cy="914400"/>
          </a:xfrm>
          <a:prstGeom prst="roundRect">
            <a:avLst/>
          </a:prstGeom>
          <a:solidFill>
            <a:srgbClr val="4472C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CEO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743200"/>
            <a:ext cx="1828800" cy="1097280"/>
          </a:xfrm>
          <a:prstGeom prst="roundRect">
            <a:avLst/>
          </a:prstGeom>
          <a:solidFill>
            <a:srgbClr val="70AD4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Director</a:t>
            </a:r>
          </a:p>
          <a:p>
            <a:r>
              <a:t>Engineering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29000" y="2743200"/>
            <a:ext cx="1828800" cy="1097280"/>
          </a:xfrm>
          <a:prstGeom prst="roundRect">
            <a:avLst/>
          </a:prstGeom>
          <a:solidFill>
            <a:srgbClr val="70AD4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Director</a:t>
            </a:r>
          </a:p>
          <a:p>
            <a:r>
              <a:t>Sales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0" y="2743200"/>
            <a:ext cx="1828800" cy="1097280"/>
          </a:xfrm>
          <a:prstGeom prst="roundRect">
            <a:avLst/>
          </a:prstGeom>
          <a:solidFill>
            <a:srgbClr val="70AD4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Director</a:t>
            </a:r>
          </a:p>
          <a:p>
            <a:r>
              <a:t>Operations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4572000"/>
            <a:ext cx="1371600" cy="731520"/>
          </a:xfrm>
          <a:prstGeom prst="rect">
            <a:avLst/>
          </a:prstGeom>
          <a:solidFill>
            <a:srgbClr val="FFC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Dev Team</a:t>
            </a:r>
          </a:p>
        </p:txBody>
      </p:sp>
      <p:sp>
        <p:nvSpPr>
          <p:cNvPr id="8" name="Rectangle 7"/>
          <p:cNvSpPr/>
          <p:nvPr/>
        </p:nvSpPr>
        <p:spPr>
          <a:xfrm>
            <a:off x="2057400" y="4572000"/>
            <a:ext cx="1371600" cy="731520"/>
          </a:xfrm>
          <a:prstGeom prst="rect">
            <a:avLst/>
          </a:prstGeom>
          <a:solidFill>
            <a:srgbClr val="FFC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QA Team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0" y="4572000"/>
            <a:ext cx="1371600" cy="731520"/>
          </a:xfrm>
          <a:prstGeom prst="rect">
            <a:avLst/>
          </a:prstGeom>
          <a:solidFill>
            <a:srgbClr val="FFC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Sales East</a:t>
            </a:r>
          </a:p>
        </p:txBody>
      </p:sp>
      <p:sp>
        <p:nvSpPr>
          <p:cNvPr id="10" name="Rectangle 9"/>
          <p:cNvSpPr/>
          <p:nvPr/>
        </p:nvSpPr>
        <p:spPr>
          <a:xfrm>
            <a:off x="5257800" y="4572000"/>
            <a:ext cx="1371600" cy="731520"/>
          </a:xfrm>
          <a:prstGeom prst="rect">
            <a:avLst/>
          </a:prstGeom>
          <a:solidFill>
            <a:srgbClr val="FFC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Sales West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0" y="4572000"/>
            <a:ext cx="1371600" cy="731520"/>
          </a:xfrm>
          <a:prstGeom prst="rect">
            <a:avLst/>
          </a:prstGeom>
          <a:solidFill>
            <a:srgbClr val="FFC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Logistics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Metrics Dashboard</a:t>
            </a:r>
          </a:p>
        </p:txBody>
      </p:sp>
      <p:sp>
        <p:nvSpPr>
          <p:cNvPr id="3" name="Oval 2"/>
          <p:cNvSpPr/>
          <p:nvPr/>
        </p:nvSpPr>
        <p:spPr>
          <a:xfrm>
            <a:off x="914400" y="2286000"/>
            <a:ext cx="1828800" cy="1828800"/>
          </a:xfrm>
          <a:prstGeom prst="ellipse">
            <a:avLst/>
          </a:prstGeom>
          <a:solidFill>
            <a:srgbClr val="70AD4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85%</a:t>
            </a:r>
          </a:p>
          <a:p>
            <a:r>
              <a:t>Uptime</a:t>
            </a:r>
          </a:p>
        </p:txBody>
      </p:sp>
      <p:sp>
        <p:nvSpPr>
          <p:cNvPr id="4" name="Oval 3"/>
          <p:cNvSpPr/>
          <p:nvPr/>
        </p:nvSpPr>
        <p:spPr>
          <a:xfrm>
            <a:off x="3429000" y="2286000"/>
            <a:ext cx="1828800" cy="1828800"/>
          </a:xfrm>
          <a:prstGeom prst="ellipse">
            <a:avLst/>
          </a:prstGeom>
          <a:solidFill>
            <a:srgbClr val="4472C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1.2M</a:t>
            </a:r>
          </a:p>
          <a:p>
            <a:r>
              <a:t>Users</a:t>
            </a:r>
          </a:p>
        </p:txBody>
      </p:sp>
      <p:sp>
        <p:nvSpPr>
          <p:cNvPr id="5" name="Oval 4"/>
          <p:cNvSpPr/>
          <p:nvPr/>
        </p:nvSpPr>
        <p:spPr>
          <a:xfrm>
            <a:off x="5943600" y="2286000"/>
            <a:ext cx="1828800" cy="1828800"/>
          </a:xfrm>
          <a:prstGeom prst="ellipse">
            <a:avLst/>
          </a:prstGeom>
          <a:solidFill>
            <a:srgbClr val="FFC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$5.2M</a:t>
            </a:r>
          </a:p>
          <a:p>
            <a:r>
              <a:t>Revenue</a:t>
            </a:r>
          </a:p>
        </p:txBody>
      </p:sp>
      <p:sp>
        <p:nvSpPr>
          <p:cNvPr id="6" name="5-Point Star 5"/>
          <p:cNvSpPr/>
          <p:nvPr/>
        </p:nvSpPr>
        <p:spPr>
          <a:xfrm>
            <a:off x="3657600" y="5029200"/>
            <a:ext cx="1371600" cy="1371600"/>
          </a:xfrm>
          <a:prstGeom prst="star5">
            <a:avLst/>
          </a:prstGeom>
          <a:solidFill>
            <a:srgbClr val="FFC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⭐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