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 Portfolio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Investment &amp; Resource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Portfolio Investment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TOTAL INVESTMENT: $192,910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Portfolio Distribution: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Auto Insights: $75,158 (39%)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Market &amp; Sell: $65,163 (34%)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Vehicles In Use: $50,453 (26%)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Plan &amp; Build: $2,136 (1%)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Project Activity: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8 Active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10 Zero-Allocation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18 Total Portfolio Projects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STRATEGIC METRICS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Technology Focus: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11/18 Technology Projects (61%)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7/18 Business Projects (39%)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Strategic Alignment: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8 Strategic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2 Vitality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4 AIM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Resource Hours: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Total Planned: 4,020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Largest Project: 1,566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Smallest Active: 45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Distribution Visualization</a:t>
            </a:r>
          </a:p>
        </p:txBody>
      </p:sp>
      <p:pic>
        <p:nvPicPr>
          <p:cNvPr id="3" name="Picture 2" descr="project_planned_costs_by_portfolio_product_line_an_packed_d3_20251124_115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8511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Auto Insights Portfolio ($75,158)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PORTFOLIO METRICS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Investment: $75,158 (39%)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Hours: 1,566 planned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Projects: 1 active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Product Line: Cross-Product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■ TIME TO INSIGHT PROJECT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Timeline: May-Dec 2025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Investment: $75,158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Strategic Value: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Vitality: YES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Strategic: YES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AIM: YES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STRATEGIC ANALYSIS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Concentration Risk: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Single project dependency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39% of total PMO budget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Cross-product integration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Business Impact: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Revenue growth enabler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Innovation leadership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Market differentiation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Resource Allocation: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2 Full Stack Developers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782.9 hours each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Premium investment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Market &amp; Sell Portfolio ($65,163)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PAS PRODUCT LINE ($38,237)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Fleet Intelligence: $24,720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New TipNet replacement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Jan-Jul 2025 timeline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515 planned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Blade Runner 3.0: $13,517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Cloud native refactoring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282 planned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■ NA INDUSTRY PERFORMANCE ($25,286)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Concept Memo: $25,286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Custom segmentation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Jul-Dec 2025 timeline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527 planned hours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COMMERCIAL PRODUCT LINE ($835)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Blade Runner 3.0: $835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Minimal allocation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17 planned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■ PORTFOLIO ANALYSIS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Diversification: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3 active product lines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Balanced project mix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Strategic + operational focus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Resource Utilization: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1,358 total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Multi-role engagement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Cross-functional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Vehicles In Use Portfolio ($50,453)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VIN SOLUTIONS FOCUS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Blade Runner 3.0: $25,027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VMC to Cloud Native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521 planned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Full year 2025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Cloud 2.0: $22,901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VIS modernization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477 planned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Jan-Jul 2025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Concord: $2,525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Standards implementation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53 planned hours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MODERNIZATION STRATEGY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Investment Focus: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100% VIN Solutions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Legacy system upgrades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Cloud-first architecture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Resource Concentration: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Single developer (Saurabh)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1,051 total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Specialized expertise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Timeline Coordination: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Overlapping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Resource optimization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Delivery acceleration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Plan &amp; Build Portfolio ($2,136)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CURRENT STATE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Investment: $2,136 (1%)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Projects: 1 active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Hours: 45 planned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Timeline: Dec 2024-May 2025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■ FAST 1.2.1 PROJECT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Vehicle Powertrain focus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Forecast Export/Import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Enhancement project type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Green RAG status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Work in Progress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STRATEGIC ASSESSMENT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Underinvestment Issues: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Smallest portfolio (1%)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Single project risk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Limited scope coverage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Opportunity Analysis: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Infrastructure needs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Capacity for expansion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Strategic importance gap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Recommendations: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Increase investment (5-10%)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Diversify project portfolio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Align with business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Resource Allocation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KEY RESOURCES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Jasveer Singh: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5 projects assigned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1,369 hours planned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Q1 over-allocation risk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Q2 under-utilization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Aditi Sharma: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Cross-portfolio assignments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Strategic project focus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Saurabh Jain: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VIN Solutions specialist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3 concurrent projects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CAPACITY CHALLENGES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Q1 2025 Issues: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60+ over-allocated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Resource burnout risk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Project delay potential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Q2 2025 Opportunities: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349 available hours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Under-utilization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Reallocation potential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August 2025 Crisis: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Zero capacity planned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117.5 hours allocated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Immediate resolution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Risk Assessment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CC0000"/>
                </a:solidFill>
              </a:defRPr>
            </a:pPr>
            <a:r>
              <a:t>■ CRITICAL RISKS</a:t>
            </a:r>
          </a:p>
          <a:p>
            <a:pPr>
              <a:defRPr sz="1400">
                <a:solidFill>
                  <a:srgbClr val="CC0000"/>
                </a:solidFill>
              </a:defRPr>
            </a:pP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▸ Investment Concentration: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Auto Insights: 39% in 1 project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Single points of failure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Portfolio imbalance</a:t>
            </a:r>
          </a:p>
          <a:p>
            <a:pPr>
              <a:defRPr sz="1400">
                <a:solidFill>
                  <a:srgbClr val="CC0000"/>
                </a:solidFill>
              </a:defRPr>
            </a:pP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▸ Resource Conflicts: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Q1 over-allocation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August capacity crisis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Cross-project dependencies</a:t>
            </a:r>
          </a:p>
          <a:p>
            <a:pPr>
              <a:defRPr sz="1400">
                <a:solidFill>
                  <a:srgbClr val="CC0000"/>
                </a:solidFill>
              </a:defRPr>
            </a:pP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▸ Planning Gaps: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10 zero-allocation projects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Incomplete resource planning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Timeline conflicts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CC0000"/>
                </a:solidFill>
              </a:defRPr>
            </a:pPr>
            <a:r>
              <a:t>■ MITIGATION STRATEGIES</a:t>
            </a:r>
          </a:p>
          <a:p>
            <a:pPr>
              <a:defRPr sz="1400">
                <a:solidFill>
                  <a:srgbClr val="CC0000"/>
                </a:solidFill>
              </a:defRPr>
            </a:pP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▸ Immediate Actions: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Resolve Q1 conflicts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Address August crisis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Activate zero projects</a:t>
            </a:r>
          </a:p>
          <a:p>
            <a:pPr>
              <a:defRPr sz="1400">
                <a:solidFill>
                  <a:srgbClr val="CC0000"/>
                </a:solidFill>
              </a:defRPr>
            </a:pP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▸ Strategic Initiatives: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Portfolio rebalancing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Resource cross-training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Contingency planning</a:t>
            </a:r>
          </a:p>
          <a:p>
            <a:pPr>
              <a:defRPr sz="1400">
                <a:solidFill>
                  <a:srgbClr val="CC0000"/>
                </a:solidFill>
              </a:defRPr>
            </a:pP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▸ Governance Improvements: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Monthly capacity reviews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Quarterly portfolio audits</a:t>
            </a:r>
          </a:p>
          <a:p>
            <a:pPr>
              <a:defRPr sz="1400">
                <a:solidFill>
                  <a:srgbClr val="CC0000"/>
                </a:solidFill>
              </a:defRPr>
            </a:pPr>
            <a:r>
              <a:t>• Executive oversight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IMMEDIATE (Q1 2025)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Resource Optimization: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Redistribute Q1 over-allocation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Resolve August conflicts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Activate zero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Portfolio Balance: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Increase Plan &amp; Build to 5%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Add Auto Insights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Optimize timelines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■ SHORT-TERM (Q2 2025)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Capacity Management: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Leverage Q2 availability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Implement monthly reviews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Cross-train resources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■ MEDIUM-TERM (Q3-Q4)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Strategic Alignment: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Diversify investment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Balance tech vs business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Align with revenue goals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Operational Excellence: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Standardize planning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Implement governance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Establish metrics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■ LONG-TERM (2026)</a:t>
            </a:r>
          </a:p>
          <a:p>
            <a:pPr>
              <a:defRPr sz="1400">
                <a:solidFill>
                  <a:srgbClr val="003366"/>
                </a:solidFill>
              </a:defRPr>
            </a:pP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▸ Portfolio Evolution: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Scale successful initiatives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Sunset legacy projects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• Innovation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- Portfolio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32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Budget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Key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Risk Level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Auto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To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- Concentration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Market &amp; 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$65,163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Fleet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- Balanced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Vehicles 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$50,453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Blade Runner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- Resource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Plan &amp;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 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- Underinvest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- Manageable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