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PMO Portfolio Analysis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Hours, Costs &amp; Resource Allocation by Portfolio &amp; Product 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Total Projects: 18 projects across 4 strategic portfolios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Total Planned Investment: $192,106 with 4,002 planned hours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Active Resource Allocation: Only 7 projects have current resource assignments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Portfolio Distribution: Auto Insights leads with $75,158 (39% of total budget)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Resource Utilization: 513 actual hours recorded vs 4,002 planned hours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Technology Focus: 11 out of 18 projects are technology-focused initiatives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Investment Visualization</a:t>
            </a:r>
          </a:p>
        </p:txBody>
      </p:sp>
      <p:pic>
        <p:nvPicPr>
          <p:cNvPr id="3" name="Picture 2" descr="project_planned_costs_by_portfolioproduct_lineproj_packed_d3_20251124_1409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85117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Market &amp; Sell Portfolio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Portfolio Investment: $64,358 (33.5% of total)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Total Planned Hours: 1,341 hours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Product Lines: 3 active (PAS, Commercial, NA Industry)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Key Projects: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Fleet Intelligence: $24,720 (largest project)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Concept Memo: $25,286 (strategic initiative)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Blade Runner 3.0: Multi-product deployment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Resource Profile: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Full Stack Developers: Primary resource type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Business Analysts: Supporting roles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Data Engineers: Specialized support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Strategic Focus: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New Product Development (Fleet Intelligence)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Cloud Native Refactoring (Blade Runner 3.0)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Custom Segmentation (Concept Memo)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Auto Insights Portfolio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Portfolio Investment: $75,158 (39.1% of total)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Total Planned Hours: 1,566 hours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Product Lines: 2 (OV360, Cross-Product)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Dominant Project: Time To Insight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Single largest project investment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$75,158 total allocation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1,566 planned hours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Vitality + Strategic + AIM flagged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Strategic Importance: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Highest budget allocation across all portfolios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Cross-product impact initiative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Revenue growth focused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Full Stack Developer intensive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Resource Allocation: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2 Full Stack Developers assigned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Equal resource split (782.9h each)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July-December 2025 timeline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Vehicles In Use Portfolio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Portfolio Investment: $50,453 (26.3% of total)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Total Planned Hours: 1,051 hours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Product Lines: 2 (Recall, VIN Solutions)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Focus Area: VIN Solutions modernization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Key Projects: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Blade Runner 3.0: $25,027 (cloud migration)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Cloud 2.0: $22,901 (VIS modernization)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Concord: $2,525 (standards implementation)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Technology Transformation: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All projects are technology-focused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Cloud native modernization priority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Legacy system refactoring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Resource Concentration: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Single Full Stack Developer (Saurabh Jain)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1,051 hours across 3 projects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Both planned and actual hours recorded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Timeline: Full year 2025 engagement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Plan &amp; Build Portfolio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Portfolio Investment: $2,136 (1.1% of total budget)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Total Planned Hours: 44.5 hours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Product Line: Vehicle Powertrain (single focus area)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Project: Fast 1.2.1 Forecast Export/Import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Project Characteristics: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Smallest portfolio by investment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Short-term enhancement project (Dec 2024 - May 2025)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Multi-disciplinary resource team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Work In Progress status with Green RAG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Resource Team: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VP Technology: 8.9 hours (leadership oversight)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Full Stack Developer: 26.7 hours (development work)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Data Engineer: 8.9 hours (data integration)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Resource Utilization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Cross-Portfolio Resource Allocation: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Jasveer Singh: Market &amp; Sell + Auto Insights (multi-portfolio)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Saurabh Jain: Vehicles In Use (portfolio specialist)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Aditi Sharma: Market &amp; Sell + Auto Insights (cross-functional)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Resource Role Distribution: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Full Stack Developers: 85% of total planned hours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Business Analysts: 10% of total planned hours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VP Technology + Data Engineers: 5% of total planned hours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Capacity Management Issues: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Q1 2025: Over-allocation in Market &amp; Sell portfolio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Q2 2025: Under-utilization opportunity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August 2025: Zero capacity with planned work (PTO impact)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/>
            </a:pPr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ln w="19050">
            <a:solidFill>
              <a:srgbClr val="4472C4"/>
            </a:solidFill>
          </a:ln>
        </p:spPr>
        <p:txBody>
          <a:bodyPr/>
          <a:lstStyle/>
          <a:p/>
          <a:p>
            <a:pPr>
              <a:defRPr sz="1600">
                <a:solidFill>
                  <a:srgbClr val="003366"/>
                </a:solidFill>
              </a:defRPr>
            </a:pPr>
            <a:r>
              <a:t>Investment Optimization: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Rebalance Q1 over-allocation through timeline adjustments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Leverage Q2 under-utilization for strategic initiatives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Consider additional resources for Auto Insights expansion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Portfolio Management: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Activate 11 projects with zero planned hours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Establish clear resource allocation for Concord standards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Implement cross-portfolio resource sharing protocols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Risk Mitigation: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Address single-resource dependencies in Vehicles In Use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Plan for August capacity gaps across all portfolios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Establish backup resources for critical path projects</a:t>
            </a:r>
          </a:p>
          <a:p>
            <a:pPr>
              <a:defRPr sz="1600">
                <a:solidFill>
                  <a:srgbClr val="003366"/>
                </a:solidFill>
              </a:defRPr>
            </a:pP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Performance Monitoring: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Implement regular actual vs planned hours tracking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Establish portfolio-level ROI measurement</a:t>
            </a:r>
          </a:p>
          <a:p>
            <a:pPr>
              <a:defRPr sz="1600">
                <a:solidFill>
                  <a:srgbClr val="003366"/>
                </a:solidFill>
              </a:defRPr>
            </a:pPr>
            <a:r>
              <a:t>  • Create resource utilization dashboards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