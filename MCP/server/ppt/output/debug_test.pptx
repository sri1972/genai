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Debug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shapes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Shapes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2743200"/>
            <a:ext cx="1828800" cy="18288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Hello Circle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743200"/>
            <a:ext cx="2286000" cy="1371600"/>
          </a:xfrm>
          <a:prstGeom prst="rect">
            <a:avLst/>
          </a:prstGeom>
          <a:solidFill>
            <a:srgbClr val="00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Hello Rectangle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