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Intelligence: Transforming Our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Benefits, Challenges, and Future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Automation of repetitive tasks and increased efficiency</a:t>
            </a:r>
          </a:p>
          <a:p>
            <a:pPr/>
            <a:r>
              <a:t>Enhanced decision-making through data analysis</a:t>
            </a:r>
          </a:p>
          <a:p>
            <a:pPr/>
            <a:r>
              <a:t>Improved accuracy in predictions and diagnostics</a:t>
            </a:r>
          </a:p>
          <a:p>
            <a:pPr/>
            <a:r>
              <a:t>24/7 availability and consistent performance</a:t>
            </a:r>
          </a:p>
          <a:p>
            <a:pPr/>
            <a:r>
              <a:t>Cost reduction in various industries</a:t>
            </a:r>
          </a:p>
          <a:p>
            <a:pPr/>
            <a:r>
              <a:t>Personalized user experiences and recommendations</a:t>
            </a:r>
          </a:p>
          <a:p>
            <a:pPr/>
            <a:r>
              <a:t>Advanced problem-solving capabilities</a:t>
            </a:r>
          </a:p>
          <a:p>
            <a:pPr/>
            <a:r>
              <a:t>Support for scientific research and discovery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Job displacement and workforce transformation</a:t>
            </a:r>
          </a:p>
          <a:p>
            <a:pPr/>
            <a:r>
              <a:t>Privacy and data security concerns</a:t>
            </a:r>
          </a:p>
          <a:p>
            <a:pPr/>
            <a:r>
              <a:t>Algorithmic bias and fairness issues</a:t>
            </a:r>
          </a:p>
          <a:p>
            <a:pPr/>
            <a:r>
              <a:t>High implementation and maintenance costs</a:t>
            </a:r>
          </a:p>
          <a:p>
            <a:pPr/>
            <a:r>
              <a:t>Lack of transparency in AI decision-making</a:t>
            </a:r>
          </a:p>
          <a:p>
            <a:pPr/>
            <a:r>
              <a:t>Regulatory and ethical considerations</a:t>
            </a:r>
          </a:p>
          <a:p>
            <a:pPr/>
            <a:r>
              <a:t>Dependence on large datasets and computing power</a:t>
            </a:r>
          </a:p>
          <a:p>
            <a:pPr/>
            <a:r>
              <a:t>Need for specialized skills and expertise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Generative AI and creative applications</a:t>
            </a:r>
          </a:p>
          <a:p>
            <a:pPr/>
            <a:r>
              <a:t>AI integration in healthcare and medicine</a:t>
            </a:r>
          </a:p>
          <a:p>
            <a:pPr/>
            <a:r>
              <a:t>Autonomous vehicles and smart transportation</a:t>
            </a:r>
          </a:p>
          <a:p>
            <a:pPr/>
            <a:r>
              <a:t>AI-powered climate change solutions</a:t>
            </a:r>
          </a:p>
          <a:p>
            <a:pPr/>
            <a:r>
              <a:t>Edge computing and distributed AI systems</a:t>
            </a:r>
          </a:p>
          <a:p>
            <a:pPr/>
            <a:r>
              <a:t>Human-AI collaboration and augmentation</a:t>
            </a:r>
          </a:p>
          <a:p>
            <a:pPr/>
            <a:r>
              <a:t>Quantum computing enhanced AI capabilities</a:t>
            </a:r>
          </a:p>
          <a:p>
            <a:pPr/>
            <a:r>
              <a:t>Responsible AI and governance frameworks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