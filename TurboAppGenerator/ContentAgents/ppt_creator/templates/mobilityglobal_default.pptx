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notesSlides/notesSlide2.xml" ContentType="application/vnd.openxmlformats-officedocument.presentationml.notesSlid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4"/>
  </p:sldMasterIdLst>
  <p:notesMasterIdLst>
    <p:notesMasterId r:id="rId35"/>
  </p:notesMasterIdLst>
  <p:handoutMasterIdLst>
    <p:handoutMasterId r:id="rId36"/>
  </p:handoutMasterIdLst>
  <p:sldIdLst>
    <p:sldId id="316" r:id="rId5"/>
    <p:sldId id="326" r:id="rId6"/>
    <p:sldId id="267" r:id="rId7"/>
    <p:sldId id="269" r:id="rId8"/>
    <p:sldId id="339" r:id="rId9"/>
    <p:sldId id="282" r:id="rId10"/>
    <p:sldId id="273" r:id="rId11"/>
    <p:sldId id="327" r:id="rId12"/>
    <p:sldId id="302" r:id="rId13"/>
    <p:sldId id="303" r:id="rId14"/>
    <p:sldId id="272" r:id="rId15"/>
    <p:sldId id="300" r:id="rId16"/>
    <p:sldId id="321" r:id="rId17"/>
    <p:sldId id="274" r:id="rId18"/>
    <p:sldId id="290" r:id="rId19"/>
    <p:sldId id="307" r:id="rId20"/>
    <p:sldId id="308" r:id="rId21"/>
    <p:sldId id="275" r:id="rId22"/>
    <p:sldId id="293" r:id="rId23"/>
    <p:sldId id="309" r:id="rId24"/>
    <p:sldId id="276" r:id="rId25"/>
    <p:sldId id="315" r:id="rId26"/>
    <p:sldId id="294" r:id="rId27"/>
    <p:sldId id="311" r:id="rId28"/>
    <p:sldId id="312" r:id="rId29"/>
    <p:sldId id="284" r:id="rId30"/>
    <p:sldId id="286" r:id="rId31"/>
    <p:sldId id="295" r:id="rId32"/>
    <p:sldId id="265" r:id="rId33"/>
    <p:sldId id="333"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C1D4B2C8-25AF-4AEE-9941-082DE354E8C9}">
          <p14:sldIdLst>
            <p14:sldId id="316"/>
          </p14:sldIdLst>
        </p14:section>
        <p14:section name="SECTION DIVIDER/KEY STATEMENT" id="{1960DA93-F268-4931-80F1-FD7A0BA72106}">
          <p14:sldIdLst>
            <p14:sldId id="326"/>
            <p14:sldId id="267"/>
            <p14:sldId id="269"/>
          </p14:sldIdLst>
        </p14:section>
        <p14:section name="TITLE &amp; CONTENT" id="{5577BD6F-B4AC-4214-8C78-3BCFD1EAA04A}">
          <p14:sldIdLst>
            <p14:sldId id="339"/>
            <p14:sldId id="282"/>
            <p14:sldId id="273"/>
          </p14:sldIdLst>
        </p14:section>
        <p14:section name="DATA VISUALIZATION" id="{3C086A34-9012-4086-A9D5-2F0B5D4E74B4}">
          <p14:sldIdLst>
            <p14:sldId id="327"/>
            <p14:sldId id="302"/>
            <p14:sldId id="303"/>
            <p14:sldId id="272"/>
            <p14:sldId id="300"/>
            <p14:sldId id="321"/>
            <p14:sldId id="274"/>
            <p14:sldId id="290"/>
            <p14:sldId id="307"/>
            <p14:sldId id="308"/>
            <p14:sldId id="275"/>
            <p14:sldId id="293"/>
            <p14:sldId id="309"/>
            <p14:sldId id="276"/>
            <p14:sldId id="315"/>
            <p14:sldId id="294"/>
            <p14:sldId id="311"/>
            <p14:sldId id="312"/>
            <p14:sldId id="284"/>
            <p14:sldId id="286"/>
          </p14:sldIdLst>
        </p14:section>
        <p14:section name="PHOTOGRAPHY &amp; ICONOGRAPHY" id="{1B14748C-9019-4994-90B4-9AB55D15B22E}">
          <p14:sldIdLst>
            <p14:sldId id="295"/>
          </p14:sldIdLst>
        </p14:section>
        <p14:section name="OUTRO" id="{1385877E-E78F-46B8-ADD1-BC8C6BE1D285}">
          <p14:sldIdLst>
            <p14:sldId id="265"/>
            <p14:sldId id="333"/>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116AE30-222C-F63D-B9FE-17679A67A8C1}" name="Trupti Ghag" initials="TG" userId="S::Trupti.Ghag@landor.com::37bbb453-56ce-4a69-9f2d-757feec29111" providerId="AD"/>
  <p188:author id="{54466A5D-8496-1708-EECD-F9449719C616}" name="Kate Garbarini" initials="KG" userId="S::Kate.Garbarini@landor.com::9995c63a-84fb-4bb4-b62e-7deb3ebb4230" providerId="AD"/>
  <p188:author id="{ECF1FF74-A91C-E65E-480F-8017EA15CEE3}" name="Taylor Bastone" initials="TB" userId="S::taylor.bastone@landor.com::70c1e9dd-d92f-4b27-90c1-dcfaa63df9e7" providerId="AD"/>
  <p188:author id="{2DB6FCB8-AEA4-E3C5-F16A-54F0979FFB70}" name="Giulia Visconti" initials="GV" userId="Giulia Visconti" providerId="None"/>
  <p188:author id="{8E53F9D0-6713-11BE-A7A2-74446B279140}" name="Taylor Bastone" initials="TB" userId="S::Taylor.Bastone@landor.com::70c1e9dd-d92f-4b27-90c1-dcfaa63df9e7" providerId="AD"/>
  <p188:author id="{2F905CDB-C83A-9CA9-6218-41E147F95E85}" name="Dennis Dominguez" initials="DD" userId="S::Dennis.Dominguez@landor.com::fc0a5fb0-2323-4594-81d3-27a83e52abd2" providerId="AD"/>
  <p188:author id="{7CA0CAEF-FC07-1AA0-B94D-9E442F5172C1}" name="Mariana Rios Garcia" initials="MRG" userId="S::mariana.riosgarcia@landor.com::d64ebdbb-3690-46ad-a007-1b1807ba19ad"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0019"/>
    <p:restoredTop sz="94716"/>
  </p:normalViewPr>
  <p:slideViewPr>
    <p:cSldViewPr snapToGrid="0">
      <p:cViewPr>
        <p:scale>
          <a:sx n="63" d="100"/>
          <a:sy n="63" d="100"/>
        </p:scale>
        <p:origin x="440" y="1416"/>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utton, Jill" userId="S::jill.hutton@spglobal.com::2b44e082-3c6a-4418-8077-c48a87a5058f" providerId="AD" clId="Web-{9F53103B-EEF2-4B2F-0E69-61EA063D8D99}"/>
    <pc:docChg chg="mod">
      <pc:chgData name="Hutton, Jill" userId="S::jill.hutton@spglobal.com::2b44e082-3c6a-4418-8077-c48a87a5058f" providerId="AD" clId="Web-{9F53103B-EEF2-4B2F-0E69-61EA063D8D99}" dt="2026-06-25T12:13:20.163" v="0" actId="33475"/>
      <pc:docMkLst>
        <pc:docMk/>
      </pc:docMkLst>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13.xlsx"/><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package" Target="../embeddings/Microsoft_Excel_Worksheet14.xlsx"/><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package" Target="../embeddings/Microsoft_Excel_Worksheet15.xlsx"/><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package" Target="../embeddings/Microsoft_Excel_Worksheet16.xlsx"/><Relationship Id="rId2" Type="http://schemas.microsoft.com/office/2011/relationships/chartColorStyle" Target="colors17.xml"/><Relationship Id="rId1" Type="http://schemas.microsoft.com/office/2011/relationships/chartStyle" Target="style1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Column1</c:v>
                </c:pt>
              </c:strCache>
            </c:strRef>
          </c:tx>
          <c:spPr>
            <a:ln>
              <a:noFill/>
            </a:ln>
          </c:spPr>
          <c:explosion val="2"/>
          <c:dPt>
            <c:idx val="0"/>
            <c:bubble3D val="0"/>
            <c:spPr>
              <a:solidFill>
                <a:schemeClr val="bg2"/>
              </a:solidFill>
              <a:ln w="19050">
                <a:noFill/>
              </a:ln>
              <a:effectLst/>
            </c:spPr>
            <c:extLst>
              <c:ext xmlns:c16="http://schemas.microsoft.com/office/drawing/2014/chart" uri="{C3380CC4-5D6E-409C-BE32-E72D297353CC}">
                <c16:uniqueId val="{00000001-DFF9-4E61-9C96-6FC40D2E3DE0}"/>
              </c:ext>
            </c:extLst>
          </c:dPt>
          <c:dPt>
            <c:idx val="1"/>
            <c:bubble3D val="0"/>
            <c:spPr>
              <a:solidFill>
                <a:schemeClr val="accent1"/>
              </a:solidFill>
              <a:ln w="19050">
                <a:noFill/>
              </a:ln>
              <a:effectLst/>
            </c:spPr>
            <c:extLst>
              <c:ext xmlns:c16="http://schemas.microsoft.com/office/drawing/2014/chart" uri="{C3380CC4-5D6E-409C-BE32-E72D297353CC}">
                <c16:uniqueId val="{00000002-DFF9-4E61-9C96-6FC40D2E3DE0}"/>
              </c:ext>
            </c:extLst>
          </c:dPt>
          <c:dPt>
            <c:idx val="2"/>
            <c:bubble3D val="0"/>
            <c:spPr>
              <a:solidFill>
                <a:schemeClr val="accent2"/>
              </a:solidFill>
              <a:ln w="19050">
                <a:noFill/>
              </a:ln>
              <a:effectLst/>
            </c:spPr>
            <c:extLst>
              <c:ext xmlns:c16="http://schemas.microsoft.com/office/drawing/2014/chart" uri="{C3380CC4-5D6E-409C-BE32-E72D297353CC}">
                <c16:uniqueId val="{00000003-DFF9-4E61-9C96-6FC40D2E3DE0}"/>
              </c:ext>
            </c:extLst>
          </c:dPt>
          <c:dPt>
            <c:idx val="3"/>
            <c:bubble3D val="0"/>
            <c:spPr>
              <a:solidFill>
                <a:schemeClr val="accent3"/>
              </a:solidFill>
              <a:ln w="19050">
                <a:noFill/>
              </a:ln>
              <a:effectLst/>
            </c:spPr>
            <c:extLst>
              <c:ext xmlns:c16="http://schemas.microsoft.com/office/drawing/2014/chart" uri="{C3380CC4-5D6E-409C-BE32-E72D297353CC}">
                <c16:uniqueId val="{00000004-DFF9-4E61-9C96-6FC40D2E3DE0}"/>
              </c:ext>
            </c:extLst>
          </c:dPt>
          <c:dPt>
            <c:idx val="4"/>
            <c:bubble3D val="0"/>
            <c:spPr>
              <a:solidFill>
                <a:schemeClr val="accent5"/>
              </a:solidFill>
              <a:ln w="19050">
                <a:noFill/>
              </a:ln>
              <a:effectLst/>
            </c:spPr>
            <c:extLst>
              <c:ext xmlns:c16="http://schemas.microsoft.com/office/drawing/2014/chart" uri="{C3380CC4-5D6E-409C-BE32-E72D297353CC}">
                <c16:uniqueId val="{00000009-8B32-46AF-AFD8-F1BC3386C451}"/>
              </c:ext>
            </c:extLst>
          </c:dPt>
          <c:dPt>
            <c:idx val="5"/>
            <c:bubble3D val="0"/>
            <c:spPr>
              <a:solidFill>
                <a:schemeClr val="accent6"/>
              </a:solidFill>
              <a:ln w="19050">
                <a:noFill/>
              </a:ln>
              <a:effectLst/>
            </c:spPr>
            <c:extLst>
              <c:ext xmlns:c16="http://schemas.microsoft.com/office/drawing/2014/chart" uri="{C3380CC4-5D6E-409C-BE32-E72D297353CC}">
                <c16:uniqueId val="{00000005-DFF9-4E61-9C96-6FC40D2E3DE0}"/>
              </c:ext>
            </c:extLst>
          </c:dPt>
          <c:cat>
            <c:numRef>
              <c:f>Sheet1!$A$2:$A$7</c:f>
              <c:numCache>
                <c:formatCode>General</c:formatCode>
                <c:ptCount val="6"/>
              </c:numCache>
            </c:numRef>
          </c:cat>
          <c:val>
            <c:numRef>
              <c:f>Sheet1!$B$2:$B$7</c:f>
              <c:numCache>
                <c:formatCode>General</c:formatCode>
                <c:ptCount val="6"/>
                <c:pt idx="0">
                  <c:v>8</c:v>
                </c:pt>
                <c:pt idx="1">
                  <c:v>3</c:v>
                </c:pt>
                <c:pt idx="2">
                  <c:v>3</c:v>
                </c:pt>
                <c:pt idx="3">
                  <c:v>3</c:v>
                </c:pt>
                <c:pt idx="4">
                  <c:v>3</c:v>
                </c:pt>
                <c:pt idx="5">
                  <c:v>3</c:v>
                </c:pt>
              </c:numCache>
            </c:numRef>
          </c:val>
          <c:extLst>
            <c:ext xmlns:c16="http://schemas.microsoft.com/office/drawing/2014/chart" uri="{C3380CC4-5D6E-409C-BE32-E72D297353CC}">
              <c16:uniqueId val="{00000000-DFF9-4E61-9C96-6FC40D2E3DE0}"/>
            </c:ext>
          </c:extLst>
        </c:ser>
        <c:dLbls>
          <c:showLegendKey val="0"/>
          <c:showVal val="0"/>
          <c:showCatName val="0"/>
          <c:showSerName val="0"/>
          <c:showPercent val="0"/>
          <c:showBubbleSize val="0"/>
          <c:showLeaderLines val="1"/>
        </c:dLbls>
        <c:firstSliceAng val="0"/>
        <c:holeSize val="5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Column1</c:v>
                </c:pt>
              </c:strCache>
            </c:strRef>
          </c:tx>
          <c:spPr>
            <a:ln>
              <a:noFill/>
            </a:ln>
          </c:spPr>
          <c:explosion val="2"/>
          <c:dPt>
            <c:idx val="0"/>
            <c:bubble3D val="0"/>
            <c:spPr>
              <a:solidFill>
                <a:schemeClr val="bg2"/>
              </a:solidFill>
              <a:ln w="19050">
                <a:noFill/>
              </a:ln>
              <a:effectLst/>
            </c:spPr>
            <c:extLst>
              <c:ext xmlns:c16="http://schemas.microsoft.com/office/drawing/2014/chart" uri="{C3380CC4-5D6E-409C-BE32-E72D297353CC}">
                <c16:uniqueId val="{00000001-16B5-4AE6-AEA4-670E6F2D9D72}"/>
              </c:ext>
            </c:extLst>
          </c:dPt>
          <c:dPt>
            <c:idx val="1"/>
            <c:bubble3D val="0"/>
            <c:spPr>
              <a:solidFill>
                <a:schemeClr val="accent1"/>
              </a:solidFill>
              <a:ln w="19050">
                <a:noFill/>
              </a:ln>
              <a:effectLst/>
            </c:spPr>
            <c:extLst>
              <c:ext xmlns:c16="http://schemas.microsoft.com/office/drawing/2014/chart" uri="{C3380CC4-5D6E-409C-BE32-E72D297353CC}">
                <c16:uniqueId val="{00000003-16B5-4AE6-AEA4-670E6F2D9D72}"/>
              </c:ext>
            </c:extLst>
          </c:dPt>
          <c:dPt>
            <c:idx val="2"/>
            <c:bubble3D val="0"/>
            <c:spPr>
              <a:solidFill>
                <a:schemeClr val="accent2"/>
              </a:solidFill>
              <a:ln w="19050">
                <a:noFill/>
              </a:ln>
              <a:effectLst/>
            </c:spPr>
            <c:extLst>
              <c:ext xmlns:c16="http://schemas.microsoft.com/office/drawing/2014/chart" uri="{C3380CC4-5D6E-409C-BE32-E72D297353CC}">
                <c16:uniqueId val="{00000005-16B5-4AE6-AEA4-670E6F2D9D72}"/>
              </c:ext>
            </c:extLst>
          </c:dPt>
          <c:dPt>
            <c:idx val="3"/>
            <c:bubble3D val="0"/>
            <c:spPr>
              <a:solidFill>
                <a:schemeClr val="accent3"/>
              </a:solidFill>
              <a:ln w="19050">
                <a:noFill/>
              </a:ln>
              <a:effectLst/>
            </c:spPr>
            <c:extLst>
              <c:ext xmlns:c16="http://schemas.microsoft.com/office/drawing/2014/chart" uri="{C3380CC4-5D6E-409C-BE32-E72D297353CC}">
                <c16:uniqueId val="{00000007-16B5-4AE6-AEA4-670E6F2D9D72}"/>
              </c:ext>
            </c:extLst>
          </c:dPt>
          <c:dPt>
            <c:idx val="4"/>
            <c:bubble3D val="0"/>
            <c:spPr>
              <a:solidFill>
                <a:schemeClr val="accent5"/>
              </a:solidFill>
              <a:ln w="19050">
                <a:noFill/>
              </a:ln>
              <a:effectLst/>
            </c:spPr>
            <c:extLst>
              <c:ext xmlns:c16="http://schemas.microsoft.com/office/drawing/2014/chart" uri="{C3380CC4-5D6E-409C-BE32-E72D297353CC}">
                <c16:uniqueId val="{00000009-16B5-4AE6-AEA4-670E6F2D9D72}"/>
              </c:ext>
            </c:extLst>
          </c:dPt>
          <c:dPt>
            <c:idx val="5"/>
            <c:bubble3D val="0"/>
            <c:spPr>
              <a:solidFill>
                <a:schemeClr val="accent6"/>
              </a:solidFill>
              <a:ln w="19050">
                <a:noFill/>
              </a:ln>
              <a:effectLst/>
            </c:spPr>
            <c:extLst>
              <c:ext xmlns:c16="http://schemas.microsoft.com/office/drawing/2014/chart" uri="{C3380CC4-5D6E-409C-BE32-E72D297353CC}">
                <c16:uniqueId val="{0000000B-16B5-4AE6-AEA4-670E6F2D9D72}"/>
              </c:ext>
            </c:extLst>
          </c:dPt>
          <c:cat>
            <c:numRef>
              <c:f>Sheet1!$A$2:$A$7</c:f>
              <c:numCache>
                <c:formatCode>General</c:formatCode>
                <c:ptCount val="6"/>
              </c:numCache>
            </c:numRef>
          </c:cat>
          <c:val>
            <c:numRef>
              <c:f>Sheet1!$B$2:$B$7</c:f>
              <c:numCache>
                <c:formatCode>General</c:formatCode>
                <c:ptCount val="6"/>
                <c:pt idx="0">
                  <c:v>8</c:v>
                </c:pt>
                <c:pt idx="1">
                  <c:v>3</c:v>
                </c:pt>
                <c:pt idx="2">
                  <c:v>3</c:v>
                </c:pt>
                <c:pt idx="3">
                  <c:v>3</c:v>
                </c:pt>
                <c:pt idx="4">
                  <c:v>3</c:v>
                </c:pt>
                <c:pt idx="5">
                  <c:v>3</c:v>
                </c:pt>
              </c:numCache>
            </c:numRef>
          </c:val>
          <c:extLst>
            <c:ext xmlns:c16="http://schemas.microsoft.com/office/drawing/2014/chart" uri="{C3380CC4-5D6E-409C-BE32-E72D297353CC}">
              <c16:uniqueId val="{0000000C-16B5-4AE6-AEA4-670E6F2D9D72}"/>
            </c:ext>
          </c:extLst>
        </c:ser>
        <c:dLbls>
          <c:showLegendKey val="0"/>
          <c:showVal val="0"/>
          <c:showCatName val="0"/>
          <c:showSerName val="0"/>
          <c:showPercent val="0"/>
          <c:showBubbleSize val="0"/>
          <c:showLeaderLines val="1"/>
        </c:dLbls>
        <c:firstSliceAng val="0"/>
        <c:holeSize val="5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Column1</c:v>
                </c:pt>
              </c:strCache>
            </c:strRef>
          </c:tx>
          <c:spPr>
            <a:ln>
              <a:noFill/>
            </a:ln>
          </c:spPr>
          <c:explosion val="2"/>
          <c:dPt>
            <c:idx val="0"/>
            <c:bubble3D val="0"/>
            <c:spPr>
              <a:solidFill>
                <a:schemeClr val="bg2"/>
              </a:solidFill>
              <a:ln w="19050">
                <a:noFill/>
              </a:ln>
              <a:effectLst/>
            </c:spPr>
            <c:extLst>
              <c:ext xmlns:c16="http://schemas.microsoft.com/office/drawing/2014/chart" uri="{C3380CC4-5D6E-409C-BE32-E72D297353CC}">
                <c16:uniqueId val="{00000001-DFF9-4E61-9C96-6FC40D2E3DE0}"/>
              </c:ext>
            </c:extLst>
          </c:dPt>
          <c:dPt>
            <c:idx val="1"/>
            <c:bubble3D val="0"/>
            <c:spPr>
              <a:solidFill>
                <a:schemeClr val="accent1"/>
              </a:solidFill>
              <a:ln w="19050">
                <a:noFill/>
              </a:ln>
              <a:effectLst/>
            </c:spPr>
            <c:extLst>
              <c:ext xmlns:c16="http://schemas.microsoft.com/office/drawing/2014/chart" uri="{C3380CC4-5D6E-409C-BE32-E72D297353CC}">
                <c16:uniqueId val="{00000002-DFF9-4E61-9C96-6FC40D2E3DE0}"/>
              </c:ext>
            </c:extLst>
          </c:dPt>
          <c:dPt>
            <c:idx val="2"/>
            <c:bubble3D val="0"/>
            <c:spPr>
              <a:solidFill>
                <a:schemeClr val="accent2"/>
              </a:solidFill>
              <a:ln w="19050">
                <a:noFill/>
              </a:ln>
              <a:effectLst/>
            </c:spPr>
            <c:extLst>
              <c:ext xmlns:c16="http://schemas.microsoft.com/office/drawing/2014/chart" uri="{C3380CC4-5D6E-409C-BE32-E72D297353CC}">
                <c16:uniqueId val="{00000003-DFF9-4E61-9C96-6FC40D2E3DE0}"/>
              </c:ext>
            </c:extLst>
          </c:dPt>
          <c:dPt>
            <c:idx val="3"/>
            <c:bubble3D val="0"/>
            <c:spPr>
              <a:solidFill>
                <a:schemeClr val="accent3"/>
              </a:solidFill>
              <a:ln w="19050">
                <a:noFill/>
              </a:ln>
              <a:effectLst/>
            </c:spPr>
            <c:extLst>
              <c:ext xmlns:c16="http://schemas.microsoft.com/office/drawing/2014/chart" uri="{C3380CC4-5D6E-409C-BE32-E72D297353CC}">
                <c16:uniqueId val="{00000004-DFF9-4E61-9C96-6FC40D2E3DE0}"/>
              </c:ext>
            </c:extLst>
          </c:dPt>
          <c:dPt>
            <c:idx val="4"/>
            <c:bubble3D val="0"/>
            <c:spPr>
              <a:solidFill>
                <a:schemeClr val="accent5"/>
              </a:solidFill>
              <a:ln w="19050">
                <a:noFill/>
              </a:ln>
              <a:effectLst/>
            </c:spPr>
            <c:extLst>
              <c:ext xmlns:c16="http://schemas.microsoft.com/office/drawing/2014/chart" uri="{C3380CC4-5D6E-409C-BE32-E72D297353CC}">
                <c16:uniqueId val="{00000009-8B32-46AF-AFD8-F1BC3386C451}"/>
              </c:ext>
            </c:extLst>
          </c:dPt>
          <c:dPt>
            <c:idx val="5"/>
            <c:bubble3D val="0"/>
            <c:spPr>
              <a:solidFill>
                <a:schemeClr val="accent6"/>
              </a:solidFill>
              <a:ln w="19050">
                <a:noFill/>
              </a:ln>
              <a:effectLst/>
            </c:spPr>
            <c:extLst>
              <c:ext xmlns:c16="http://schemas.microsoft.com/office/drawing/2014/chart" uri="{C3380CC4-5D6E-409C-BE32-E72D297353CC}">
                <c16:uniqueId val="{00000005-DFF9-4E61-9C96-6FC40D2E3DE0}"/>
              </c:ext>
            </c:extLst>
          </c:dPt>
          <c:cat>
            <c:numRef>
              <c:f>Sheet1!$A$2:$A$7</c:f>
              <c:numCache>
                <c:formatCode>General</c:formatCode>
                <c:ptCount val="6"/>
              </c:numCache>
            </c:numRef>
          </c:cat>
          <c:val>
            <c:numRef>
              <c:f>Sheet1!$B$2:$B$7</c:f>
              <c:numCache>
                <c:formatCode>General</c:formatCode>
                <c:ptCount val="6"/>
                <c:pt idx="0">
                  <c:v>8</c:v>
                </c:pt>
                <c:pt idx="1">
                  <c:v>3</c:v>
                </c:pt>
                <c:pt idx="2">
                  <c:v>3</c:v>
                </c:pt>
                <c:pt idx="3">
                  <c:v>3</c:v>
                </c:pt>
                <c:pt idx="4">
                  <c:v>3</c:v>
                </c:pt>
                <c:pt idx="5">
                  <c:v>3</c:v>
                </c:pt>
              </c:numCache>
            </c:numRef>
          </c:val>
          <c:extLst>
            <c:ext xmlns:c16="http://schemas.microsoft.com/office/drawing/2014/chart" uri="{C3380CC4-5D6E-409C-BE32-E72D297353CC}">
              <c16:uniqueId val="{00000000-DFF9-4E61-9C96-6FC40D2E3DE0}"/>
            </c:ext>
          </c:extLst>
        </c:ser>
        <c:dLbls>
          <c:showLegendKey val="0"/>
          <c:showVal val="0"/>
          <c:showCatName val="0"/>
          <c:showSerName val="0"/>
          <c:showPercent val="0"/>
          <c:showBubbleSize val="0"/>
          <c:showLeaderLines val="1"/>
        </c:dLbls>
        <c:firstSliceAng val="0"/>
        <c:holeSize val="5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bg1"/>
                </a:solidFill>
                <a:latin typeface="+mn-lt"/>
                <a:ea typeface="+mn-ea"/>
                <a:cs typeface="+mn-cs"/>
              </a:defRPr>
            </a:pPr>
            <a:r>
              <a:rPr lang="en-US"/>
              <a:t>XX DATA</a:t>
            </a:r>
          </a:p>
        </c:rich>
      </c:tx>
      <c:layout>
        <c:manualLayout>
          <c:xMode val="edge"/>
          <c:yMode val="edge"/>
          <c:x val="0.40715542380567044"/>
          <c:y val="0.46817013355564058"/>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bg1"/>
              </a:solidFill>
              <a:latin typeface="+mn-lt"/>
              <a:ea typeface="+mn-ea"/>
              <a:cs typeface="+mn-cs"/>
            </a:defRPr>
          </a:pPr>
          <a:endParaRPr lang="en-US"/>
        </a:p>
      </c:txPr>
    </c:title>
    <c:autoTitleDeleted val="0"/>
    <c:plotArea>
      <c:layout>
        <c:manualLayout>
          <c:layoutTarget val="inner"/>
          <c:xMode val="edge"/>
          <c:yMode val="edge"/>
          <c:x val="0.18714190155753249"/>
          <c:y val="5.4430861116979666E-2"/>
          <c:w val="0.62636835255300538"/>
          <c:h val="0.91366195976771925"/>
        </c:manualLayout>
      </c:layout>
      <c:doughnutChart>
        <c:varyColors val="1"/>
        <c:ser>
          <c:idx val="0"/>
          <c:order val="0"/>
          <c:tx>
            <c:strRef>
              <c:f>Sheet1!$B$1</c:f>
              <c:strCache>
                <c:ptCount val="1"/>
                <c:pt idx="0">
                  <c:v>XX Data</c:v>
                </c:pt>
              </c:strCache>
            </c:strRef>
          </c:tx>
          <c:spPr>
            <a:ln>
              <a:noFill/>
            </a:ln>
          </c:spPr>
          <c:explosion val="1"/>
          <c:dPt>
            <c:idx val="0"/>
            <c:bubble3D val="0"/>
            <c:spPr>
              <a:solidFill>
                <a:schemeClr val="bg2"/>
              </a:solidFill>
              <a:ln w="19050">
                <a:noFill/>
              </a:ln>
              <a:effectLst/>
            </c:spPr>
            <c:extLst>
              <c:ext xmlns:c16="http://schemas.microsoft.com/office/drawing/2014/chart" uri="{C3380CC4-5D6E-409C-BE32-E72D297353CC}">
                <c16:uniqueId val="{00000001-FCA7-4159-BBDD-D9ED744B607C}"/>
              </c:ext>
            </c:extLst>
          </c:dPt>
          <c:dPt>
            <c:idx val="1"/>
            <c:bubble3D val="0"/>
            <c:spPr>
              <a:solidFill>
                <a:schemeClr val="accent1"/>
              </a:solidFill>
              <a:ln w="19050">
                <a:noFill/>
              </a:ln>
              <a:effectLst/>
            </c:spPr>
            <c:extLst>
              <c:ext xmlns:c16="http://schemas.microsoft.com/office/drawing/2014/chart" uri="{C3380CC4-5D6E-409C-BE32-E72D297353CC}">
                <c16:uniqueId val="{00000002-FCA7-4159-BBDD-D9ED744B607C}"/>
              </c:ext>
            </c:extLst>
          </c:dPt>
          <c:dPt>
            <c:idx val="2"/>
            <c:bubble3D val="0"/>
            <c:spPr>
              <a:solidFill>
                <a:schemeClr val="accent2"/>
              </a:solidFill>
              <a:ln w="19050">
                <a:noFill/>
              </a:ln>
              <a:effectLst/>
            </c:spPr>
            <c:extLst>
              <c:ext xmlns:c16="http://schemas.microsoft.com/office/drawing/2014/chart" uri="{C3380CC4-5D6E-409C-BE32-E72D297353CC}">
                <c16:uniqueId val="{00000003-FCA7-4159-BBDD-D9ED744B607C}"/>
              </c:ext>
            </c:extLst>
          </c:dPt>
          <c:dPt>
            <c:idx val="3"/>
            <c:bubble3D val="0"/>
            <c:spPr>
              <a:solidFill>
                <a:schemeClr val="accent3"/>
              </a:solidFill>
              <a:ln w="19050">
                <a:noFill/>
              </a:ln>
              <a:effectLst/>
            </c:spPr>
            <c:extLst>
              <c:ext xmlns:c16="http://schemas.microsoft.com/office/drawing/2014/chart" uri="{C3380CC4-5D6E-409C-BE32-E72D297353CC}">
                <c16:uniqueId val="{00000004-FCA7-4159-BBDD-D9ED744B607C}"/>
              </c:ext>
            </c:extLst>
          </c:dPt>
          <c:dPt>
            <c:idx val="4"/>
            <c:bubble3D val="0"/>
            <c:spPr>
              <a:solidFill>
                <a:schemeClr val="accent5"/>
              </a:solidFill>
              <a:ln w="19050">
                <a:noFill/>
              </a:ln>
              <a:effectLst/>
            </c:spPr>
            <c:extLst>
              <c:ext xmlns:c16="http://schemas.microsoft.com/office/drawing/2014/chart" uri="{C3380CC4-5D6E-409C-BE32-E72D297353CC}">
                <c16:uniqueId val="{00000009-E087-4EBA-A40D-659BA9D21FA9}"/>
              </c:ext>
            </c:extLst>
          </c:dPt>
          <c:dPt>
            <c:idx val="5"/>
            <c:bubble3D val="0"/>
            <c:spPr>
              <a:solidFill>
                <a:schemeClr val="accent6"/>
              </a:solidFill>
              <a:ln w="19050">
                <a:noFill/>
              </a:ln>
              <a:effectLst/>
            </c:spPr>
            <c:extLst>
              <c:ext xmlns:c16="http://schemas.microsoft.com/office/drawing/2014/chart" uri="{C3380CC4-5D6E-409C-BE32-E72D297353CC}">
                <c16:uniqueId val="{0000000B-E087-4EBA-A40D-659BA9D21FA9}"/>
              </c:ext>
            </c:extLst>
          </c:dPt>
          <c:cat>
            <c:numRef>
              <c:f>Sheet1!$A$2:$A$7</c:f>
              <c:numCache>
                <c:formatCode>General</c:formatCode>
                <c:ptCount val="6"/>
              </c:numCache>
            </c:numRef>
          </c:cat>
          <c:val>
            <c:numRef>
              <c:f>Sheet1!$B$2:$B$7</c:f>
              <c:numCache>
                <c:formatCode>General</c:formatCode>
                <c:ptCount val="6"/>
                <c:pt idx="0">
                  <c:v>8</c:v>
                </c:pt>
                <c:pt idx="1">
                  <c:v>3</c:v>
                </c:pt>
                <c:pt idx="2">
                  <c:v>3</c:v>
                </c:pt>
                <c:pt idx="3">
                  <c:v>3</c:v>
                </c:pt>
                <c:pt idx="4">
                  <c:v>3</c:v>
                </c:pt>
                <c:pt idx="5">
                  <c:v>3</c:v>
                </c:pt>
              </c:numCache>
            </c:numRef>
          </c:val>
          <c:extLst>
            <c:ext xmlns:c16="http://schemas.microsoft.com/office/drawing/2014/chart" uri="{C3380CC4-5D6E-409C-BE32-E72D297353CC}">
              <c16:uniqueId val="{00000000-FCA7-4159-BBDD-D9ED744B607C}"/>
            </c:ext>
          </c:extLst>
        </c:ser>
        <c:dLbls>
          <c:showLegendKey val="0"/>
          <c:showVal val="0"/>
          <c:showCatName val="0"/>
          <c:showSerName val="0"/>
          <c:showPercent val="0"/>
          <c:showBubbleSize val="0"/>
          <c:showLeaderLines val="1"/>
        </c:dLbls>
        <c:firstSliceAng val="0"/>
        <c:holeSize val="50"/>
      </c:doughnutChart>
      <c:spPr>
        <a:noFill/>
        <a:ln>
          <a:noFill/>
        </a:ln>
        <a:effectLst/>
      </c:spPr>
    </c:plotArea>
    <c:legend>
      <c:legendPos val="l"/>
      <c:layout>
        <c:manualLayout>
          <c:xMode val="edge"/>
          <c:yMode val="edge"/>
          <c:x val="2.3900262510822945E-2"/>
          <c:y val="0.60196343336161373"/>
          <c:w val="4.0478011523251235E-2"/>
          <c:h val="0.36352791727344635"/>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1"/>
          </a:solidFill>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bg1"/>
                </a:solidFill>
                <a:latin typeface="+mn-lt"/>
                <a:ea typeface="+mn-ea"/>
                <a:cs typeface="+mn-cs"/>
              </a:defRPr>
            </a:pPr>
            <a:r>
              <a:rPr lang="en-US"/>
              <a:t>XX DATA</a:t>
            </a:r>
          </a:p>
        </c:rich>
      </c:tx>
      <c:layout>
        <c:manualLayout>
          <c:xMode val="edge"/>
          <c:yMode val="edge"/>
          <c:x val="0.387860806568957"/>
          <c:y val="0.46817013355564058"/>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bg1"/>
              </a:solidFill>
              <a:latin typeface="+mn-lt"/>
              <a:ea typeface="+mn-ea"/>
              <a:cs typeface="+mn-cs"/>
            </a:defRPr>
          </a:pPr>
          <a:endParaRPr lang="en-US"/>
        </a:p>
      </c:txPr>
    </c:title>
    <c:autoTitleDeleted val="0"/>
    <c:plotArea>
      <c:layout>
        <c:manualLayout>
          <c:layoutTarget val="inner"/>
          <c:xMode val="edge"/>
          <c:yMode val="edge"/>
          <c:x val="0.18714190155753249"/>
          <c:y val="5.4430861116979666E-2"/>
          <c:w val="0.62636835255300538"/>
          <c:h val="0.91366195976771925"/>
        </c:manualLayout>
      </c:layout>
      <c:doughnutChart>
        <c:varyColors val="1"/>
        <c:ser>
          <c:idx val="0"/>
          <c:order val="0"/>
          <c:tx>
            <c:strRef>
              <c:f>Sheet1!$B$1</c:f>
              <c:strCache>
                <c:ptCount val="1"/>
                <c:pt idx="0">
                  <c:v>XX Data</c:v>
                </c:pt>
              </c:strCache>
            </c:strRef>
          </c:tx>
          <c:spPr>
            <a:ln>
              <a:noFill/>
            </a:ln>
          </c:spPr>
          <c:explosion val="1"/>
          <c:dPt>
            <c:idx val="0"/>
            <c:bubble3D val="0"/>
            <c:spPr>
              <a:solidFill>
                <a:schemeClr val="bg2"/>
              </a:solidFill>
              <a:ln w="19050">
                <a:noFill/>
              </a:ln>
              <a:effectLst/>
            </c:spPr>
            <c:extLst>
              <c:ext xmlns:c16="http://schemas.microsoft.com/office/drawing/2014/chart" uri="{C3380CC4-5D6E-409C-BE32-E72D297353CC}">
                <c16:uniqueId val="{00000001-6892-48F2-97AE-21A7558518EC}"/>
              </c:ext>
            </c:extLst>
          </c:dPt>
          <c:dPt>
            <c:idx val="1"/>
            <c:bubble3D val="0"/>
            <c:spPr>
              <a:solidFill>
                <a:schemeClr val="accent1"/>
              </a:solidFill>
              <a:ln w="19050">
                <a:noFill/>
              </a:ln>
              <a:effectLst/>
            </c:spPr>
            <c:extLst>
              <c:ext xmlns:c16="http://schemas.microsoft.com/office/drawing/2014/chart" uri="{C3380CC4-5D6E-409C-BE32-E72D297353CC}">
                <c16:uniqueId val="{00000003-6892-48F2-97AE-21A7558518EC}"/>
              </c:ext>
            </c:extLst>
          </c:dPt>
          <c:dPt>
            <c:idx val="2"/>
            <c:bubble3D val="0"/>
            <c:spPr>
              <a:solidFill>
                <a:schemeClr val="accent2"/>
              </a:solidFill>
              <a:ln w="19050">
                <a:noFill/>
              </a:ln>
              <a:effectLst/>
            </c:spPr>
            <c:extLst>
              <c:ext xmlns:c16="http://schemas.microsoft.com/office/drawing/2014/chart" uri="{C3380CC4-5D6E-409C-BE32-E72D297353CC}">
                <c16:uniqueId val="{00000005-6892-48F2-97AE-21A7558518EC}"/>
              </c:ext>
            </c:extLst>
          </c:dPt>
          <c:dPt>
            <c:idx val="3"/>
            <c:bubble3D val="0"/>
            <c:spPr>
              <a:solidFill>
                <a:schemeClr val="accent3"/>
              </a:solidFill>
              <a:ln w="19050">
                <a:noFill/>
              </a:ln>
              <a:effectLst/>
            </c:spPr>
            <c:extLst>
              <c:ext xmlns:c16="http://schemas.microsoft.com/office/drawing/2014/chart" uri="{C3380CC4-5D6E-409C-BE32-E72D297353CC}">
                <c16:uniqueId val="{00000007-6892-48F2-97AE-21A7558518EC}"/>
              </c:ext>
            </c:extLst>
          </c:dPt>
          <c:dPt>
            <c:idx val="4"/>
            <c:bubble3D val="0"/>
            <c:spPr>
              <a:solidFill>
                <a:schemeClr val="accent5"/>
              </a:solidFill>
              <a:ln w="19050">
                <a:noFill/>
              </a:ln>
              <a:effectLst/>
            </c:spPr>
            <c:extLst>
              <c:ext xmlns:c16="http://schemas.microsoft.com/office/drawing/2014/chart" uri="{C3380CC4-5D6E-409C-BE32-E72D297353CC}">
                <c16:uniqueId val="{00000009-6892-48F2-97AE-21A7558518EC}"/>
              </c:ext>
            </c:extLst>
          </c:dPt>
          <c:dPt>
            <c:idx val="5"/>
            <c:bubble3D val="0"/>
            <c:spPr>
              <a:solidFill>
                <a:schemeClr val="accent6"/>
              </a:solidFill>
              <a:ln w="19050">
                <a:noFill/>
              </a:ln>
              <a:effectLst/>
            </c:spPr>
            <c:extLst>
              <c:ext xmlns:c16="http://schemas.microsoft.com/office/drawing/2014/chart" uri="{C3380CC4-5D6E-409C-BE32-E72D297353CC}">
                <c16:uniqueId val="{0000000B-6892-48F2-97AE-21A7558518EC}"/>
              </c:ext>
            </c:extLst>
          </c:dPt>
          <c:cat>
            <c:numRef>
              <c:f>Sheet1!$A$2:$A$7</c:f>
              <c:numCache>
                <c:formatCode>General</c:formatCode>
                <c:ptCount val="6"/>
              </c:numCache>
            </c:numRef>
          </c:cat>
          <c:val>
            <c:numRef>
              <c:f>Sheet1!$B$2:$B$7</c:f>
              <c:numCache>
                <c:formatCode>General</c:formatCode>
                <c:ptCount val="6"/>
                <c:pt idx="0">
                  <c:v>8</c:v>
                </c:pt>
                <c:pt idx="1">
                  <c:v>3</c:v>
                </c:pt>
                <c:pt idx="2">
                  <c:v>3</c:v>
                </c:pt>
                <c:pt idx="3">
                  <c:v>3</c:v>
                </c:pt>
                <c:pt idx="4">
                  <c:v>3</c:v>
                </c:pt>
                <c:pt idx="5">
                  <c:v>3</c:v>
                </c:pt>
              </c:numCache>
            </c:numRef>
          </c:val>
          <c:extLst>
            <c:ext xmlns:c16="http://schemas.microsoft.com/office/drawing/2014/chart" uri="{C3380CC4-5D6E-409C-BE32-E72D297353CC}">
              <c16:uniqueId val="{0000000C-6892-48F2-97AE-21A7558518EC}"/>
            </c:ext>
          </c:extLst>
        </c:ser>
        <c:dLbls>
          <c:showLegendKey val="0"/>
          <c:showVal val="0"/>
          <c:showCatName val="0"/>
          <c:showSerName val="0"/>
          <c:showPercent val="0"/>
          <c:showBubbleSize val="0"/>
          <c:showLeaderLines val="1"/>
        </c:dLbls>
        <c:firstSliceAng val="0"/>
        <c:holeSize val="50"/>
      </c:doughnutChart>
      <c:spPr>
        <a:noFill/>
        <a:ln>
          <a:noFill/>
        </a:ln>
        <a:effectLst/>
      </c:spPr>
    </c:plotArea>
    <c:legend>
      <c:legendPos val="l"/>
      <c:layout>
        <c:manualLayout>
          <c:xMode val="edge"/>
          <c:yMode val="edge"/>
          <c:x val="2.3900262510822945E-2"/>
          <c:y val="0.60196343336161373"/>
          <c:w val="4.0478011523251235E-2"/>
          <c:h val="0.36352791727344635"/>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1"/>
          </a:solidFill>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1"/>
        <c:ser>
          <c:idx val="0"/>
          <c:order val="0"/>
          <c:tx>
            <c:strRef>
              <c:f>Sheet1!$B$1</c:f>
              <c:strCache>
                <c:ptCount val="1"/>
                <c:pt idx="0">
                  <c:v>DATA</c:v>
                </c:pt>
              </c:strCache>
            </c:strRef>
          </c:tx>
          <c:spPr>
            <a:ln>
              <a:noFill/>
            </a:ln>
          </c:spPr>
          <c:invertIfNegative val="0"/>
          <c:dPt>
            <c:idx val="0"/>
            <c:invertIfNegative val="0"/>
            <c:bubble3D val="0"/>
            <c:spPr>
              <a:solidFill>
                <a:schemeClr val="bg2"/>
              </a:solidFill>
              <a:ln w="19050">
                <a:noFill/>
              </a:ln>
              <a:effectLst/>
            </c:spPr>
            <c:extLst>
              <c:ext xmlns:c16="http://schemas.microsoft.com/office/drawing/2014/chart" uri="{C3380CC4-5D6E-409C-BE32-E72D297353CC}">
                <c16:uniqueId val="{00000002-CC75-CC42-B23F-71BC98E45F13}"/>
              </c:ext>
            </c:extLst>
          </c:dPt>
          <c:dPt>
            <c:idx val="1"/>
            <c:invertIfNegative val="0"/>
            <c:bubble3D val="0"/>
            <c:spPr>
              <a:solidFill>
                <a:schemeClr val="accent1"/>
              </a:solidFill>
              <a:ln w="19050">
                <a:noFill/>
              </a:ln>
              <a:effectLst/>
            </c:spPr>
            <c:extLst>
              <c:ext xmlns:c16="http://schemas.microsoft.com/office/drawing/2014/chart" uri="{C3380CC4-5D6E-409C-BE32-E72D297353CC}">
                <c16:uniqueId val="{00000001-CC75-CC42-B23F-71BC98E45F13}"/>
              </c:ext>
            </c:extLst>
          </c:dPt>
          <c:dPt>
            <c:idx val="2"/>
            <c:invertIfNegative val="0"/>
            <c:bubble3D val="0"/>
            <c:spPr>
              <a:solidFill>
                <a:schemeClr val="accent3"/>
              </a:solidFill>
              <a:ln w="19050">
                <a:noFill/>
              </a:ln>
              <a:effectLst/>
            </c:spPr>
            <c:extLst>
              <c:ext xmlns:c16="http://schemas.microsoft.com/office/drawing/2014/chart" uri="{C3380CC4-5D6E-409C-BE32-E72D297353CC}">
                <c16:uniqueId val="{00000003-CC75-CC42-B23F-71BC98E45F13}"/>
              </c:ext>
            </c:extLst>
          </c:dPt>
          <c:cat>
            <c:strRef>
              <c:f>Sheet1!$A$2:$A$4</c:f>
              <c:strCache>
                <c:ptCount val="3"/>
                <c:pt idx="0">
                  <c:v>Data 1</c:v>
                </c:pt>
                <c:pt idx="1">
                  <c:v>Data 2</c:v>
                </c:pt>
                <c:pt idx="2">
                  <c:v>Data 3</c:v>
                </c:pt>
              </c:strCache>
            </c:strRef>
          </c:cat>
          <c:val>
            <c:numRef>
              <c:f>Sheet1!$B$2:$B$4</c:f>
              <c:numCache>
                <c:formatCode>General</c:formatCode>
                <c:ptCount val="3"/>
                <c:pt idx="0">
                  <c:v>8.1999999999999993</c:v>
                </c:pt>
                <c:pt idx="1">
                  <c:v>3.2</c:v>
                </c:pt>
                <c:pt idx="2">
                  <c:v>1.4</c:v>
                </c:pt>
              </c:numCache>
            </c:numRef>
          </c:val>
          <c:extLst>
            <c:ext xmlns:c16="http://schemas.microsoft.com/office/drawing/2014/chart" uri="{C3380CC4-5D6E-409C-BE32-E72D297353CC}">
              <c16:uniqueId val="{00000000-CC75-CC42-B23F-71BC98E45F13}"/>
            </c:ext>
          </c:extLst>
        </c:ser>
        <c:dLbls>
          <c:showLegendKey val="0"/>
          <c:showVal val="0"/>
          <c:showCatName val="0"/>
          <c:showSerName val="0"/>
          <c:showPercent val="0"/>
          <c:showBubbleSize val="0"/>
        </c:dLbls>
        <c:gapWidth val="55"/>
        <c:axId val="857788351"/>
        <c:axId val="857796863"/>
      </c:barChart>
      <c:valAx>
        <c:axId val="857796863"/>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n-US"/>
          </a:p>
        </c:txPr>
        <c:crossAx val="857788351"/>
        <c:crosses val="autoZero"/>
        <c:crossBetween val="between"/>
      </c:valAx>
      <c:catAx>
        <c:axId val="857788351"/>
        <c:scaling>
          <c:orientation val="minMax"/>
        </c:scaling>
        <c:delete val="0"/>
        <c:axPos val="b"/>
        <c:numFmt formatCode="General" sourceLinked="1"/>
        <c:majorTickMark val="none"/>
        <c:minorTickMark val="none"/>
        <c:tickLblPos val="nextTo"/>
        <c:spPr>
          <a:noFill/>
          <a:ln w="9525" cap="flat" cmpd="sng" algn="ctr">
            <a:solidFill>
              <a:schemeClr val="bg1"/>
            </a:solidFill>
            <a:round/>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n-US"/>
          </a:p>
        </c:txPr>
        <c:crossAx val="857796863"/>
        <c:crosses val="autoZero"/>
        <c:auto val="1"/>
        <c:lblAlgn val="ctr"/>
        <c:lblOffset val="100"/>
        <c:noMultiLvlLbl val="0"/>
      </c:catAx>
      <c:spPr>
        <a:noFill/>
        <a:ln>
          <a:noFill/>
        </a:ln>
        <a:effectLst/>
      </c:spPr>
    </c:plotArea>
    <c:legend>
      <c:legendPos val="b"/>
      <c:layout>
        <c:manualLayout>
          <c:xMode val="edge"/>
          <c:yMode val="edge"/>
          <c:x val="0.27513774425118459"/>
          <c:y val="0.9368797428240252"/>
          <c:w val="0.44972432159069092"/>
          <c:h val="6.3120257175974831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80" b="0" i="0" u="none" strike="noStrike" kern="1200" spc="0" baseline="0">
                <a:solidFill>
                  <a:schemeClr val="tx2"/>
                </a:solidFill>
                <a:latin typeface="+mn-lt"/>
                <a:ea typeface="+mn-ea"/>
                <a:cs typeface="+mn-cs"/>
              </a:defRPr>
            </a:pPr>
            <a:r>
              <a:rPr lang="en-IN" sz="1400">
                <a:solidFill>
                  <a:schemeClr val="tx2"/>
                </a:solidFill>
              </a:rPr>
              <a:t>Chart Title</a:t>
            </a:r>
          </a:p>
        </c:rich>
      </c:tx>
      <c:overlay val="0"/>
      <c:spPr>
        <a:noFill/>
        <a:ln>
          <a:noFill/>
        </a:ln>
        <a:effectLst/>
      </c:spPr>
      <c:txPr>
        <a:bodyPr rot="0" spcFirstLastPara="1" vertOverflow="ellipsis" vert="horz" wrap="square" anchor="ctr" anchorCtr="1"/>
        <a:lstStyle/>
        <a:p>
          <a:pPr>
            <a:defRPr sz="1680" b="0" i="0" u="none" strike="noStrike" kern="1200" spc="0" baseline="0">
              <a:solidFill>
                <a:schemeClr val="tx2"/>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Column1</c:v>
                </c:pt>
              </c:strCache>
            </c:strRef>
          </c:tx>
          <c:spPr>
            <a:solidFill>
              <a:schemeClr val="tx2"/>
            </a:solidFill>
            <a:ln>
              <a:noFill/>
            </a:ln>
            <a:effectLst/>
          </c:spPr>
          <c:invertIfNegative val="0"/>
          <c:cat>
            <c:numRef>
              <c:f>Sheet1!$A$2:$A$3</c:f>
              <c:numCache>
                <c:formatCode>General</c:formatCode>
                <c:ptCount val="2"/>
              </c:numCache>
            </c:numRef>
          </c:cat>
          <c:val>
            <c:numRef>
              <c:f>Sheet1!$B$2:$B$3</c:f>
              <c:numCache>
                <c:formatCode>General</c:formatCode>
                <c:ptCount val="2"/>
                <c:pt idx="0">
                  <c:v>4.3</c:v>
                </c:pt>
                <c:pt idx="1">
                  <c:v>2.5</c:v>
                </c:pt>
              </c:numCache>
            </c:numRef>
          </c:val>
          <c:extLst>
            <c:ext xmlns:c16="http://schemas.microsoft.com/office/drawing/2014/chart" uri="{C3380CC4-5D6E-409C-BE32-E72D297353CC}">
              <c16:uniqueId val="{00000000-4A45-4928-AA35-0634CBEE40E2}"/>
            </c:ext>
          </c:extLst>
        </c:ser>
        <c:ser>
          <c:idx val="1"/>
          <c:order val="1"/>
          <c:tx>
            <c:strRef>
              <c:f>Sheet1!$C$1</c:f>
              <c:strCache>
                <c:ptCount val="1"/>
                <c:pt idx="0">
                  <c:v>Column2</c:v>
                </c:pt>
              </c:strCache>
            </c:strRef>
          </c:tx>
          <c:spPr>
            <a:solidFill>
              <a:schemeClr val="accent1"/>
            </a:solidFill>
            <a:ln>
              <a:noFill/>
            </a:ln>
            <a:effectLst/>
          </c:spPr>
          <c:invertIfNegative val="0"/>
          <c:cat>
            <c:numRef>
              <c:f>Sheet1!$A$2:$A$3</c:f>
              <c:numCache>
                <c:formatCode>General</c:formatCode>
                <c:ptCount val="2"/>
              </c:numCache>
            </c:numRef>
          </c:cat>
          <c:val>
            <c:numRef>
              <c:f>Sheet1!$C$2:$C$3</c:f>
              <c:numCache>
                <c:formatCode>General</c:formatCode>
                <c:ptCount val="2"/>
                <c:pt idx="0">
                  <c:v>2.4</c:v>
                </c:pt>
                <c:pt idx="1">
                  <c:v>4.4000000000000004</c:v>
                </c:pt>
              </c:numCache>
            </c:numRef>
          </c:val>
          <c:extLst>
            <c:ext xmlns:c16="http://schemas.microsoft.com/office/drawing/2014/chart" uri="{C3380CC4-5D6E-409C-BE32-E72D297353CC}">
              <c16:uniqueId val="{00000001-4A45-4928-AA35-0634CBEE40E2}"/>
            </c:ext>
          </c:extLst>
        </c:ser>
        <c:ser>
          <c:idx val="2"/>
          <c:order val="2"/>
          <c:tx>
            <c:strRef>
              <c:f>Sheet1!$D$1</c:f>
              <c:strCache>
                <c:ptCount val="1"/>
                <c:pt idx="0">
                  <c:v>Column3</c:v>
                </c:pt>
              </c:strCache>
            </c:strRef>
          </c:tx>
          <c:spPr>
            <a:solidFill>
              <a:schemeClr val="accent3"/>
            </a:solidFill>
            <a:ln>
              <a:noFill/>
            </a:ln>
            <a:effectLst/>
          </c:spPr>
          <c:invertIfNegative val="0"/>
          <c:cat>
            <c:numRef>
              <c:f>Sheet1!$A$2:$A$3</c:f>
              <c:numCache>
                <c:formatCode>General</c:formatCode>
                <c:ptCount val="2"/>
              </c:numCache>
            </c:numRef>
          </c:cat>
          <c:val>
            <c:numRef>
              <c:f>Sheet1!$D$2:$D$3</c:f>
              <c:numCache>
                <c:formatCode>General</c:formatCode>
                <c:ptCount val="2"/>
                <c:pt idx="0">
                  <c:v>2</c:v>
                </c:pt>
                <c:pt idx="1">
                  <c:v>2</c:v>
                </c:pt>
              </c:numCache>
            </c:numRef>
          </c:val>
          <c:extLst>
            <c:ext xmlns:c16="http://schemas.microsoft.com/office/drawing/2014/chart" uri="{C3380CC4-5D6E-409C-BE32-E72D297353CC}">
              <c16:uniqueId val="{00000002-4A45-4928-AA35-0634CBEE40E2}"/>
            </c:ext>
          </c:extLst>
        </c:ser>
        <c:ser>
          <c:idx val="3"/>
          <c:order val="3"/>
          <c:tx>
            <c:strRef>
              <c:f>Sheet1!$E$1</c:f>
              <c:strCache>
                <c:ptCount val="1"/>
                <c:pt idx="0">
                  <c:v>Column4</c:v>
                </c:pt>
              </c:strCache>
            </c:strRef>
          </c:tx>
          <c:spPr>
            <a:solidFill>
              <a:schemeClr val="accent4"/>
            </a:solidFill>
            <a:ln>
              <a:noFill/>
            </a:ln>
            <a:effectLst/>
          </c:spPr>
          <c:invertIfNegative val="0"/>
          <c:cat>
            <c:numRef>
              <c:f>Sheet1!$A$2:$A$3</c:f>
              <c:numCache>
                <c:formatCode>General</c:formatCode>
                <c:ptCount val="2"/>
              </c:numCache>
            </c:numRef>
          </c:cat>
          <c:val>
            <c:numRef>
              <c:f>Sheet1!$E$2:$E$3</c:f>
              <c:numCache>
                <c:formatCode>General</c:formatCode>
                <c:ptCount val="2"/>
                <c:pt idx="0">
                  <c:v>3</c:v>
                </c:pt>
                <c:pt idx="1">
                  <c:v>3</c:v>
                </c:pt>
              </c:numCache>
            </c:numRef>
          </c:val>
          <c:extLst>
            <c:ext xmlns:c16="http://schemas.microsoft.com/office/drawing/2014/chart" uri="{C3380CC4-5D6E-409C-BE32-E72D297353CC}">
              <c16:uniqueId val="{00000004-4A45-4928-AA35-0634CBEE40E2}"/>
            </c:ext>
          </c:extLst>
        </c:ser>
        <c:dLbls>
          <c:showLegendKey val="0"/>
          <c:showVal val="0"/>
          <c:showCatName val="0"/>
          <c:showSerName val="0"/>
          <c:showPercent val="0"/>
          <c:showBubbleSize val="0"/>
        </c:dLbls>
        <c:gapWidth val="219"/>
        <c:overlap val="-27"/>
        <c:axId val="1134316207"/>
        <c:axId val="1134318607"/>
      </c:barChart>
      <c:catAx>
        <c:axId val="1134316207"/>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400" b="0" i="0" u="none" strike="noStrike" kern="1200" baseline="0">
                <a:solidFill>
                  <a:schemeClr val="tx2"/>
                </a:solidFill>
                <a:latin typeface="+mn-lt"/>
                <a:ea typeface="+mn-ea"/>
                <a:cs typeface="+mn-cs"/>
              </a:defRPr>
            </a:pPr>
            <a:endParaRPr lang="en-US"/>
          </a:p>
        </c:txPr>
        <c:crossAx val="1134318607"/>
        <c:crosses val="autoZero"/>
        <c:auto val="1"/>
        <c:lblAlgn val="ctr"/>
        <c:lblOffset val="100"/>
        <c:noMultiLvlLbl val="0"/>
      </c:catAx>
      <c:valAx>
        <c:axId val="1134318607"/>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2"/>
                </a:solidFill>
                <a:latin typeface="+mn-lt"/>
                <a:ea typeface="+mn-ea"/>
                <a:cs typeface="+mn-cs"/>
              </a:defRPr>
            </a:pPr>
            <a:endParaRPr lang="en-US"/>
          </a:p>
        </c:txPr>
        <c:crossAx val="1134316207"/>
        <c:crosses val="autoZero"/>
        <c:crossBetween val="between"/>
        <c:majorUnit val="1"/>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2"/>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tx2"/>
          </a:solidFill>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bg2"/>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Column1</c:v>
                </c:pt>
              </c:strCache>
            </c:strRef>
          </c:tx>
          <c:spPr>
            <a:solidFill>
              <a:schemeClr val="bg2"/>
            </a:solidFill>
            <a:ln>
              <a:noFill/>
            </a:ln>
            <a:effectLst/>
          </c:spPr>
          <c:invertIfNegative val="0"/>
          <c:cat>
            <c:numRef>
              <c:f>Sheet1!$A$2:$A$3</c:f>
              <c:numCache>
                <c:formatCode>General</c:formatCode>
                <c:ptCount val="2"/>
              </c:numCache>
            </c:numRef>
          </c:cat>
          <c:val>
            <c:numRef>
              <c:f>Sheet1!$B$2:$B$3</c:f>
              <c:numCache>
                <c:formatCode>General</c:formatCode>
                <c:ptCount val="2"/>
                <c:pt idx="0">
                  <c:v>4.3</c:v>
                </c:pt>
                <c:pt idx="1">
                  <c:v>2.5</c:v>
                </c:pt>
              </c:numCache>
            </c:numRef>
          </c:val>
          <c:extLst>
            <c:ext xmlns:c16="http://schemas.microsoft.com/office/drawing/2014/chart" uri="{C3380CC4-5D6E-409C-BE32-E72D297353CC}">
              <c16:uniqueId val="{00000000-8D8D-4925-8A03-975A3210F730}"/>
            </c:ext>
          </c:extLst>
        </c:ser>
        <c:ser>
          <c:idx val="1"/>
          <c:order val="1"/>
          <c:tx>
            <c:strRef>
              <c:f>Sheet1!$C$1</c:f>
              <c:strCache>
                <c:ptCount val="1"/>
                <c:pt idx="0">
                  <c:v>Column2</c:v>
                </c:pt>
              </c:strCache>
            </c:strRef>
          </c:tx>
          <c:spPr>
            <a:solidFill>
              <a:schemeClr val="accent1"/>
            </a:solidFill>
            <a:ln>
              <a:noFill/>
            </a:ln>
            <a:effectLst/>
          </c:spPr>
          <c:invertIfNegative val="0"/>
          <c:cat>
            <c:numRef>
              <c:f>Sheet1!$A$2:$A$3</c:f>
              <c:numCache>
                <c:formatCode>General</c:formatCode>
                <c:ptCount val="2"/>
              </c:numCache>
            </c:numRef>
          </c:cat>
          <c:val>
            <c:numRef>
              <c:f>Sheet1!$C$2:$C$3</c:f>
              <c:numCache>
                <c:formatCode>General</c:formatCode>
                <c:ptCount val="2"/>
                <c:pt idx="0">
                  <c:v>2.4</c:v>
                </c:pt>
                <c:pt idx="1">
                  <c:v>4.4000000000000004</c:v>
                </c:pt>
              </c:numCache>
            </c:numRef>
          </c:val>
          <c:extLst>
            <c:ext xmlns:c16="http://schemas.microsoft.com/office/drawing/2014/chart" uri="{C3380CC4-5D6E-409C-BE32-E72D297353CC}">
              <c16:uniqueId val="{00000001-8D8D-4925-8A03-975A3210F730}"/>
            </c:ext>
          </c:extLst>
        </c:ser>
        <c:ser>
          <c:idx val="2"/>
          <c:order val="2"/>
          <c:tx>
            <c:strRef>
              <c:f>Sheet1!$D$1</c:f>
              <c:strCache>
                <c:ptCount val="1"/>
                <c:pt idx="0">
                  <c:v>Column3</c:v>
                </c:pt>
              </c:strCache>
            </c:strRef>
          </c:tx>
          <c:spPr>
            <a:solidFill>
              <a:schemeClr val="accent2"/>
            </a:solidFill>
            <a:ln>
              <a:noFill/>
            </a:ln>
            <a:effectLst/>
          </c:spPr>
          <c:invertIfNegative val="0"/>
          <c:cat>
            <c:numRef>
              <c:f>Sheet1!$A$2:$A$3</c:f>
              <c:numCache>
                <c:formatCode>General</c:formatCode>
                <c:ptCount val="2"/>
              </c:numCache>
            </c:numRef>
          </c:cat>
          <c:val>
            <c:numRef>
              <c:f>Sheet1!$D$2:$D$3</c:f>
              <c:numCache>
                <c:formatCode>General</c:formatCode>
                <c:ptCount val="2"/>
                <c:pt idx="0">
                  <c:v>2</c:v>
                </c:pt>
                <c:pt idx="1">
                  <c:v>2</c:v>
                </c:pt>
              </c:numCache>
            </c:numRef>
          </c:val>
          <c:extLst>
            <c:ext xmlns:c16="http://schemas.microsoft.com/office/drawing/2014/chart" uri="{C3380CC4-5D6E-409C-BE32-E72D297353CC}">
              <c16:uniqueId val="{00000002-8D8D-4925-8A03-975A3210F730}"/>
            </c:ext>
          </c:extLst>
        </c:ser>
        <c:ser>
          <c:idx val="3"/>
          <c:order val="3"/>
          <c:tx>
            <c:strRef>
              <c:f>Sheet1!$E$1</c:f>
              <c:strCache>
                <c:ptCount val="1"/>
                <c:pt idx="0">
                  <c:v>Column4</c:v>
                </c:pt>
              </c:strCache>
            </c:strRef>
          </c:tx>
          <c:spPr>
            <a:solidFill>
              <a:schemeClr val="accent3"/>
            </a:solidFill>
            <a:ln>
              <a:noFill/>
            </a:ln>
            <a:effectLst/>
          </c:spPr>
          <c:invertIfNegative val="0"/>
          <c:cat>
            <c:numRef>
              <c:f>Sheet1!$A$2:$A$3</c:f>
              <c:numCache>
                <c:formatCode>General</c:formatCode>
                <c:ptCount val="2"/>
              </c:numCache>
            </c:numRef>
          </c:cat>
          <c:val>
            <c:numRef>
              <c:f>Sheet1!$E$2:$E$3</c:f>
              <c:numCache>
                <c:formatCode>General</c:formatCode>
                <c:ptCount val="2"/>
                <c:pt idx="0">
                  <c:v>3</c:v>
                </c:pt>
                <c:pt idx="1">
                  <c:v>3</c:v>
                </c:pt>
              </c:numCache>
            </c:numRef>
          </c:val>
          <c:extLst>
            <c:ext xmlns:c16="http://schemas.microsoft.com/office/drawing/2014/chart" uri="{C3380CC4-5D6E-409C-BE32-E72D297353CC}">
              <c16:uniqueId val="{00000003-8D8D-4925-8A03-975A3210F730}"/>
            </c:ext>
          </c:extLst>
        </c:ser>
        <c:dLbls>
          <c:showLegendKey val="0"/>
          <c:showVal val="0"/>
          <c:showCatName val="0"/>
          <c:showSerName val="0"/>
          <c:showPercent val="0"/>
          <c:showBubbleSize val="0"/>
        </c:dLbls>
        <c:gapWidth val="219"/>
        <c:overlap val="-27"/>
        <c:axId val="1134316207"/>
        <c:axId val="1134318607"/>
      </c:barChart>
      <c:catAx>
        <c:axId val="113431620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n-US"/>
          </a:p>
        </c:txPr>
        <c:crossAx val="1134318607"/>
        <c:crosses val="autoZero"/>
        <c:auto val="1"/>
        <c:lblAlgn val="ctr"/>
        <c:lblOffset val="100"/>
        <c:noMultiLvlLbl val="0"/>
      </c:catAx>
      <c:valAx>
        <c:axId val="1134318607"/>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bg2"/>
                </a:solidFill>
                <a:latin typeface="+mn-lt"/>
                <a:ea typeface="+mn-ea"/>
                <a:cs typeface="+mn-cs"/>
              </a:defRPr>
            </a:pPr>
            <a:endParaRPr lang="en-US"/>
          </a:p>
        </c:txPr>
        <c:crossAx val="1134316207"/>
        <c:crosses val="autoZero"/>
        <c:crossBetween val="between"/>
        <c:majorUnit val="1"/>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bg2"/>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Column1</c:v>
                </c:pt>
              </c:strCache>
            </c:strRef>
          </c:tx>
          <c:spPr>
            <a:solidFill>
              <a:schemeClr val="bg2"/>
            </a:solidFill>
            <a:ln>
              <a:noFill/>
            </a:ln>
            <a:effectLst/>
          </c:spPr>
          <c:invertIfNegative val="0"/>
          <c:cat>
            <c:numRef>
              <c:f>Sheet1!$A$2:$A$3</c:f>
              <c:numCache>
                <c:formatCode>General</c:formatCode>
                <c:ptCount val="2"/>
              </c:numCache>
            </c:numRef>
          </c:cat>
          <c:val>
            <c:numRef>
              <c:f>Sheet1!$B$2:$B$3</c:f>
              <c:numCache>
                <c:formatCode>General</c:formatCode>
                <c:ptCount val="2"/>
                <c:pt idx="0">
                  <c:v>4.3</c:v>
                </c:pt>
                <c:pt idx="1">
                  <c:v>2.5</c:v>
                </c:pt>
              </c:numCache>
            </c:numRef>
          </c:val>
          <c:extLst>
            <c:ext xmlns:c16="http://schemas.microsoft.com/office/drawing/2014/chart" uri="{C3380CC4-5D6E-409C-BE32-E72D297353CC}">
              <c16:uniqueId val="{00000000-65D6-4905-B2DF-48690A78736C}"/>
            </c:ext>
          </c:extLst>
        </c:ser>
        <c:ser>
          <c:idx val="1"/>
          <c:order val="1"/>
          <c:tx>
            <c:strRef>
              <c:f>Sheet1!$C$1</c:f>
              <c:strCache>
                <c:ptCount val="1"/>
                <c:pt idx="0">
                  <c:v>Column2</c:v>
                </c:pt>
              </c:strCache>
            </c:strRef>
          </c:tx>
          <c:spPr>
            <a:solidFill>
              <a:schemeClr val="accent1"/>
            </a:solidFill>
            <a:ln>
              <a:noFill/>
            </a:ln>
            <a:effectLst/>
          </c:spPr>
          <c:invertIfNegative val="0"/>
          <c:cat>
            <c:numRef>
              <c:f>Sheet1!$A$2:$A$3</c:f>
              <c:numCache>
                <c:formatCode>General</c:formatCode>
                <c:ptCount val="2"/>
              </c:numCache>
            </c:numRef>
          </c:cat>
          <c:val>
            <c:numRef>
              <c:f>Sheet1!$C$2:$C$3</c:f>
              <c:numCache>
                <c:formatCode>General</c:formatCode>
                <c:ptCount val="2"/>
                <c:pt idx="0">
                  <c:v>2.4</c:v>
                </c:pt>
                <c:pt idx="1">
                  <c:v>4.4000000000000004</c:v>
                </c:pt>
              </c:numCache>
            </c:numRef>
          </c:val>
          <c:extLst>
            <c:ext xmlns:c16="http://schemas.microsoft.com/office/drawing/2014/chart" uri="{C3380CC4-5D6E-409C-BE32-E72D297353CC}">
              <c16:uniqueId val="{00000001-65D6-4905-B2DF-48690A78736C}"/>
            </c:ext>
          </c:extLst>
        </c:ser>
        <c:ser>
          <c:idx val="2"/>
          <c:order val="2"/>
          <c:tx>
            <c:strRef>
              <c:f>Sheet1!$D$1</c:f>
              <c:strCache>
                <c:ptCount val="1"/>
                <c:pt idx="0">
                  <c:v>Column3</c:v>
                </c:pt>
              </c:strCache>
            </c:strRef>
          </c:tx>
          <c:spPr>
            <a:solidFill>
              <a:schemeClr val="accent2"/>
            </a:solidFill>
            <a:ln>
              <a:noFill/>
            </a:ln>
            <a:effectLst/>
          </c:spPr>
          <c:invertIfNegative val="0"/>
          <c:cat>
            <c:numRef>
              <c:f>Sheet1!$A$2:$A$3</c:f>
              <c:numCache>
                <c:formatCode>General</c:formatCode>
                <c:ptCount val="2"/>
              </c:numCache>
            </c:numRef>
          </c:cat>
          <c:val>
            <c:numRef>
              <c:f>Sheet1!$D$2:$D$3</c:f>
              <c:numCache>
                <c:formatCode>General</c:formatCode>
                <c:ptCount val="2"/>
                <c:pt idx="0">
                  <c:v>2</c:v>
                </c:pt>
                <c:pt idx="1">
                  <c:v>2</c:v>
                </c:pt>
              </c:numCache>
            </c:numRef>
          </c:val>
          <c:extLst>
            <c:ext xmlns:c16="http://schemas.microsoft.com/office/drawing/2014/chart" uri="{C3380CC4-5D6E-409C-BE32-E72D297353CC}">
              <c16:uniqueId val="{00000002-65D6-4905-B2DF-48690A78736C}"/>
            </c:ext>
          </c:extLst>
        </c:ser>
        <c:ser>
          <c:idx val="3"/>
          <c:order val="3"/>
          <c:tx>
            <c:strRef>
              <c:f>Sheet1!$E$1</c:f>
              <c:strCache>
                <c:ptCount val="1"/>
                <c:pt idx="0">
                  <c:v>Column4</c:v>
                </c:pt>
              </c:strCache>
            </c:strRef>
          </c:tx>
          <c:spPr>
            <a:solidFill>
              <a:schemeClr val="accent3"/>
            </a:solidFill>
            <a:ln>
              <a:noFill/>
            </a:ln>
            <a:effectLst/>
          </c:spPr>
          <c:invertIfNegative val="0"/>
          <c:cat>
            <c:numRef>
              <c:f>Sheet1!$A$2:$A$3</c:f>
              <c:numCache>
                <c:formatCode>General</c:formatCode>
                <c:ptCount val="2"/>
              </c:numCache>
            </c:numRef>
          </c:cat>
          <c:val>
            <c:numRef>
              <c:f>Sheet1!$E$2:$E$3</c:f>
              <c:numCache>
                <c:formatCode>General</c:formatCode>
                <c:ptCount val="2"/>
                <c:pt idx="0">
                  <c:v>3</c:v>
                </c:pt>
                <c:pt idx="1">
                  <c:v>3</c:v>
                </c:pt>
              </c:numCache>
            </c:numRef>
          </c:val>
          <c:extLst>
            <c:ext xmlns:c16="http://schemas.microsoft.com/office/drawing/2014/chart" uri="{C3380CC4-5D6E-409C-BE32-E72D297353CC}">
              <c16:uniqueId val="{00000004-65D6-4905-B2DF-48690A78736C}"/>
            </c:ext>
          </c:extLst>
        </c:ser>
        <c:dLbls>
          <c:showLegendKey val="0"/>
          <c:showVal val="0"/>
          <c:showCatName val="0"/>
          <c:showSerName val="0"/>
          <c:showPercent val="0"/>
          <c:showBubbleSize val="0"/>
        </c:dLbls>
        <c:gapWidth val="219"/>
        <c:overlap val="-27"/>
        <c:axId val="1163490976"/>
        <c:axId val="1163491456"/>
      </c:barChart>
      <c:catAx>
        <c:axId val="11634909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163491456"/>
        <c:crosses val="autoZero"/>
        <c:auto val="1"/>
        <c:lblAlgn val="ctr"/>
        <c:lblOffset val="100"/>
        <c:noMultiLvlLbl val="0"/>
      </c:catAx>
      <c:valAx>
        <c:axId val="1163491456"/>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bg2"/>
                </a:solidFill>
                <a:latin typeface="+mn-lt"/>
                <a:ea typeface="+mn-ea"/>
                <a:cs typeface="+mn-cs"/>
              </a:defRPr>
            </a:pPr>
            <a:endParaRPr lang="en-US"/>
          </a:p>
        </c:txPr>
        <c:crossAx val="1163490976"/>
        <c:crosses val="autoZero"/>
        <c:crossBetween val="between"/>
        <c:majorUnit val="1"/>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bg2"/>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1"/>
          </a:solidFill>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Column1</c:v>
                </c:pt>
              </c:strCache>
            </c:strRef>
          </c:tx>
          <c:spPr>
            <a:solidFill>
              <a:schemeClr val="bg2"/>
            </a:solidFill>
            <a:ln>
              <a:noFill/>
            </a:ln>
            <a:effectLst/>
          </c:spPr>
          <c:invertIfNegative val="0"/>
          <c:cat>
            <c:numRef>
              <c:f>Sheet1!$A$2:$A$3</c:f>
              <c:numCache>
                <c:formatCode>General</c:formatCode>
                <c:ptCount val="2"/>
              </c:numCache>
            </c:numRef>
          </c:cat>
          <c:val>
            <c:numRef>
              <c:f>Sheet1!$B$2:$B$3</c:f>
              <c:numCache>
                <c:formatCode>General</c:formatCode>
                <c:ptCount val="2"/>
                <c:pt idx="0">
                  <c:v>4.3</c:v>
                </c:pt>
                <c:pt idx="1">
                  <c:v>2.5</c:v>
                </c:pt>
              </c:numCache>
            </c:numRef>
          </c:val>
          <c:extLst>
            <c:ext xmlns:c16="http://schemas.microsoft.com/office/drawing/2014/chart" uri="{C3380CC4-5D6E-409C-BE32-E72D297353CC}">
              <c16:uniqueId val="{00000000-0C72-4D36-A1C1-05E402E4D230}"/>
            </c:ext>
          </c:extLst>
        </c:ser>
        <c:ser>
          <c:idx val="1"/>
          <c:order val="1"/>
          <c:tx>
            <c:strRef>
              <c:f>Sheet1!$C$1</c:f>
              <c:strCache>
                <c:ptCount val="1"/>
                <c:pt idx="0">
                  <c:v>Column2</c:v>
                </c:pt>
              </c:strCache>
            </c:strRef>
          </c:tx>
          <c:spPr>
            <a:solidFill>
              <a:schemeClr val="accent1"/>
            </a:solidFill>
            <a:ln>
              <a:noFill/>
            </a:ln>
            <a:effectLst/>
          </c:spPr>
          <c:invertIfNegative val="0"/>
          <c:cat>
            <c:numRef>
              <c:f>Sheet1!$A$2:$A$3</c:f>
              <c:numCache>
                <c:formatCode>General</c:formatCode>
                <c:ptCount val="2"/>
              </c:numCache>
            </c:numRef>
          </c:cat>
          <c:val>
            <c:numRef>
              <c:f>Sheet1!$C$2:$C$3</c:f>
              <c:numCache>
                <c:formatCode>General</c:formatCode>
                <c:ptCount val="2"/>
                <c:pt idx="0">
                  <c:v>2.4</c:v>
                </c:pt>
                <c:pt idx="1">
                  <c:v>4.4000000000000004</c:v>
                </c:pt>
              </c:numCache>
            </c:numRef>
          </c:val>
          <c:extLst>
            <c:ext xmlns:c16="http://schemas.microsoft.com/office/drawing/2014/chart" uri="{C3380CC4-5D6E-409C-BE32-E72D297353CC}">
              <c16:uniqueId val="{00000001-0C72-4D36-A1C1-05E402E4D230}"/>
            </c:ext>
          </c:extLst>
        </c:ser>
        <c:ser>
          <c:idx val="2"/>
          <c:order val="2"/>
          <c:tx>
            <c:strRef>
              <c:f>Sheet1!$D$1</c:f>
              <c:strCache>
                <c:ptCount val="1"/>
                <c:pt idx="0">
                  <c:v>Column3</c:v>
                </c:pt>
              </c:strCache>
            </c:strRef>
          </c:tx>
          <c:spPr>
            <a:solidFill>
              <a:schemeClr val="accent2"/>
            </a:solidFill>
            <a:ln>
              <a:noFill/>
            </a:ln>
            <a:effectLst/>
          </c:spPr>
          <c:invertIfNegative val="0"/>
          <c:cat>
            <c:numRef>
              <c:f>Sheet1!$A$2:$A$3</c:f>
              <c:numCache>
                <c:formatCode>General</c:formatCode>
                <c:ptCount val="2"/>
              </c:numCache>
            </c:numRef>
          </c:cat>
          <c:val>
            <c:numRef>
              <c:f>Sheet1!$D$2:$D$3</c:f>
              <c:numCache>
                <c:formatCode>General</c:formatCode>
                <c:ptCount val="2"/>
                <c:pt idx="0">
                  <c:v>2</c:v>
                </c:pt>
                <c:pt idx="1">
                  <c:v>2</c:v>
                </c:pt>
              </c:numCache>
            </c:numRef>
          </c:val>
          <c:extLst>
            <c:ext xmlns:c16="http://schemas.microsoft.com/office/drawing/2014/chart" uri="{C3380CC4-5D6E-409C-BE32-E72D297353CC}">
              <c16:uniqueId val="{00000002-0C72-4D36-A1C1-05E402E4D230}"/>
            </c:ext>
          </c:extLst>
        </c:ser>
        <c:ser>
          <c:idx val="3"/>
          <c:order val="3"/>
          <c:tx>
            <c:strRef>
              <c:f>Sheet1!$E$1</c:f>
              <c:strCache>
                <c:ptCount val="1"/>
                <c:pt idx="0">
                  <c:v>Column4</c:v>
                </c:pt>
              </c:strCache>
            </c:strRef>
          </c:tx>
          <c:spPr>
            <a:solidFill>
              <a:schemeClr val="accent3"/>
            </a:solidFill>
            <a:ln>
              <a:noFill/>
            </a:ln>
            <a:effectLst/>
          </c:spPr>
          <c:invertIfNegative val="0"/>
          <c:cat>
            <c:numRef>
              <c:f>Sheet1!$A$2:$A$3</c:f>
              <c:numCache>
                <c:formatCode>General</c:formatCode>
                <c:ptCount val="2"/>
              </c:numCache>
            </c:numRef>
          </c:cat>
          <c:val>
            <c:numRef>
              <c:f>Sheet1!$E$2:$E$3</c:f>
              <c:numCache>
                <c:formatCode>General</c:formatCode>
                <c:ptCount val="2"/>
                <c:pt idx="0">
                  <c:v>3</c:v>
                </c:pt>
                <c:pt idx="1">
                  <c:v>3</c:v>
                </c:pt>
              </c:numCache>
            </c:numRef>
          </c:val>
          <c:extLst>
            <c:ext xmlns:c16="http://schemas.microsoft.com/office/drawing/2014/chart" uri="{C3380CC4-5D6E-409C-BE32-E72D297353CC}">
              <c16:uniqueId val="{00000003-0C72-4D36-A1C1-05E402E4D230}"/>
            </c:ext>
          </c:extLst>
        </c:ser>
        <c:dLbls>
          <c:showLegendKey val="0"/>
          <c:showVal val="0"/>
          <c:showCatName val="0"/>
          <c:showSerName val="0"/>
          <c:showPercent val="0"/>
          <c:showBubbleSize val="0"/>
        </c:dLbls>
        <c:gapWidth val="219"/>
        <c:overlap val="-27"/>
        <c:axId val="1163490976"/>
        <c:axId val="1163491456"/>
      </c:barChart>
      <c:catAx>
        <c:axId val="11634909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n-US"/>
          </a:p>
        </c:txPr>
        <c:crossAx val="1163491456"/>
        <c:crosses val="autoZero"/>
        <c:auto val="1"/>
        <c:lblAlgn val="ctr"/>
        <c:lblOffset val="100"/>
        <c:noMultiLvlLbl val="0"/>
      </c:catAx>
      <c:valAx>
        <c:axId val="1163491456"/>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n-US"/>
          </a:p>
        </c:txPr>
        <c:crossAx val="1163490976"/>
        <c:crosses val="autoZero"/>
        <c:crossBetween val="between"/>
        <c:majorUnit val="1"/>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Series 1</c:v>
                </c:pt>
              </c:strCache>
            </c:strRef>
          </c:tx>
          <c:spPr>
            <a:solidFill>
              <a:schemeClr val="tx2"/>
            </a:solidFill>
            <a:ln>
              <a:noFill/>
            </a:ln>
            <a:effectLst/>
          </c:spPr>
          <c:invertIfNegative val="0"/>
          <c:cat>
            <c:strRef>
              <c:f>Sheet1!$A$2:$A$3</c:f>
              <c:strCache>
                <c:ptCount val="2"/>
                <c:pt idx="0">
                  <c:v>Category 1</c:v>
                </c:pt>
                <c:pt idx="1">
                  <c:v>Category 2</c:v>
                </c:pt>
              </c:strCache>
            </c:strRef>
          </c:cat>
          <c:val>
            <c:numRef>
              <c:f>Sheet1!$B$2:$B$3</c:f>
              <c:numCache>
                <c:formatCode>General</c:formatCode>
                <c:ptCount val="2"/>
                <c:pt idx="0">
                  <c:v>4.3</c:v>
                </c:pt>
                <c:pt idx="1">
                  <c:v>2.5</c:v>
                </c:pt>
              </c:numCache>
            </c:numRef>
          </c:val>
          <c:extLst>
            <c:ext xmlns:c16="http://schemas.microsoft.com/office/drawing/2014/chart" uri="{C3380CC4-5D6E-409C-BE32-E72D297353CC}">
              <c16:uniqueId val="{00000000-998C-45BB-B35E-A95A12D38A42}"/>
            </c:ext>
          </c:extLst>
        </c:ser>
        <c:ser>
          <c:idx val="1"/>
          <c:order val="1"/>
          <c:tx>
            <c:strRef>
              <c:f>Sheet1!$C$1</c:f>
              <c:strCache>
                <c:ptCount val="1"/>
                <c:pt idx="0">
                  <c:v>Series 2</c:v>
                </c:pt>
              </c:strCache>
            </c:strRef>
          </c:tx>
          <c:spPr>
            <a:solidFill>
              <a:schemeClr val="accent1"/>
            </a:solidFill>
            <a:ln>
              <a:noFill/>
            </a:ln>
            <a:effectLst/>
          </c:spPr>
          <c:invertIfNegative val="0"/>
          <c:cat>
            <c:strRef>
              <c:f>Sheet1!$A$2:$A$3</c:f>
              <c:strCache>
                <c:ptCount val="2"/>
                <c:pt idx="0">
                  <c:v>Category 1</c:v>
                </c:pt>
                <c:pt idx="1">
                  <c:v>Category 2</c:v>
                </c:pt>
              </c:strCache>
            </c:strRef>
          </c:cat>
          <c:val>
            <c:numRef>
              <c:f>Sheet1!$C$2:$C$3</c:f>
              <c:numCache>
                <c:formatCode>General</c:formatCode>
                <c:ptCount val="2"/>
                <c:pt idx="0">
                  <c:v>2.4</c:v>
                </c:pt>
                <c:pt idx="1">
                  <c:v>4.4000000000000004</c:v>
                </c:pt>
              </c:numCache>
            </c:numRef>
          </c:val>
          <c:extLst>
            <c:ext xmlns:c16="http://schemas.microsoft.com/office/drawing/2014/chart" uri="{C3380CC4-5D6E-409C-BE32-E72D297353CC}">
              <c16:uniqueId val="{00000001-998C-45BB-B35E-A95A12D38A42}"/>
            </c:ext>
          </c:extLst>
        </c:ser>
        <c:ser>
          <c:idx val="2"/>
          <c:order val="2"/>
          <c:tx>
            <c:strRef>
              <c:f>Sheet1!$D$1</c:f>
              <c:strCache>
                <c:ptCount val="1"/>
                <c:pt idx="0">
                  <c:v>Series 3</c:v>
                </c:pt>
              </c:strCache>
            </c:strRef>
          </c:tx>
          <c:spPr>
            <a:solidFill>
              <a:schemeClr val="accent4"/>
            </a:solidFill>
            <a:ln>
              <a:noFill/>
            </a:ln>
            <a:effectLst/>
          </c:spPr>
          <c:invertIfNegative val="0"/>
          <c:cat>
            <c:strRef>
              <c:f>Sheet1!$A$2:$A$3</c:f>
              <c:strCache>
                <c:ptCount val="2"/>
                <c:pt idx="0">
                  <c:v>Category 1</c:v>
                </c:pt>
                <c:pt idx="1">
                  <c:v>Category 2</c:v>
                </c:pt>
              </c:strCache>
            </c:strRef>
          </c:cat>
          <c:val>
            <c:numRef>
              <c:f>Sheet1!$D$2:$D$3</c:f>
              <c:numCache>
                <c:formatCode>General</c:formatCode>
                <c:ptCount val="2"/>
                <c:pt idx="0">
                  <c:v>2</c:v>
                </c:pt>
                <c:pt idx="1">
                  <c:v>2</c:v>
                </c:pt>
              </c:numCache>
            </c:numRef>
          </c:val>
          <c:extLst>
            <c:ext xmlns:c16="http://schemas.microsoft.com/office/drawing/2014/chart" uri="{C3380CC4-5D6E-409C-BE32-E72D297353CC}">
              <c16:uniqueId val="{00000002-998C-45BB-B35E-A95A12D38A42}"/>
            </c:ext>
          </c:extLst>
        </c:ser>
        <c:ser>
          <c:idx val="3"/>
          <c:order val="3"/>
          <c:tx>
            <c:strRef>
              <c:f>Sheet1!$E$1</c:f>
              <c:strCache>
                <c:ptCount val="1"/>
                <c:pt idx="0">
                  <c:v>Series 4</c:v>
                </c:pt>
              </c:strCache>
            </c:strRef>
          </c:tx>
          <c:spPr>
            <a:solidFill>
              <a:schemeClr val="accent3"/>
            </a:solidFill>
            <a:ln>
              <a:noFill/>
            </a:ln>
            <a:effectLst/>
          </c:spPr>
          <c:invertIfNegative val="0"/>
          <c:cat>
            <c:strRef>
              <c:f>Sheet1!$A$2:$A$3</c:f>
              <c:strCache>
                <c:ptCount val="2"/>
                <c:pt idx="0">
                  <c:v>Category 1</c:v>
                </c:pt>
                <c:pt idx="1">
                  <c:v>Category 2</c:v>
                </c:pt>
              </c:strCache>
            </c:strRef>
          </c:cat>
          <c:val>
            <c:numRef>
              <c:f>Sheet1!$E$2:$E$3</c:f>
              <c:numCache>
                <c:formatCode>General</c:formatCode>
                <c:ptCount val="2"/>
                <c:pt idx="0">
                  <c:v>3</c:v>
                </c:pt>
                <c:pt idx="1">
                  <c:v>3</c:v>
                </c:pt>
              </c:numCache>
            </c:numRef>
          </c:val>
          <c:extLst>
            <c:ext xmlns:c16="http://schemas.microsoft.com/office/drawing/2014/chart" uri="{C3380CC4-5D6E-409C-BE32-E72D297353CC}">
              <c16:uniqueId val="{00000003-998C-45BB-B35E-A95A12D38A42}"/>
            </c:ext>
          </c:extLst>
        </c:ser>
        <c:dLbls>
          <c:showLegendKey val="0"/>
          <c:showVal val="0"/>
          <c:showCatName val="0"/>
          <c:showSerName val="0"/>
          <c:showPercent val="0"/>
          <c:showBubbleSize val="0"/>
        </c:dLbls>
        <c:gapWidth val="150"/>
        <c:overlap val="100"/>
        <c:axId val="1704361759"/>
        <c:axId val="1704346399"/>
      </c:barChart>
      <c:catAx>
        <c:axId val="1704361759"/>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800" b="0" i="0" u="none" strike="noStrike" kern="1200" baseline="0">
                <a:solidFill>
                  <a:schemeClr val="tx2"/>
                </a:solidFill>
                <a:latin typeface="+mn-lt"/>
                <a:ea typeface="+mn-ea"/>
                <a:cs typeface="+mn-cs"/>
              </a:defRPr>
            </a:pPr>
            <a:endParaRPr lang="en-US"/>
          </a:p>
        </c:txPr>
        <c:crossAx val="1704346399"/>
        <c:crosses val="autoZero"/>
        <c:auto val="1"/>
        <c:lblAlgn val="ctr"/>
        <c:lblOffset val="100"/>
        <c:noMultiLvlLbl val="0"/>
      </c:catAx>
      <c:valAx>
        <c:axId val="1704346399"/>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2"/>
                </a:solidFill>
                <a:latin typeface="+mn-lt"/>
                <a:ea typeface="+mn-ea"/>
                <a:cs typeface="+mn-cs"/>
              </a:defRPr>
            </a:pPr>
            <a:endParaRPr lang="en-US"/>
          </a:p>
        </c:txPr>
        <c:crossAx val="170436175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2"/>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a:solidFill>
            <a:schemeClr val="tx2"/>
          </a:solidFill>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Series 1</c:v>
                </c:pt>
              </c:strCache>
            </c:strRef>
          </c:tx>
          <c:spPr>
            <a:solidFill>
              <a:schemeClr val="bg2"/>
            </a:solidFill>
            <a:ln>
              <a:noFill/>
            </a:ln>
            <a:effectLst/>
          </c:spPr>
          <c:invertIfNegative val="0"/>
          <c:cat>
            <c:strRef>
              <c:f>Sheet1!$A$2:$A$3</c:f>
              <c:strCache>
                <c:ptCount val="2"/>
                <c:pt idx="0">
                  <c:v>Category 1</c:v>
                </c:pt>
                <c:pt idx="1">
                  <c:v>Category 2</c:v>
                </c:pt>
              </c:strCache>
            </c:strRef>
          </c:cat>
          <c:val>
            <c:numRef>
              <c:f>Sheet1!$B$2:$B$3</c:f>
              <c:numCache>
                <c:formatCode>General</c:formatCode>
                <c:ptCount val="2"/>
                <c:pt idx="0">
                  <c:v>4.3</c:v>
                </c:pt>
                <c:pt idx="1">
                  <c:v>2.5</c:v>
                </c:pt>
              </c:numCache>
            </c:numRef>
          </c:val>
          <c:extLst>
            <c:ext xmlns:c16="http://schemas.microsoft.com/office/drawing/2014/chart" uri="{C3380CC4-5D6E-409C-BE32-E72D297353CC}">
              <c16:uniqueId val="{00000000-E642-492A-8BDB-6CF762038C94}"/>
            </c:ext>
          </c:extLst>
        </c:ser>
        <c:ser>
          <c:idx val="1"/>
          <c:order val="1"/>
          <c:tx>
            <c:strRef>
              <c:f>Sheet1!$C$1</c:f>
              <c:strCache>
                <c:ptCount val="1"/>
                <c:pt idx="0">
                  <c:v>Series 2</c:v>
                </c:pt>
              </c:strCache>
            </c:strRef>
          </c:tx>
          <c:spPr>
            <a:solidFill>
              <a:schemeClr val="accent1"/>
            </a:solidFill>
            <a:ln>
              <a:noFill/>
            </a:ln>
            <a:effectLst/>
          </c:spPr>
          <c:invertIfNegative val="0"/>
          <c:cat>
            <c:strRef>
              <c:f>Sheet1!$A$2:$A$3</c:f>
              <c:strCache>
                <c:ptCount val="2"/>
                <c:pt idx="0">
                  <c:v>Category 1</c:v>
                </c:pt>
                <c:pt idx="1">
                  <c:v>Category 2</c:v>
                </c:pt>
              </c:strCache>
            </c:strRef>
          </c:cat>
          <c:val>
            <c:numRef>
              <c:f>Sheet1!$C$2:$C$3</c:f>
              <c:numCache>
                <c:formatCode>General</c:formatCode>
                <c:ptCount val="2"/>
                <c:pt idx="0">
                  <c:v>2.4</c:v>
                </c:pt>
                <c:pt idx="1">
                  <c:v>4.4000000000000004</c:v>
                </c:pt>
              </c:numCache>
            </c:numRef>
          </c:val>
          <c:extLst>
            <c:ext xmlns:c16="http://schemas.microsoft.com/office/drawing/2014/chart" uri="{C3380CC4-5D6E-409C-BE32-E72D297353CC}">
              <c16:uniqueId val="{00000001-E642-492A-8BDB-6CF762038C94}"/>
            </c:ext>
          </c:extLst>
        </c:ser>
        <c:ser>
          <c:idx val="2"/>
          <c:order val="2"/>
          <c:tx>
            <c:strRef>
              <c:f>Sheet1!$D$1</c:f>
              <c:strCache>
                <c:ptCount val="1"/>
                <c:pt idx="0">
                  <c:v>Series 3</c:v>
                </c:pt>
              </c:strCache>
            </c:strRef>
          </c:tx>
          <c:spPr>
            <a:solidFill>
              <a:schemeClr val="accent2"/>
            </a:solidFill>
            <a:ln>
              <a:noFill/>
            </a:ln>
            <a:effectLst/>
          </c:spPr>
          <c:invertIfNegative val="0"/>
          <c:cat>
            <c:strRef>
              <c:f>Sheet1!$A$2:$A$3</c:f>
              <c:strCache>
                <c:ptCount val="2"/>
                <c:pt idx="0">
                  <c:v>Category 1</c:v>
                </c:pt>
                <c:pt idx="1">
                  <c:v>Category 2</c:v>
                </c:pt>
              </c:strCache>
            </c:strRef>
          </c:cat>
          <c:val>
            <c:numRef>
              <c:f>Sheet1!$D$2:$D$3</c:f>
              <c:numCache>
                <c:formatCode>General</c:formatCode>
                <c:ptCount val="2"/>
                <c:pt idx="0">
                  <c:v>2</c:v>
                </c:pt>
                <c:pt idx="1">
                  <c:v>2</c:v>
                </c:pt>
              </c:numCache>
            </c:numRef>
          </c:val>
          <c:extLst>
            <c:ext xmlns:c16="http://schemas.microsoft.com/office/drawing/2014/chart" uri="{C3380CC4-5D6E-409C-BE32-E72D297353CC}">
              <c16:uniqueId val="{00000002-E642-492A-8BDB-6CF762038C94}"/>
            </c:ext>
          </c:extLst>
        </c:ser>
        <c:ser>
          <c:idx val="3"/>
          <c:order val="3"/>
          <c:tx>
            <c:strRef>
              <c:f>Sheet1!$E$1</c:f>
              <c:strCache>
                <c:ptCount val="1"/>
                <c:pt idx="0">
                  <c:v>Series 4</c:v>
                </c:pt>
              </c:strCache>
            </c:strRef>
          </c:tx>
          <c:spPr>
            <a:solidFill>
              <a:schemeClr val="accent3"/>
            </a:solidFill>
            <a:ln>
              <a:noFill/>
            </a:ln>
            <a:effectLst/>
          </c:spPr>
          <c:invertIfNegative val="0"/>
          <c:cat>
            <c:strRef>
              <c:f>Sheet1!$A$2:$A$3</c:f>
              <c:strCache>
                <c:ptCount val="2"/>
                <c:pt idx="0">
                  <c:v>Category 1</c:v>
                </c:pt>
                <c:pt idx="1">
                  <c:v>Category 2</c:v>
                </c:pt>
              </c:strCache>
            </c:strRef>
          </c:cat>
          <c:val>
            <c:numRef>
              <c:f>Sheet1!$E$2:$E$3</c:f>
              <c:numCache>
                <c:formatCode>General</c:formatCode>
                <c:ptCount val="2"/>
                <c:pt idx="0">
                  <c:v>3</c:v>
                </c:pt>
                <c:pt idx="1">
                  <c:v>3</c:v>
                </c:pt>
              </c:numCache>
            </c:numRef>
          </c:val>
          <c:extLst>
            <c:ext xmlns:c16="http://schemas.microsoft.com/office/drawing/2014/chart" uri="{C3380CC4-5D6E-409C-BE32-E72D297353CC}">
              <c16:uniqueId val="{00000003-E642-492A-8BDB-6CF762038C94}"/>
            </c:ext>
          </c:extLst>
        </c:ser>
        <c:dLbls>
          <c:showLegendKey val="0"/>
          <c:showVal val="0"/>
          <c:showCatName val="0"/>
          <c:showSerName val="0"/>
          <c:showPercent val="0"/>
          <c:showBubbleSize val="0"/>
        </c:dLbls>
        <c:gapWidth val="150"/>
        <c:overlap val="100"/>
        <c:axId val="1704361759"/>
        <c:axId val="1704346399"/>
      </c:barChart>
      <c:catAx>
        <c:axId val="170436175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bg2"/>
                </a:solidFill>
                <a:latin typeface="+mn-lt"/>
                <a:ea typeface="+mn-ea"/>
                <a:cs typeface="+mn-cs"/>
              </a:defRPr>
            </a:pPr>
            <a:endParaRPr lang="en-US"/>
          </a:p>
        </c:txPr>
        <c:crossAx val="1704346399"/>
        <c:crosses val="autoZero"/>
        <c:auto val="1"/>
        <c:lblAlgn val="ctr"/>
        <c:lblOffset val="100"/>
        <c:noMultiLvlLbl val="0"/>
      </c:catAx>
      <c:valAx>
        <c:axId val="1704346399"/>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bg2"/>
                </a:solidFill>
                <a:latin typeface="+mn-lt"/>
                <a:ea typeface="+mn-ea"/>
                <a:cs typeface="+mn-cs"/>
              </a:defRPr>
            </a:pPr>
            <a:endParaRPr lang="en-US"/>
          </a:p>
        </c:txPr>
        <c:crossAx val="170436175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bg2"/>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a:solidFill>
            <a:schemeClr val="bg2"/>
          </a:solidFill>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Series 1</c:v>
                </c:pt>
              </c:strCache>
            </c:strRef>
          </c:tx>
          <c:spPr>
            <a:solidFill>
              <a:schemeClr val="tx2"/>
            </a:solidFill>
            <a:ln>
              <a:noFill/>
            </a:ln>
            <a:effectLst/>
          </c:spPr>
          <c:invertIfNegative val="0"/>
          <c:cat>
            <c:strRef>
              <c:f>Sheet1!$A$2:$A$3</c:f>
              <c:strCache>
                <c:ptCount val="2"/>
                <c:pt idx="0">
                  <c:v>Category 1</c:v>
                </c:pt>
                <c:pt idx="1">
                  <c:v>Category 2</c:v>
                </c:pt>
              </c:strCache>
            </c:strRef>
          </c:cat>
          <c:val>
            <c:numRef>
              <c:f>Sheet1!$B$2:$B$3</c:f>
              <c:numCache>
                <c:formatCode>General</c:formatCode>
                <c:ptCount val="2"/>
                <c:pt idx="0">
                  <c:v>4.3</c:v>
                </c:pt>
                <c:pt idx="1">
                  <c:v>2.5</c:v>
                </c:pt>
              </c:numCache>
            </c:numRef>
          </c:val>
          <c:extLst>
            <c:ext xmlns:c16="http://schemas.microsoft.com/office/drawing/2014/chart" uri="{C3380CC4-5D6E-409C-BE32-E72D297353CC}">
              <c16:uniqueId val="{00000000-792C-48A5-95D3-7EDDCCD00A93}"/>
            </c:ext>
          </c:extLst>
        </c:ser>
        <c:ser>
          <c:idx val="1"/>
          <c:order val="1"/>
          <c:tx>
            <c:strRef>
              <c:f>Sheet1!$C$1</c:f>
              <c:strCache>
                <c:ptCount val="1"/>
                <c:pt idx="0">
                  <c:v>Series 2</c:v>
                </c:pt>
              </c:strCache>
            </c:strRef>
          </c:tx>
          <c:spPr>
            <a:solidFill>
              <a:schemeClr val="accent1"/>
            </a:solidFill>
            <a:ln>
              <a:noFill/>
            </a:ln>
            <a:effectLst/>
          </c:spPr>
          <c:invertIfNegative val="0"/>
          <c:cat>
            <c:strRef>
              <c:f>Sheet1!$A$2:$A$3</c:f>
              <c:strCache>
                <c:ptCount val="2"/>
                <c:pt idx="0">
                  <c:v>Category 1</c:v>
                </c:pt>
                <c:pt idx="1">
                  <c:v>Category 2</c:v>
                </c:pt>
              </c:strCache>
            </c:strRef>
          </c:cat>
          <c:val>
            <c:numRef>
              <c:f>Sheet1!$C$2:$C$3</c:f>
              <c:numCache>
                <c:formatCode>General</c:formatCode>
                <c:ptCount val="2"/>
                <c:pt idx="0">
                  <c:v>2.4</c:v>
                </c:pt>
                <c:pt idx="1">
                  <c:v>4.4000000000000004</c:v>
                </c:pt>
              </c:numCache>
            </c:numRef>
          </c:val>
          <c:extLst>
            <c:ext xmlns:c16="http://schemas.microsoft.com/office/drawing/2014/chart" uri="{C3380CC4-5D6E-409C-BE32-E72D297353CC}">
              <c16:uniqueId val="{00000001-792C-48A5-95D3-7EDDCCD00A93}"/>
            </c:ext>
          </c:extLst>
        </c:ser>
        <c:ser>
          <c:idx val="2"/>
          <c:order val="2"/>
          <c:tx>
            <c:strRef>
              <c:f>Sheet1!$D$1</c:f>
              <c:strCache>
                <c:ptCount val="1"/>
                <c:pt idx="0">
                  <c:v>Series 3</c:v>
                </c:pt>
              </c:strCache>
            </c:strRef>
          </c:tx>
          <c:spPr>
            <a:solidFill>
              <a:schemeClr val="accent4"/>
            </a:solidFill>
            <a:ln>
              <a:noFill/>
            </a:ln>
            <a:effectLst/>
          </c:spPr>
          <c:invertIfNegative val="0"/>
          <c:cat>
            <c:strRef>
              <c:f>Sheet1!$A$2:$A$3</c:f>
              <c:strCache>
                <c:ptCount val="2"/>
                <c:pt idx="0">
                  <c:v>Category 1</c:v>
                </c:pt>
                <c:pt idx="1">
                  <c:v>Category 2</c:v>
                </c:pt>
              </c:strCache>
            </c:strRef>
          </c:cat>
          <c:val>
            <c:numRef>
              <c:f>Sheet1!$D$2:$D$3</c:f>
              <c:numCache>
                <c:formatCode>General</c:formatCode>
                <c:ptCount val="2"/>
                <c:pt idx="0">
                  <c:v>2</c:v>
                </c:pt>
                <c:pt idx="1">
                  <c:v>2</c:v>
                </c:pt>
              </c:numCache>
            </c:numRef>
          </c:val>
          <c:extLst>
            <c:ext xmlns:c16="http://schemas.microsoft.com/office/drawing/2014/chart" uri="{C3380CC4-5D6E-409C-BE32-E72D297353CC}">
              <c16:uniqueId val="{00000002-792C-48A5-95D3-7EDDCCD00A93}"/>
            </c:ext>
          </c:extLst>
        </c:ser>
        <c:ser>
          <c:idx val="3"/>
          <c:order val="3"/>
          <c:tx>
            <c:strRef>
              <c:f>Sheet1!$E$1</c:f>
              <c:strCache>
                <c:ptCount val="1"/>
                <c:pt idx="0">
                  <c:v>Series 4</c:v>
                </c:pt>
              </c:strCache>
            </c:strRef>
          </c:tx>
          <c:spPr>
            <a:solidFill>
              <a:schemeClr val="accent3"/>
            </a:solidFill>
            <a:ln>
              <a:noFill/>
            </a:ln>
            <a:effectLst/>
          </c:spPr>
          <c:invertIfNegative val="0"/>
          <c:cat>
            <c:strRef>
              <c:f>Sheet1!$A$2:$A$3</c:f>
              <c:strCache>
                <c:ptCount val="2"/>
                <c:pt idx="0">
                  <c:v>Category 1</c:v>
                </c:pt>
                <c:pt idx="1">
                  <c:v>Category 2</c:v>
                </c:pt>
              </c:strCache>
            </c:strRef>
          </c:cat>
          <c:val>
            <c:numRef>
              <c:f>Sheet1!$E$2:$E$3</c:f>
              <c:numCache>
                <c:formatCode>General</c:formatCode>
                <c:ptCount val="2"/>
                <c:pt idx="0">
                  <c:v>3</c:v>
                </c:pt>
                <c:pt idx="1">
                  <c:v>3</c:v>
                </c:pt>
              </c:numCache>
            </c:numRef>
          </c:val>
          <c:extLst>
            <c:ext xmlns:c16="http://schemas.microsoft.com/office/drawing/2014/chart" uri="{C3380CC4-5D6E-409C-BE32-E72D297353CC}">
              <c16:uniqueId val="{00000003-792C-48A5-95D3-7EDDCCD00A93}"/>
            </c:ext>
          </c:extLst>
        </c:ser>
        <c:dLbls>
          <c:showLegendKey val="0"/>
          <c:showVal val="0"/>
          <c:showCatName val="0"/>
          <c:showSerName val="0"/>
          <c:showPercent val="0"/>
          <c:showBubbleSize val="0"/>
        </c:dLbls>
        <c:gapWidth val="150"/>
        <c:overlap val="100"/>
        <c:axId val="1704361759"/>
        <c:axId val="1704346399"/>
      </c:barChart>
      <c:catAx>
        <c:axId val="1704361759"/>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800" b="0" i="0" u="none" strike="noStrike" kern="1200" baseline="0">
                <a:solidFill>
                  <a:schemeClr val="tx2"/>
                </a:solidFill>
                <a:latin typeface="+mn-lt"/>
                <a:ea typeface="+mn-ea"/>
                <a:cs typeface="+mn-cs"/>
              </a:defRPr>
            </a:pPr>
            <a:endParaRPr lang="en-US"/>
          </a:p>
        </c:txPr>
        <c:crossAx val="1704346399"/>
        <c:crosses val="autoZero"/>
        <c:auto val="1"/>
        <c:lblAlgn val="ctr"/>
        <c:lblOffset val="100"/>
        <c:noMultiLvlLbl val="0"/>
      </c:catAx>
      <c:valAx>
        <c:axId val="1704346399"/>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2"/>
                </a:solidFill>
                <a:latin typeface="+mn-lt"/>
                <a:ea typeface="+mn-ea"/>
                <a:cs typeface="+mn-cs"/>
              </a:defRPr>
            </a:pPr>
            <a:endParaRPr lang="en-US"/>
          </a:p>
        </c:txPr>
        <c:crossAx val="170436175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2"/>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a:solidFill>
            <a:schemeClr val="tx2"/>
          </a:solidFill>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Series 1</c:v>
                </c:pt>
              </c:strCache>
            </c:strRef>
          </c:tx>
          <c:spPr>
            <a:solidFill>
              <a:schemeClr val="bg2"/>
            </a:solidFill>
            <a:ln>
              <a:noFill/>
            </a:ln>
            <a:effectLst/>
          </c:spPr>
          <c:invertIfNegative val="0"/>
          <c:cat>
            <c:strRef>
              <c:f>Sheet1!$A$2:$A$3</c:f>
              <c:strCache>
                <c:ptCount val="2"/>
                <c:pt idx="0">
                  <c:v>Category 1</c:v>
                </c:pt>
                <c:pt idx="1">
                  <c:v>Category 2</c:v>
                </c:pt>
              </c:strCache>
            </c:strRef>
          </c:cat>
          <c:val>
            <c:numRef>
              <c:f>Sheet1!$B$2:$B$3</c:f>
              <c:numCache>
                <c:formatCode>General</c:formatCode>
                <c:ptCount val="2"/>
                <c:pt idx="0">
                  <c:v>4.3</c:v>
                </c:pt>
                <c:pt idx="1">
                  <c:v>2.5</c:v>
                </c:pt>
              </c:numCache>
            </c:numRef>
          </c:val>
          <c:extLst>
            <c:ext xmlns:c16="http://schemas.microsoft.com/office/drawing/2014/chart" uri="{C3380CC4-5D6E-409C-BE32-E72D297353CC}">
              <c16:uniqueId val="{00000000-A64E-446B-88AB-A35062F7ECCA}"/>
            </c:ext>
          </c:extLst>
        </c:ser>
        <c:ser>
          <c:idx val="1"/>
          <c:order val="1"/>
          <c:tx>
            <c:strRef>
              <c:f>Sheet1!$C$1</c:f>
              <c:strCache>
                <c:ptCount val="1"/>
                <c:pt idx="0">
                  <c:v>Series 2</c:v>
                </c:pt>
              </c:strCache>
            </c:strRef>
          </c:tx>
          <c:spPr>
            <a:solidFill>
              <a:schemeClr val="accent1"/>
            </a:solidFill>
            <a:ln>
              <a:noFill/>
            </a:ln>
            <a:effectLst/>
          </c:spPr>
          <c:invertIfNegative val="0"/>
          <c:cat>
            <c:strRef>
              <c:f>Sheet1!$A$2:$A$3</c:f>
              <c:strCache>
                <c:ptCount val="2"/>
                <c:pt idx="0">
                  <c:v>Category 1</c:v>
                </c:pt>
                <c:pt idx="1">
                  <c:v>Category 2</c:v>
                </c:pt>
              </c:strCache>
            </c:strRef>
          </c:cat>
          <c:val>
            <c:numRef>
              <c:f>Sheet1!$C$2:$C$3</c:f>
              <c:numCache>
                <c:formatCode>General</c:formatCode>
                <c:ptCount val="2"/>
                <c:pt idx="0">
                  <c:v>2.4</c:v>
                </c:pt>
                <c:pt idx="1">
                  <c:v>4.4000000000000004</c:v>
                </c:pt>
              </c:numCache>
            </c:numRef>
          </c:val>
          <c:extLst>
            <c:ext xmlns:c16="http://schemas.microsoft.com/office/drawing/2014/chart" uri="{C3380CC4-5D6E-409C-BE32-E72D297353CC}">
              <c16:uniqueId val="{00000001-A64E-446B-88AB-A35062F7ECCA}"/>
            </c:ext>
          </c:extLst>
        </c:ser>
        <c:ser>
          <c:idx val="2"/>
          <c:order val="2"/>
          <c:tx>
            <c:strRef>
              <c:f>Sheet1!$D$1</c:f>
              <c:strCache>
                <c:ptCount val="1"/>
                <c:pt idx="0">
                  <c:v>Series 3</c:v>
                </c:pt>
              </c:strCache>
            </c:strRef>
          </c:tx>
          <c:spPr>
            <a:solidFill>
              <a:schemeClr val="accent2"/>
            </a:solidFill>
            <a:ln>
              <a:noFill/>
            </a:ln>
            <a:effectLst/>
          </c:spPr>
          <c:invertIfNegative val="0"/>
          <c:cat>
            <c:strRef>
              <c:f>Sheet1!$A$2:$A$3</c:f>
              <c:strCache>
                <c:ptCount val="2"/>
                <c:pt idx="0">
                  <c:v>Category 1</c:v>
                </c:pt>
                <c:pt idx="1">
                  <c:v>Category 2</c:v>
                </c:pt>
              </c:strCache>
            </c:strRef>
          </c:cat>
          <c:val>
            <c:numRef>
              <c:f>Sheet1!$D$2:$D$3</c:f>
              <c:numCache>
                <c:formatCode>General</c:formatCode>
                <c:ptCount val="2"/>
                <c:pt idx="0">
                  <c:v>2</c:v>
                </c:pt>
                <c:pt idx="1">
                  <c:v>2</c:v>
                </c:pt>
              </c:numCache>
            </c:numRef>
          </c:val>
          <c:extLst>
            <c:ext xmlns:c16="http://schemas.microsoft.com/office/drawing/2014/chart" uri="{C3380CC4-5D6E-409C-BE32-E72D297353CC}">
              <c16:uniqueId val="{00000002-A64E-446B-88AB-A35062F7ECCA}"/>
            </c:ext>
          </c:extLst>
        </c:ser>
        <c:ser>
          <c:idx val="3"/>
          <c:order val="3"/>
          <c:tx>
            <c:strRef>
              <c:f>Sheet1!$E$1</c:f>
              <c:strCache>
                <c:ptCount val="1"/>
                <c:pt idx="0">
                  <c:v>Series 4</c:v>
                </c:pt>
              </c:strCache>
            </c:strRef>
          </c:tx>
          <c:spPr>
            <a:solidFill>
              <a:schemeClr val="accent3"/>
            </a:solidFill>
            <a:ln>
              <a:noFill/>
            </a:ln>
            <a:effectLst/>
          </c:spPr>
          <c:invertIfNegative val="0"/>
          <c:cat>
            <c:strRef>
              <c:f>Sheet1!$A$2:$A$3</c:f>
              <c:strCache>
                <c:ptCount val="2"/>
                <c:pt idx="0">
                  <c:v>Category 1</c:v>
                </c:pt>
                <c:pt idx="1">
                  <c:v>Category 2</c:v>
                </c:pt>
              </c:strCache>
            </c:strRef>
          </c:cat>
          <c:val>
            <c:numRef>
              <c:f>Sheet1!$E$2:$E$3</c:f>
              <c:numCache>
                <c:formatCode>General</c:formatCode>
                <c:ptCount val="2"/>
                <c:pt idx="0">
                  <c:v>3</c:v>
                </c:pt>
                <c:pt idx="1">
                  <c:v>3</c:v>
                </c:pt>
              </c:numCache>
            </c:numRef>
          </c:val>
          <c:extLst>
            <c:ext xmlns:c16="http://schemas.microsoft.com/office/drawing/2014/chart" uri="{C3380CC4-5D6E-409C-BE32-E72D297353CC}">
              <c16:uniqueId val="{00000003-A64E-446B-88AB-A35062F7ECCA}"/>
            </c:ext>
          </c:extLst>
        </c:ser>
        <c:dLbls>
          <c:showLegendKey val="0"/>
          <c:showVal val="0"/>
          <c:showCatName val="0"/>
          <c:showSerName val="0"/>
          <c:showPercent val="0"/>
          <c:showBubbleSize val="0"/>
        </c:dLbls>
        <c:gapWidth val="150"/>
        <c:overlap val="100"/>
        <c:axId val="1704361759"/>
        <c:axId val="1704346399"/>
      </c:barChart>
      <c:catAx>
        <c:axId val="170436175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bg2"/>
                </a:solidFill>
                <a:latin typeface="+mn-lt"/>
                <a:ea typeface="+mn-ea"/>
                <a:cs typeface="+mn-cs"/>
              </a:defRPr>
            </a:pPr>
            <a:endParaRPr lang="en-US"/>
          </a:p>
        </c:txPr>
        <c:crossAx val="1704346399"/>
        <c:crosses val="autoZero"/>
        <c:auto val="1"/>
        <c:lblAlgn val="ctr"/>
        <c:lblOffset val="100"/>
        <c:noMultiLvlLbl val="0"/>
      </c:catAx>
      <c:valAx>
        <c:axId val="1704346399"/>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bg2"/>
                </a:solidFill>
                <a:latin typeface="+mn-lt"/>
                <a:ea typeface="+mn-ea"/>
                <a:cs typeface="+mn-cs"/>
              </a:defRPr>
            </a:pPr>
            <a:endParaRPr lang="en-US"/>
          </a:p>
        </c:txPr>
        <c:crossAx val="170436175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bg2"/>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a:solidFill>
            <a:schemeClr val="bg2"/>
          </a:solidFill>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Column1</c:v>
                </c:pt>
              </c:strCache>
            </c:strRef>
          </c:tx>
          <c:spPr>
            <a:solidFill>
              <a:schemeClr val="bg2"/>
            </a:solidFill>
            <a:ln>
              <a:noFill/>
            </a:ln>
            <a:effectLst/>
          </c:spPr>
          <c:invertIfNegative val="0"/>
          <c:cat>
            <c:numRef>
              <c:f>Sheet1!$A$2:$A$3</c:f>
              <c:numCache>
                <c:formatCode>General</c:formatCode>
                <c:ptCount val="2"/>
              </c:numCache>
            </c:numRef>
          </c:cat>
          <c:val>
            <c:numRef>
              <c:f>Sheet1!$B$2:$B$3</c:f>
              <c:numCache>
                <c:formatCode>General</c:formatCode>
                <c:ptCount val="2"/>
                <c:pt idx="0">
                  <c:v>4.3</c:v>
                </c:pt>
                <c:pt idx="1">
                  <c:v>2.5</c:v>
                </c:pt>
              </c:numCache>
            </c:numRef>
          </c:val>
          <c:extLst>
            <c:ext xmlns:c16="http://schemas.microsoft.com/office/drawing/2014/chart" uri="{C3380CC4-5D6E-409C-BE32-E72D297353CC}">
              <c16:uniqueId val="{00000000-65D6-4905-B2DF-48690A78736C}"/>
            </c:ext>
          </c:extLst>
        </c:ser>
        <c:ser>
          <c:idx val="1"/>
          <c:order val="1"/>
          <c:tx>
            <c:strRef>
              <c:f>Sheet1!$C$1</c:f>
              <c:strCache>
                <c:ptCount val="1"/>
                <c:pt idx="0">
                  <c:v>Column2</c:v>
                </c:pt>
              </c:strCache>
            </c:strRef>
          </c:tx>
          <c:spPr>
            <a:solidFill>
              <a:schemeClr val="accent1"/>
            </a:solidFill>
            <a:ln>
              <a:noFill/>
            </a:ln>
            <a:effectLst/>
          </c:spPr>
          <c:invertIfNegative val="0"/>
          <c:cat>
            <c:numRef>
              <c:f>Sheet1!$A$2:$A$3</c:f>
              <c:numCache>
                <c:formatCode>General</c:formatCode>
                <c:ptCount val="2"/>
              </c:numCache>
            </c:numRef>
          </c:cat>
          <c:val>
            <c:numRef>
              <c:f>Sheet1!$C$2:$C$3</c:f>
              <c:numCache>
                <c:formatCode>General</c:formatCode>
                <c:ptCount val="2"/>
                <c:pt idx="0">
                  <c:v>2.4</c:v>
                </c:pt>
                <c:pt idx="1">
                  <c:v>4.4000000000000004</c:v>
                </c:pt>
              </c:numCache>
            </c:numRef>
          </c:val>
          <c:extLst>
            <c:ext xmlns:c16="http://schemas.microsoft.com/office/drawing/2014/chart" uri="{C3380CC4-5D6E-409C-BE32-E72D297353CC}">
              <c16:uniqueId val="{00000001-65D6-4905-B2DF-48690A78736C}"/>
            </c:ext>
          </c:extLst>
        </c:ser>
        <c:ser>
          <c:idx val="2"/>
          <c:order val="2"/>
          <c:tx>
            <c:strRef>
              <c:f>Sheet1!$D$1</c:f>
              <c:strCache>
                <c:ptCount val="1"/>
                <c:pt idx="0">
                  <c:v>Column3</c:v>
                </c:pt>
              </c:strCache>
            </c:strRef>
          </c:tx>
          <c:spPr>
            <a:solidFill>
              <a:schemeClr val="accent2"/>
            </a:solidFill>
            <a:ln>
              <a:noFill/>
            </a:ln>
            <a:effectLst/>
          </c:spPr>
          <c:invertIfNegative val="0"/>
          <c:cat>
            <c:numRef>
              <c:f>Sheet1!$A$2:$A$3</c:f>
              <c:numCache>
                <c:formatCode>General</c:formatCode>
                <c:ptCount val="2"/>
              </c:numCache>
            </c:numRef>
          </c:cat>
          <c:val>
            <c:numRef>
              <c:f>Sheet1!$D$2:$D$3</c:f>
              <c:numCache>
                <c:formatCode>General</c:formatCode>
                <c:ptCount val="2"/>
                <c:pt idx="0">
                  <c:v>2</c:v>
                </c:pt>
                <c:pt idx="1">
                  <c:v>2</c:v>
                </c:pt>
              </c:numCache>
            </c:numRef>
          </c:val>
          <c:extLst>
            <c:ext xmlns:c16="http://schemas.microsoft.com/office/drawing/2014/chart" uri="{C3380CC4-5D6E-409C-BE32-E72D297353CC}">
              <c16:uniqueId val="{00000002-65D6-4905-B2DF-48690A78736C}"/>
            </c:ext>
          </c:extLst>
        </c:ser>
        <c:ser>
          <c:idx val="3"/>
          <c:order val="3"/>
          <c:tx>
            <c:strRef>
              <c:f>Sheet1!$E$1</c:f>
              <c:strCache>
                <c:ptCount val="1"/>
                <c:pt idx="0">
                  <c:v>Column4</c:v>
                </c:pt>
              </c:strCache>
            </c:strRef>
          </c:tx>
          <c:spPr>
            <a:solidFill>
              <a:schemeClr val="accent3"/>
            </a:solidFill>
            <a:ln>
              <a:noFill/>
            </a:ln>
            <a:effectLst/>
          </c:spPr>
          <c:invertIfNegative val="0"/>
          <c:cat>
            <c:numRef>
              <c:f>Sheet1!$A$2:$A$3</c:f>
              <c:numCache>
                <c:formatCode>General</c:formatCode>
                <c:ptCount val="2"/>
              </c:numCache>
            </c:numRef>
          </c:cat>
          <c:val>
            <c:numRef>
              <c:f>Sheet1!$E$2:$E$3</c:f>
              <c:numCache>
                <c:formatCode>General</c:formatCode>
                <c:ptCount val="2"/>
                <c:pt idx="0">
                  <c:v>3</c:v>
                </c:pt>
                <c:pt idx="1">
                  <c:v>3</c:v>
                </c:pt>
              </c:numCache>
            </c:numRef>
          </c:val>
          <c:extLst>
            <c:ext xmlns:c16="http://schemas.microsoft.com/office/drawing/2014/chart" uri="{C3380CC4-5D6E-409C-BE32-E72D297353CC}">
              <c16:uniqueId val="{00000004-65D6-4905-B2DF-48690A78736C}"/>
            </c:ext>
          </c:extLst>
        </c:ser>
        <c:dLbls>
          <c:showLegendKey val="0"/>
          <c:showVal val="0"/>
          <c:showCatName val="0"/>
          <c:showSerName val="0"/>
          <c:showPercent val="0"/>
          <c:showBubbleSize val="0"/>
        </c:dLbls>
        <c:gapWidth val="219"/>
        <c:overlap val="100"/>
        <c:axId val="1163490976"/>
        <c:axId val="1163491456"/>
      </c:barChart>
      <c:catAx>
        <c:axId val="11634909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n-US"/>
          </a:p>
        </c:txPr>
        <c:crossAx val="1163491456"/>
        <c:crosses val="autoZero"/>
        <c:auto val="1"/>
        <c:lblAlgn val="ctr"/>
        <c:lblOffset val="100"/>
        <c:noMultiLvlLbl val="0"/>
      </c:catAx>
      <c:valAx>
        <c:axId val="1163491456"/>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n-US"/>
          </a:p>
        </c:txPr>
        <c:crossAx val="1163490976"/>
        <c:crosses val="autoZero"/>
        <c:crossBetween val="between"/>
        <c:majorUnit val="2"/>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Column1</c:v>
                </c:pt>
              </c:strCache>
            </c:strRef>
          </c:tx>
          <c:spPr>
            <a:solidFill>
              <a:schemeClr val="bg2"/>
            </a:solidFill>
            <a:ln>
              <a:noFill/>
            </a:ln>
            <a:effectLst/>
          </c:spPr>
          <c:invertIfNegative val="0"/>
          <c:cat>
            <c:numRef>
              <c:f>Sheet1!$A$2:$A$3</c:f>
              <c:numCache>
                <c:formatCode>General</c:formatCode>
                <c:ptCount val="2"/>
              </c:numCache>
            </c:numRef>
          </c:cat>
          <c:val>
            <c:numRef>
              <c:f>Sheet1!$B$2:$B$3</c:f>
              <c:numCache>
                <c:formatCode>General</c:formatCode>
                <c:ptCount val="2"/>
                <c:pt idx="0">
                  <c:v>4.3</c:v>
                </c:pt>
                <c:pt idx="1">
                  <c:v>2.5</c:v>
                </c:pt>
              </c:numCache>
            </c:numRef>
          </c:val>
          <c:extLst>
            <c:ext xmlns:c16="http://schemas.microsoft.com/office/drawing/2014/chart" uri="{C3380CC4-5D6E-409C-BE32-E72D297353CC}">
              <c16:uniqueId val="{00000000-E989-425D-94DF-1EB8BB251AFC}"/>
            </c:ext>
          </c:extLst>
        </c:ser>
        <c:ser>
          <c:idx val="1"/>
          <c:order val="1"/>
          <c:tx>
            <c:strRef>
              <c:f>Sheet1!$C$1</c:f>
              <c:strCache>
                <c:ptCount val="1"/>
                <c:pt idx="0">
                  <c:v>Column2</c:v>
                </c:pt>
              </c:strCache>
            </c:strRef>
          </c:tx>
          <c:spPr>
            <a:solidFill>
              <a:schemeClr val="accent1"/>
            </a:solidFill>
            <a:ln>
              <a:noFill/>
            </a:ln>
            <a:effectLst/>
          </c:spPr>
          <c:invertIfNegative val="0"/>
          <c:cat>
            <c:numRef>
              <c:f>Sheet1!$A$2:$A$3</c:f>
              <c:numCache>
                <c:formatCode>General</c:formatCode>
                <c:ptCount val="2"/>
              </c:numCache>
            </c:numRef>
          </c:cat>
          <c:val>
            <c:numRef>
              <c:f>Sheet1!$C$2:$C$3</c:f>
              <c:numCache>
                <c:formatCode>General</c:formatCode>
                <c:ptCount val="2"/>
                <c:pt idx="0">
                  <c:v>2.4</c:v>
                </c:pt>
                <c:pt idx="1">
                  <c:v>4.4000000000000004</c:v>
                </c:pt>
              </c:numCache>
            </c:numRef>
          </c:val>
          <c:extLst>
            <c:ext xmlns:c16="http://schemas.microsoft.com/office/drawing/2014/chart" uri="{C3380CC4-5D6E-409C-BE32-E72D297353CC}">
              <c16:uniqueId val="{00000001-E989-425D-94DF-1EB8BB251AFC}"/>
            </c:ext>
          </c:extLst>
        </c:ser>
        <c:ser>
          <c:idx val="2"/>
          <c:order val="2"/>
          <c:tx>
            <c:strRef>
              <c:f>Sheet1!$D$1</c:f>
              <c:strCache>
                <c:ptCount val="1"/>
                <c:pt idx="0">
                  <c:v>Column3</c:v>
                </c:pt>
              </c:strCache>
            </c:strRef>
          </c:tx>
          <c:spPr>
            <a:solidFill>
              <a:schemeClr val="accent2"/>
            </a:solidFill>
            <a:ln>
              <a:noFill/>
            </a:ln>
            <a:effectLst/>
          </c:spPr>
          <c:invertIfNegative val="0"/>
          <c:cat>
            <c:numRef>
              <c:f>Sheet1!$A$2:$A$3</c:f>
              <c:numCache>
                <c:formatCode>General</c:formatCode>
                <c:ptCount val="2"/>
              </c:numCache>
            </c:numRef>
          </c:cat>
          <c:val>
            <c:numRef>
              <c:f>Sheet1!$D$2:$D$3</c:f>
              <c:numCache>
                <c:formatCode>General</c:formatCode>
                <c:ptCount val="2"/>
                <c:pt idx="0">
                  <c:v>2</c:v>
                </c:pt>
                <c:pt idx="1">
                  <c:v>2</c:v>
                </c:pt>
              </c:numCache>
            </c:numRef>
          </c:val>
          <c:extLst>
            <c:ext xmlns:c16="http://schemas.microsoft.com/office/drawing/2014/chart" uri="{C3380CC4-5D6E-409C-BE32-E72D297353CC}">
              <c16:uniqueId val="{00000002-E989-425D-94DF-1EB8BB251AFC}"/>
            </c:ext>
          </c:extLst>
        </c:ser>
        <c:ser>
          <c:idx val="3"/>
          <c:order val="3"/>
          <c:tx>
            <c:strRef>
              <c:f>Sheet1!$E$1</c:f>
              <c:strCache>
                <c:ptCount val="1"/>
                <c:pt idx="0">
                  <c:v>Column4</c:v>
                </c:pt>
              </c:strCache>
            </c:strRef>
          </c:tx>
          <c:spPr>
            <a:solidFill>
              <a:schemeClr val="accent3"/>
            </a:solidFill>
            <a:ln>
              <a:noFill/>
            </a:ln>
            <a:effectLst/>
          </c:spPr>
          <c:invertIfNegative val="0"/>
          <c:cat>
            <c:numRef>
              <c:f>Sheet1!$A$2:$A$3</c:f>
              <c:numCache>
                <c:formatCode>General</c:formatCode>
                <c:ptCount val="2"/>
              </c:numCache>
            </c:numRef>
          </c:cat>
          <c:val>
            <c:numRef>
              <c:f>Sheet1!$E$2:$E$3</c:f>
              <c:numCache>
                <c:formatCode>General</c:formatCode>
                <c:ptCount val="2"/>
                <c:pt idx="0">
                  <c:v>3</c:v>
                </c:pt>
                <c:pt idx="1">
                  <c:v>3</c:v>
                </c:pt>
              </c:numCache>
            </c:numRef>
          </c:val>
          <c:extLst>
            <c:ext xmlns:c16="http://schemas.microsoft.com/office/drawing/2014/chart" uri="{C3380CC4-5D6E-409C-BE32-E72D297353CC}">
              <c16:uniqueId val="{00000003-E989-425D-94DF-1EB8BB251AFC}"/>
            </c:ext>
          </c:extLst>
        </c:ser>
        <c:dLbls>
          <c:showLegendKey val="0"/>
          <c:showVal val="0"/>
          <c:showCatName val="0"/>
          <c:showSerName val="0"/>
          <c:showPercent val="0"/>
          <c:showBubbleSize val="0"/>
        </c:dLbls>
        <c:gapWidth val="219"/>
        <c:overlap val="100"/>
        <c:axId val="1163490976"/>
        <c:axId val="1163491456"/>
      </c:barChart>
      <c:catAx>
        <c:axId val="11634909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n-US"/>
          </a:p>
        </c:txPr>
        <c:crossAx val="1163491456"/>
        <c:crosses val="autoZero"/>
        <c:auto val="1"/>
        <c:lblAlgn val="ctr"/>
        <c:lblOffset val="100"/>
        <c:noMultiLvlLbl val="0"/>
      </c:catAx>
      <c:valAx>
        <c:axId val="1163491456"/>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n-US"/>
          </a:p>
        </c:txPr>
        <c:crossAx val="1163490976"/>
        <c:crosses val="autoZero"/>
        <c:crossBetween val="between"/>
        <c:majorUnit val="2"/>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Column1</c:v>
                </c:pt>
              </c:strCache>
            </c:strRef>
          </c:tx>
          <c:spPr>
            <a:solidFill>
              <a:schemeClr val="bg2"/>
            </a:solidFill>
            <a:ln>
              <a:noFill/>
            </a:ln>
            <a:effectLst/>
          </c:spPr>
          <c:invertIfNegative val="0"/>
          <c:cat>
            <c:numRef>
              <c:f>Sheet1!$A$2:$A$3</c:f>
              <c:numCache>
                <c:formatCode>General</c:formatCode>
                <c:ptCount val="2"/>
              </c:numCache>
            </c:numRef>
          </c:cat>
          <c:val>
            <c:numRef>
              <c:f>Sheet1!$B$2:$B$3</c:f>
              <c:numCache>
                <c:formatCode>General</c:formatCode>
                <c:ptCount val="2"/>
                <c:pt idx="0">
                  <c:v>4.3</c:v>
                </c:pt>
                <c:pt idx="1">
                  <c:v>2.5</c:v>
                </c:pt>
              </c:numCache>
            </c:numRef>
          </c:val>
          <c:extLst>
            <c:ext xmlns:c16="http://schemas.microsoft.com/office/drawing/2014/chart" uri="{C3380CC4-5D6E-409C-BE32-E72D297353CC}">
              <c16:uniqueId val="{00000000-58FB-40A0-8073-71FE085E2E80}"/>
            </c:ext>
          </c:extLst>
        </c:ser>
        <c:ser>
          <c:idx val="1"/>
          <c:order val="1"/>
          <c:tx>
            <c:strRef>
              <c:f>Sheet1!$C$1</c:f>
              <c:strCache>
                <c:ptCount val="1"/>
                <c:pt idx="0">
                  <c:v>Column2</c:v>
                </c:pt>
              </c:strCache>
            </c:strRef>
          </c:tx>
          <c:spPr>
            <a:solidFill>
              <a:schemeClr val="accent1"/>
            </a:solidFill>
            <a:ln>
              <a:noFill/>
            </a:ln>
            <a:effectLst/>
          </c:spPr>
          <c:invertIfNegative val="0"/>
          <c:cat>
            <c:numRef>
              <c:f>Sheet1!$A$2:$A$3</c:f>
              <c:numCache>
                <c:formatCode>General</c:formatCode>
                <c:ptCount val="2"/>
              </c:numCache>
            </c:numRef>
          </c:cat>
          <c:val>
            <c:numRef>
              <c:f>Sheet1!$C$2:$C$3</c:f>
              <c:numCache>
                <c:formatCode>General</c:formatCode>
                <c:ptCount val="2"/>
                <c:pt idx="0">
                  <c:v>2.4</c:v>
                </c:pt>
                <c:pt idx="1">
                  <c:v>4.4000000000000004</c:v>
                </c:pt>
              </c:numCache>
            </c:numRef>
          </c:val>
          <c:extLst>
            <c:ext xmlns:c16="http://schemas.microsoft.com/office/drawing/2014/chart" uri="{C3380CC4-5D6E-409C-BE32-E72D297353CC}">
              <c16:uniqueId val="{00000001-58FB-40A0-8073-71FE085E2E80}"/>
            </c:ext>
          </c:extLst>
        </c:ser>
        <c:ser>
          <c:idx val="2"/>
          <c:order val="2"/>
          <c:tx>
            <c:strRef>
              <c:f>Sheet1!$D$1</c:f>
              <c:strCache>
                <c:ptCount val="1"/>
                <c:pt idx="0">
                  <c:v>Column3</c:v>
                </c:pt>
              </c:strCache>
            </c:strRef>
          </c:tx>
          <c:spPr>
            <a:solidFill>
              <a:schemeClr val="accent4"/>
            </a:solidFill>
            <a:ln>
              <a:noFill/>
            </a:ln>
            <a:effectLst/>
          </c:spPr>
          <c:invertIfNegative val="0"/>
          <c:cat>
            <c:numRef>
              <c:f>Sheet1!$A$2:$A$3</c:f>
              <c:numCache>
                <c:formatCode>General</c:formatCode>
                <c:ptCount val="2"/>
              </c:numCache>
            </c:numRef>
          </c:cat>
          <c:val>
            <c:numRef>
              <c:f>Sheet1!$D$2:$D$3</c:f>
              <c:numCache>
                <c:formatCode>General</c:formatCode>
                <c:ptCount val="2"/>
                <c:pt idx="0">
                  <c:v>2</c:v>
                </c:pt>
                <c:pt idx="1">
                  <c:v>2</c:v>
                </c:pt>
              </c:numCache>
            </c:numRef>
          </c:val>
          <c:extLst>
            <c:ext xmlns:c16="http://schemas.microsoft.com/office/drawing/2014/chart" uri="{C3380CC4-5D6E-409C-BE32-E72D297353CC}">
              <c16:uniqueId val="{00000002-58FB-40A0-8073-71FE085E2E80}"/>
            </c:ext>
          </c:extLst>
        </c:ser>
        <c:ser>
          <c:idx val="3"/>
          <c:order val="3"/>
          <c:tx>
            <c:strRef>
              <c:f>Sheet1!$E$1</c:f>
              <c:strCache>
                <c:ptCount val="1"/>
                <c:pt idx="0">
                  <c:v>Column4</c:v>
                </c:pt>
              </c:strCache>
            </c:strRef>
          </c:tx>
          <c:spPr>
            <a:solidFill>
              <a:schemeClr val="accent3"/>
            </a:solidFill>
            <a:ln>
              <a:noFill/>
            </a:ln>
            <a:effectLst/>
          </c:spPr>
          <c:invertIfNegative val="0"/>
          <c:cat>
            <c:numRef>
              <c:f>Sheet1!$A$2:$A$3</c:f>
              <c:numCache>
                <c:formatCode>General</c:formatCode>
                <c:ptCount val="2"/>
              </c:numCache>
            </c:numRef>
          </c:cat>
          <c:val>
            <c:numRef>
              <c:f>Sheet1!$E$2:$E$3</c:f>
              <c:numCache>
                <c:formatCode>General</c:formatCode>
                <c:ptCount val="2"/>
                <c:pt idx="0">
                  <c:v>3</c:v>
                </c:pt>
                <c:pt idx="1">
                  <c:v>3</c:v>
                </c:pt>
              </c:numCache>
            </c:numRef>
          </c:val>
          <c:extLst>
            <c:ext xmlns:c16="http://schemas.microsoft.com/office/drawing/2014/chart" uri="{C3380CC4-5D6E-409C-BE32-E72D297353CC}">
              <c16:uniqueId val="{00000003-58FB-40A0-8073-71FE085E2E80}"/>
            </c:ext>
          </c:extLst>
        </c:ser>
        <c:dLbls>
          <c:showLegendKey val="0"/>
          <c:showVal val="0"/>
          <c:showCatName val="0"/>
          <c:showSerName val="0"/>
          <c:showPercent val="0"/>
          <c:showBubbleSize val="0"/>
        </c:dLbls>
        <c:gapWidth val="219"/>
        <c:overlap val="100"/>
        <c:axId val="1163490976"/>
        <c:axId val="1163491456"/>
      </c:barChart>
      <c:catAx>
        <c:axId val="1163490976"/>
        <c:scaling>
          <c:orientation val="minMax"/>
        </c:scaling>
        <c:delete val="0"/>
        <c:axPos val="b"/>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1000" b="0" i="0" u="none" strike="noStrike" kern="1200" baseline="0">
                <a:solidFill>
                  <a:schemeClr val="bg2"/>
                </a:solidFill>
                <a:latin typeface="+mn-lt"/>
                <a:ea typeface="+mn-ea"/>
                <a:cs typeface="+mn-cs"/>
              </a:defRPr>
            </a:pPr>
            <a:endParaRPr lang="en-US"/>
          </a:p>
        </c:txPr>
        <c:crossAx val="1163491456"/>
        <c:crosses val="autoZero"/>
        <c:auto val="1"/>
        <c:lblAlgn val="ctr"/>
        <c:lblOffset val="100"/>
        <c:noMultiLvlLbl val="0"/>
      </c:catAx>
      <c:valAx>
        <c:axId val="1163491456"/>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bg2"/>
                </a:solidFill>
                <a:latin typeface="+mn-lt"/>
                <a:ea typeface="+mn-ea"/>
                <a:cs typeface="+mn-cs"/>
              </a:defRPr>
            </a:pPr>
            <a:endParaRPr lang="en-US"/>
          </a:p>
        </c:txPr>
        <c:crossAx val="1163490976"/>
        <c:crosses val="autoZero"/>
        <c:crossBetween val="between"/>
        <c:majorUnit val="2"/>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bg2"/>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00">
          <a:solidFill>
            <a:schemeClr val="bg2"/>
          </a:solidFill>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EB1CC01-AB72-A175-04B2-4D0F70EE982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latin typeface="Surt Normal" pitchFamily="50" charset="0"/>
            </a:endParaRPr>
          </a:p>
        </p:txBody>
      </p:sp>
      <p:sp>
        <p:nvSpPr>
          <p:cNvPr id="3" name="Date Placeholder 2">
            <a:extLst>
              <a:ext uri="{FF2B5EF4-FFF2-40B4-BE49-F238E27FC236}">
                <a16:creationId xmlns:a16="http://schemas.microsoft.com/office/drawing/2014/main" id="{55EEB56D-A3FA-98EF-BBF7-08F97D0E347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BEC6051-70B6-4597-AD86-7323E9A8F6B5}" type="datetimeFigureOut">
              <a:rPr lang="en-IN" smtClean="0">
                <a:latin typeface="Surt Normal" pitchFamily="50" charset="0"/>
              </a:rPr>
              <a:t>25-06-2026</a:t>
            </a:fld>
            <a:endParaRPr lang="en-IN">
              <a:latin typeface="Surt Normal" pitchFamily="50" charset="0"/>
            </a:endParaRPr>
          </a:p>
        </p:txBody>
      </p:sp>
      <p:sp>
        <p:nvSpPr>
          <p:cNvPr id="4" name="Footer Placeholder 3">
            <a:extLst>
              <a:ext uri="{FF2B5EF4-FFF2-40B4-BE49-F238E27FC236}">
                <a16:creationId xmlns:a16="http://schemas.microsoft.com/office/drawing/2014/main" id="{B5F3F589-6ACD-60F8-714E-06058B71F27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latin typeface="Surt Normal" pitchFamily="50" charset="0"/>
            </a:endParaRPr>
          </a:p>
        </p:txBody>
      </p:sp>
      <p:sp>
        <p:nvSpPr>
          <p:cNvPr id="5" name="Slide Number Placeholder 4">
            <a:extLst>
              <a:ext uri="{FF2B5EF4-FFF2-40B4-BE49-F238E27FC236}">
                <a16:creationId xmlns:a16="http://schemas.microsoft.com/office/drawing/2014/main" id="{2213050E-8661-FE9E-3A32-4D618173523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F772C8F-1FC0-48D5-AE2F-DAFA056FF763}" type="slidenum">
              <a:rPr lang="en-IN" smtClean="0">
                <a:latin typeface="Surt Normal" pitchFamily="50" charset="0"/>
              </a:rPr>
              <a:t>‹#›</a:t>
            </a:fld>
            <a:endParaRPr lang="en-IN">
              <a:latin typeface="Surt Normal" pitchFamily="50" charset="0"/>
            </a:endParaRPr>
          </a:p>
        </p:txBody>
      </p:sp>
    </p:spTree>
    <p:extLst>
      <p:ext uri="{BB962C8B-B14F-4D97-AF65-F5344CB8AC3E}">
        <p14:creationId xmlns:p14="http://schemas.microsoft.com/office/powerpoint/2010/main" val="1010347788"/>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Surt Normal" pitchFamily="50"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Surt Normal" pitchFamily="50" charset="0"/>
              </a:defRPr>
            </a:lvl1pPr>
          </a:lstStyle>
          <a:p>
            <a:fld id="{37514763-DCBD-47EE-AD59-D6F75FD39172}" type="datetimeFigureOut">
              <a:rPr lang="en-US" smtClean="0"/>
              <a:pPr/>
              <a:t>6/25/2026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Surt Normal" pitchFamily="50"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Surt Normal" pitchFamily="50" charset="0"/>
              </a:defRPr>
            </a:lvl1pPr>
          </a:lstStyle>
          <a:p>
            <a:fld id="{7D1C453E-E669-4CA7-99D7-9C68F3BBDF63}" type="slidenum">
              <a:rPr lang="en-US" smtClean="0"/>
              <a:pPr/>
              <a:t>‹#›</a:t>
            </a:fld>
            <a:endParaRPr lang="en-US"/>
          </a:p>
        </p:txBody>
      </p:sp>
    </p:spTree>
    <p:extLst>
      <p:ext uri="{BB962C8B-B14F-4D97-AF65-F5344CB8AC3E}">
        <p14:creationId xmlns:p14="http://schemas.microsoft.com/office/powerpoint/2010/main" val="5324184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Surt Normal" pitchFamily="50" charset="0"/>
        <a:ea typeface="+mn-ea"/>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D1C453E-E669-4CA7-99D7-9C68F3BBDF63}" type="slidenum">
              <a:rPr lang="en-US" smtClean="0"/>
              <a:pPr/>
              <a:t>5</a:t>
            </a:fld>
            <a:endParaRPr lang="en-US"/>
          </a:p>
        </p:txBody>
      </p:sp>
    </p:spTree>
    <p:extLst>
      <p:ext uri="{BB962C8B-B14F-4D97-AF65-F5344CB8AC3E}">
        <p14:creationId xmlns:p14="http://schemas.microsoft.com/office/powerpoint/2010/main" val="17197375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7D1C453E-E669-4CA7-99D7-9C68F3BBDF63}" type="slidenum">
              <a:rPr lang="en-US" smtClean="0"/>
              <a:t>23</a:t>
            </a:fld>
            <a:endParaRPr lang="en-US"/>
          </a:p>
        </p:txBody>
      </p:sp>
    </p:spTree>
    <p:extLst>
      <p:ext uri="{BB962C8B-B14F-4D97-AF65-F5344CB8AC3E}">
        <p14:creationId xmlns:p14="http://schemas.microsoft.com/office/powerpoint/2010/main" val="147792151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Logo Right">
    <p:bg>
      <p:bgRef idx="1001">
        <a:schemeClr val="bg2"/>
      </p:bgRef>
    </p:bg>
    <p:spTree>
      <p:nvGrpSpPr>
        <p:cNvPr id="1" name=""/>
        <p:cNvGrpSpPr/>
        <p:nvPr/>
      </p:nvGrpSpPr>
      <p:grpSpPr>
        <a:xfrm>
          <a:off x="0" y="0"/>
          <a:ext cx="0" cy="0"/>
          <a:chOff x="0" y="0"/>
          <a:chExt cx="0" cy="0"/>
        </a:xfrm>
      </p:grpSpPr>
      <p:sp>
        <p:nvSpPr>
          <p:cNvPr id="37" name="Freeform: Shape 36">
            <a:extLst>
              <a:ext uri="{FF2B5EF4-FFF2-40B4-BE49-F238E27FC236}">
                <a16:creationId xmlns:a16="http://schemas.microsoft.com/office/drawing/2014/main" id="{DC395B56-BB29-9B34-5B1B-AE2F9C0D7367}"/>
              </a:ext>
            </a:extLst>
          </p:cNvPr>
          <p:cNvSpPr/>
          <p:nvPr userDrawn="1"/>
        </p:nvSpPr>
        <p:spPr>
          <a:xfrm>
            <a:off x="0" y="0"/>
            <a:ext cx="9032311" cy="1695706"/>
          </a:xfrm>
          <a:custGeom>
            <a:avLst/>
            <a:gdLst>
              <a:gd name="csX0" fmla="*/ 0 w 9032311"/>
              <a:gd name="csY0" fmla="*/ 0 h 1695706"/>
              <a:gd name="csX1" fmla="*/ 9032311 w 9032311"/>
              <a:gd name="csY1" fmla="*/ 0 h 1695706"/>
              <a:gd name="csX2" fmla="*/ 8839412 w 9032311"/>
              <a:gd name="csY2" fmla="*/ 719945 h 1695706"/>
              <a:gd name="csX3" fmla="*/ 7567880 w 9032311"/>
              <a:gd name="csY3" fmla="*/ 1695706 h 1695706"/>
              <a:gd name="csX4" fmla="*/ 0 w 9032311"/>
              <a:gd name="csY4" fmla="*/ 1695706 h 1695706"/>
            </a:gdLst>
            <a:ahLst/>
            <a:cxnLst>
              <a:cxn ang="0">
                <a:pos x="csX0" y="csY0"/>
              </a:cxn>
              <a:cxn ang="0">
                <a:pos x="csX1" y="csY1"/>
              </a:cxn>
              <a:cxn ang="0">
                <a:pos x="csX2" y="csY2"/>
              </a:cxn>
              <a:cxn ang="0">
                <a:pos x="csX3" y="csY3"/>
              </a:cxn>
              <a:cxn ang="0">
                <a:pos x="csX4" y="csY4"/>
              </a:cxn>
            </a:cxnLst>
            <a:rect l="l" t="t" r="r" b="b"/>
            <a:pathLst>
              <a:path w="9032311" h="1695706">
                <a:moveTo>
                  <a:pt x="0" y="0"/>
                </a:moveTo>
                <a:lnTo>
                  <a:pt x="9032311" y="0"/>
                </a:lnTo>
                <a:lnTo>
                  <a:pt x="8839412" y="719945"/>
                </a:lnTo>
                <a:cubicBezTo>
                  <a:pt x="8685241" y="1295609"/>
                  <a:pt x="8163615" y="1695706"/>
                  <a:pt x="7567880" y="1695706"/>
                </a:cubicBezTo>
                <a:lnTo>
                  <a:pt x="0" y="1695706"/>
                </a:lnTo>
                <a:close/>
              </a:path>
            </a:pathLst>
          </a:custGeom>
          <a:solidFill>
            <a:schemeClr val="tx2"/>
          </a:solidFill>
          <a:ln w="21187" cap="flat">
            <a:noFill/>
            <a:prstDash val="solid"/>
            <a:miter/>
          </a:ln>
        </p:spPr>
        <p:txBody>
          <a:bodyPr wrap="square">
            <a:noAutofit/>
          </a:bodyPr>
          <a:lstStyle/>
          <a:p>
            <a:endParaRPr lang="en-IN">
              <a:solidFill>
                <a:schemeClr val="bg2"/>
              </a:solidFill>
            </a:endParaRPr>
          </a:p>
        </p:txBody>
      </p:sp>
      <p:sp>
        <p:nvSpPr>
          <p:cNvPr id="39" name="Freeform: Shape 38">
            <a:extLst>
              <a:ext uri="{FF2B5EF4-FFF2-40B4-BE49-F238E27FC236}">
                <a16:creationId xmlns:a16="http://schemas.microsoft.com/office/drawing/2014/main" id="{F2584681-446D-17E7-0D34-BD0FD1B8AB91}"/>
              </a:ext>
            </a:extLst>
          </p:cNvPr>
          <p:cNvSpPr/>
          <p:nvPr userDrawn="1"/>
        </p:nvSpPr>
        <p:spPr>
          <a:xfrm>
            <a:off x="-2" y="1871090"/>
            <a:ext cx="8162486" cy="4986910"/>
          </a:xfrm>
          <a:custGeom>
            <a:avLst/>
            <a:gdLst>
              <a:gd name="csX0" fmla="*/ 0 w 8162486"/>
              <a:gd name="csY0" fmla="*/ 0 h 4986910"/>
              <a:gd name="csX1" fmla="*/ 7372243 w 8162486"/>
              <a:gd name="csY1" fmla="*/ 0 h 4986910"/>
              <a:gd name="csX2" fmla="*/ 8135163 w 8162486"/>
              <a:gd name="csY2" fmla="*/ 994288 h 4986910"/>
              <a:gd name="csX3" fmla="*/ 7065283 w 8162486"/>
              <a:gd name="csY3" fmla="*/ 4986910 h 4986910"/>
              <a:gd name="csX4" fmla="*/ 0 w 8162486"/>
              <a:gd name="csY4" fmla="*/ 4986910 h 4986910"/>
            </a:gdLst>
            <a:ahLst/>
            <a:cxnLst>
              <a:cxn ang="0">
                <a:pos x="csX0" y="csY0"/>
              </a:cxn>
              <a:cxn ang="0">
                <a:pos x="csX1" y="csY1"/>
              </a:cxn>
              <a:cxn ang="0">
                <a:pos x="csX2" y="csY2"/>
              </a:cxn>
              <a:cxn ang="0">
                <a:pos x="csX3" y="csY3"/>
              </a:cxn>
              <a:cxn ang="0">
                <a:pos x="csX4" y="csY4"/>
              </a:cxn>
            </a:cxnLst>
            <a:rect l="l" t="t" r="r" b="b"/>
            <a:pathLst>
              <a:path w="8162486" h="4986910">
                <a:moveTo>
                  <a:pt x="0" y="0"/>
                </a:moveTo>
                <a:lnTo>
                  <a:pt x="7372243" y="0"/>
                </a:lnTo>
                <a:cubicBezTo>
                  <a:pt x="7891663" y="0"/>
                  <a:pt x="8269484" y="492733"/>
                  <a:pt x="8135163" y="994288"/>
                </a:cubicBezTo>
                <a:lnTo>
                  <a:pt x="7065283" y="4986910"/>
                </a:lnTo>
                <a:lnTo>
                  <a:pt x="0" y="4986910"/>
                </a:lnTo>
                <a:close/>
              </a:path>
            </a:pathLst>
          </a:custGeom>
          <a:solidFill>
            <a:schemeClr val="tx2"/>
          </a:solidFill>
          <a:ln w="21187" cap="flat">
            <a:noFill/>
            <a:prstDash val="solid"/>
            <a:miter/>
          </a:ln>
        </p:spPr>
        <p:txBody>
          <a:bodyPr wrap="square">
            <a:noAutofit/>
          </a:bodyPr>
          <a:lstStyle/>
          <a:p>
            <a:endParaRPr lang="en-IN">
              <a:solidFill>
                <a:schemeClr val="bg2"/>
              </a:solidFill>
            </a:endParaRPr>
          </a:p>
        </p:txBody>
      </p:sp>
      <p:sp>
        <p:nvSpPr>
          <p:cNvPr id="38" name="Freeform: Shape 37">
            <a:extLst>
              <a:ext uri="{FF2B5EF4-FFF2-40B4-BE49-F238E27FC236}">
                <a16:creationId xmlns:a16="http://schemas.microsoft.com/office/drawing/2014/main" id="{A8D127BE-DB42-DD11-EEDF-8F8C33CB3580}"/>
              </a:ext>
            </a:extLst>
          </p:cNvPr>
          <p:cNvSpPr/>
          <p:nvPr userDrawn="1"/>
        </p:nvSpPr>
        <p:spPr>
          <a:xfrm>
            <a:off x="8996803" y="0"/>
            <a:ext cx="3192149" cy="1695706"/>
          </a:xfrm>
          <a:custGeom>
            <a:avLst/>
            <a:gdLst>
              <a:gd name="csX0" fmla="*/ 215306 w 3192149"/>
              <a:gd name="csY0" fmla="*/ 0 h 1695706"/>
              <a:gd name="csX1" fmla="*/ 3192149 w 3192149"/>
              <a:gd name="csY1" fmla="*/ 0 h 1695706"/>
              <a:gd name="csX2" fmla="*/ 3192149 w 3192149"/>
              <a:gd name="csY2" fmla="*/ 1695706 h 1695706"/>
              <a:gd name="csX3" fmla="*/ 790243 w 3192149"/>
              <a:gd name="csY3" fmla="*/ 1695706 h 1695706"/>
              <a:gd name="csX4" fmla="*/ 27324 w 3192149"/>
              <a:gd name="csY4" fmla="*/ 701418 h 1695706"/>
            </a:gdLst>
            <a:ahLst/>
            <a:cxnLst>
              <a:cxn ang="0">
                <a:pos x="csX0" y="csY0"/>
              </a:cxn>
              <a:cxn ang="0">
                <a:pos x="csX1" y="csY1"/>
              </a:cxn>
              <a:cxn ang="0">
                <a:pos x="csX2" y="csY2"/>
              </a:cxn>
              <a:cxn ang="0">
                <a:pos x="csX3" y="csY3"/>
              </a:cxn>
              <a:cxn ang="0">
                <a:pos x="csX4" y="csY4"/>
              </a:cxn>
            </a:cxnLst>
            <a:rect l="l" t="t" r="r" b="b"/>
            <a:pathLst>
              <a:path w="3192149" h="1695706">
                <a:moveTo>
                  <a:pt x="215306" y="0"/>
                </a:moveTo>
                <a:lnTo>
                  <a:pt x="3192149" y="0"/>
                </a:lnTo>
                <a:lnTo>
                  <a:pt x="3192149" y="1695706"/>
                </a:lnTo>
                <a:lnTo>
                  <a:pt x="790243" y="1695706"/>
                </a:lnTo>
                <a:cubicBezTo>
                  <a:pt x="270822" y="1695706"/>
                  <a:pt x="-106999" y="1202973"/>
                  <a:pt x="27324" y="701418"/>
                </a:cubicBezTo>
                <a:close/>
              </a:path>
            </a:pathLst>
          </a:custGeom>
          <a:solidFill>
            <a:schemeClr val="tx2"/>
          </a:solidFill>
          <a:ln w="21187" cap="flat">
            <a:noFill/>
            <a:prstDash val="solid"/>
            <a:miter/>
          </a:ln>
        </p:spPr>
        <p:txBody>
          <a:bodyPr wrap="square">
            <a:noAutofit/>
          </a:bodyPr>
          <a:lstStyle/>
          <a:p>
            <a:endParaRPr lang="en-IN">
              <a:solidFill>
                <a:schemeClr val="bg2"/>
              </a:solidFill>
            </a:endParaRPr>
          </a:p>
        </p:txBody>
      </p:sp>
      <p:sp>
        <p:nvSpPr>
          <p:cNvPr id="2" name="Title 1">
            <a:extLst>
              <a:ext uri="{FF2B5EF4-FFF2-40B4-BE49-F238E27FC236}">
                <a16:creationId xmlns:a16="http://schemas.microsoft.com/office/drawing/2014/main" id="{2DE99185-CED1-69EA-D2C8-2015BFE5A6DB}"/>
              </a:ext>
            </a:extLst>
          </p:cNvPr>
          <p:cNvSpPr>
            <a:spLocks noGrp="1"/>
          </p:cNvSpPr>
          <p:nvPr userDrawn="1">
            <p:ph type="ctrTitle" hasCustomPrompt="1"/>
          </p:nvPr>
        </p:nvSpPr>
        <p:spPr>
          <a:xfrm>
            <a:off x="358139" y="2336061"/>
            <a:ext cx="5814061" cy="1711325"/>
          </a:xfrm>
          <a:prstGeom prst="rect">
            <a:avLst/>
          </a:prstGeom>
        </p:spPr>
        <p:txBody>
          <a:bodyPr wrap="square" anchor="b" anchorCtr="0">
            <a:noAutofit/>
          </a:bodyPr>
          <a:lstStyle>
            <a:lvl1pPr marL="0" algn="l" defTabSz="914400" rtl="0" eaLnBrk="1" latinLnBrk="0" hangingPunct="1">
              <a:lnSpc>
                <a:spcPct val="85000"/>
              </a:lnSpc>
              <a:spcBef>
                <a:spcPct val="0"/>
              </a:spcBef>
              <a:buNone/>
              <a:defRPr lang="en-US" sz="3600" b="1" kern="1200" dirty="0">
                <a:solidFill>
                  <a:schemeClr val="bg2"/>
                </a:solidFill>
                <a:latin typeface="+mj-lt"/>
                <a:ea typeface="+mj-ea"/>
                <a:cs typeface="+mj-cs"/>
              </a:defRPr>
            </a:lvl1pPr>
          </a:lstStyle>
          <a:p>
            <a:r>
              <a:rPr lang="en-US"/>
              <a:t>Click to add Presentation Title Here</a:t>
            </a:r>
          </a:p>
        </p:txBody>
      </p:sp>
      <p:sp>
        <p:nvSpPr>
          <p:cNvPr id="3" name="Subtitle 2">
            <a:extLst>
              <a:ext uri="{FF2B5EF4-FFF2-40B4-BE49-F238E27FC236}">
                <a16:creationId xmlns:a16="http://schemas.microsoft.com/office/drawing/2014/main" id="{CA321513-07B0-DCB5-93BE-19C0CEEBB217}"/>
              </a:ext>
            </a:extLst>
          </p:cNvPr>
          <p:cNvSpPr>
            <a:spLocks noGrp="1"/>
          </p:cNvSpPr>
          <p:nvPr userDrawn="1">
            <p:ph type="subTitle" idx="1" hasCustomPrompt="1"/>
          </p:nvPr>
        </p:nvSpPr>
        <p:spPr>
          <a:xfrm>
            <a:off x="358139" y="4236403"/>
            <a:ext cx="5812532" cy="648114"/>
          </a:xfrm>
        </p:spPr>
        <p:txBody>
          <a:bodyPr anchor="t" anchorCtr="0">
            <a:noAutofit/>
          </a:bodyPr>
          <a:lstStyle>
            <a:lvl1pPr marL="0" indent="0" algn="l" defTabSz="914400" rtl="0" eaLnBrk="1" latinLnBrk="0" hangingPunct="1">
              <a:lnSpc>
                <a:spcPct val="90000"/>
              </a:lnSpc>
              <a:spcBef>
                <a:spcPct val="0"/>
              </a:spcBef>
              <a:buNone/>
              <a:defRPr lang="en-US" sz="1800" b="0" kern="1200" dirty="0">
                <a:solidFill>
                  <a:schemeClr val="bg2"/>
                </a:solidFill>
                <a:latin typeface="+mn-lt"/>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Place subtitle here</a:t>
            </a:r>
          </a:p>
        </p:txBody>
      </p:sp>
      <p:sp>
        <p:nvSpPr>
          <p:cNvPr id="50" name="Date Placeholder 49">
            <a:extLst>
              <a:ext uri="{FF2B5EF4-FFF2-40B4-BE49-F238E27FC236}">
                <a16:creationId xmlns:a16="http://schemas.microsoft.com/office/drawing/2014/main" id="{D8B272DA-3E2F-9CC5-607E-CB39CEAF8562}"/>
              </a:ext>
            </a:extLst>
          </p:cNvPr>
          <p:cNvSpPr>
            <a:spLocks noGrp="1"/>
          </p:cNvSpPr>
          <p:nvPr userDrawn="1">
            <p:ph type="dt" sz="half" idx="2"/>
          </p:nvPr>
        </p:nvSpPr>
        <p:spPr>
          <a:xfrm>
            <a:off x="378459" y="6149230"/>
            <a:ext cx="2743200" cy="230933"/>
          </a:xfrm>
          <a:prstGeom prst="rect">
            <a:avLst/>
          </a:prstGeom>
        </p:spPr>
        <p:txBody>
          <a:bodyPr vert="horz" lIns="0" tIns="0" rIns="0" bIns="0" rtlCol="0" anchor="b"/>
          <a:lstStyle>
            <a:lvl1pPr algn="l">
              <a:defRPr sz="1200">
                <a:solidFill>
                  <a:schemeClr val="bg2"/>
                </a:solidFill>
                <a:latin typeface="NB Akademie Mono Std" panose="020B0509050000020004" pitchFamily="49" charset="0"/>
              </a:defRPr>
            </a:lvl1pPr>
          </a:lstStyle>
          <a:p>
            <a:fld id="{CD5E11EA-C856-4388-B574-E07D67352155}" type="datetime3">
              <a:rPr lang="en-US" smtClean="0"/>
              <a:pPr/>
              <a:t>25 June 2026</a:t>
            </a:fld>
            <a:endParaRPr lang="en-IN"/>
          </a:p>
        </p:txBody>
      </p:sp>
      <p:sp>
        <p:nvSpPr>
          <p:cNvPr id="48" name="Picture Placeholder 47">
            <a:extLst>
              <a:ext uri="{FF2B5EF4-FFF2-40B4-BE49-F238E27FC236}">
                <a16:creationId xmlns:a16="http://schemas.microsoft.com/office/drawing/2014/main" id="{3F9BEE85-507F-6292-424A-7E65234B061F}"/>
              </a:ext>
            </a:extLst>
          </p:cNvPr>
          <p:cNvSpPr>
            <a:spLocks noGrp="1"/>
          </p:cNvSpPr>
          <p:nvPr>
            <p:ph type="pic" sz="quarter" idx="10"/>
          </p:nvPr>
        </p:nvSpPr>
        <p:spPr>
          <a:xfrm>
            <a:off x="7245393" y="1871090"/>
            <a:ext cx="4943561" cy="4986910"/>
          </a:xfrm>
          <a:custGeom>
            <a:avLst/>
            <a:gdLst>
              <a:gd name="csX0" fmla="*/ 2346237 w 4943561"/>
              <a:gd name="csY0" fmla="*/ 0 h 4986910"/>
              <a:gd name="csX1" fmla="*/ 4943561 w 4943561"/>
              <a:gd name="csY1" fmla="*/ 0 h 4986910"/>
              <a:gd name="csX2" fmla="*/ 4943561 w 4943561"/>
              <a:gd name="csY2" fmla="*/ 4986910 h 4986910"/>
              <a:gd name="csX3" fmla="*/ 0 w 4943561"/>
              <a:gd name="csY3" fmla="*/ 4986910 h 4986910"/>
              <a:gd name="csX4" fmla="*/ 1074705 w 4943561"/>
              <a:gd name="csY4" fmla="*/ 975760 h 4986910"/>
              <a:gd name="csX5" fmla="*/ 2346237 w 4943561"/>
              <a:gd name="csY5" fmla="*/ 0 h 4986910"/>
            </a:gdLst>
            <a:ahLst/>
            <a:cxnLst>
              <a:cxn ang="0">
                <a:pos x="csX0" y="csY0"/>
              </a:cxn>
              <a:cxn ang="0">
                <a:pos x="csX1" y="csY1"/>
              </a:cxn>
              <a:cxn ang="0">
                <a:pos x="csX2" y="csY2"/>
              </a:cxn>
              <a:cxn ang="0">
                <a:pos x="csX3" y="csY3"/>
              </a:cxn>
              <a:cxn ang="0">
                <a:pos x="csX4" y="csY4"/>
              </a:cxn>
              <a:cxn ang="0">
                <a:pos x="csX5" y="csY5"/>
              </a:cxn>
            </a:cxnLst>
            <a:rect l="l" t="t" r="r" b="b"/>
            <a:pathLst>
              <a:path w="4943561" h="4986910">
                <a:moveTo>
                  <a:pt x="2346237" y="0"/>
                </a:moveTo>
                <a:lnTo>
                  <a:pt x="4943561" y="0"/>
                </a:lnTo>
                <a:lnTo>
                  <a:pt x="4943561" y="4986910"/>
                </a:lnTo>
                <a:lnTo>
                  <a:pt x="0" y="4986910"/>
                </a:lnTo>
                <a:lnTo>
                  <a:pt x="1074705" y="975760"/>
                </a:lnTo>
                <a:cubicBezTo>
                  <a:pt x="1228876" y="400098"/>
                  <a:pt x="1750503" y="0"/>
                  <a:pt x="2346237" y="0"/>
                </a:cubicBezTo>
                <a:close/>
              </a:path>
            </a:pathLst>
          </a:custGeom>
          <a:solidFill>
            <a:schemeClr val="tx2"/>
          </a:solidFill>
        </p:spPr>
        <p:txBody>
          <a:bodyPr wrap="square">
            <a:noAutofit/>
          </a:bodyPr>
          <a:lstStyle>
            <a:lvl1pPr>
              <a:defRPr>
                <a:solidFill>
                  <a:schemeClr val="bg2"/>
                </a:solidFill>
              </a:defRPr>
            </a:lvl1pPr>
          </a:lstStyle>
          <a:p>
            <a:r>
              <a:rPr lang="en-US"/>
              <a:t>Click icon to add picture</a:t>
            </a:r>
            <a:endParaRPr lang="en-IN"/>
          </a:p>
        </p:txBody>
      </p:sp>
      <p:pic>
        <p:nvPicPr>
          <p:cNvPr id="51" name="Graphic 50">
            <a:extLst>
              <a:ext uri="{FF2B5EF4-FFF2-40B4-BE49-F238E27FC236}">
                <a16:creationId xmlns:a16="http://schemas.microsoft.com/office/drawing/2014/main" id="{43D6247B-FEA3-4A58-6416-A8648E9E3E5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359514" y="313310"/>
            <a:ext cx="2676276" cy="970026"/>
          </a:xfrm>
          <a:prstGeom prst="rect">
            <a:avLst/>
          </a:prstGeom>
        </p:spPr>
      </p:pic>
    </p:spTree>
    <p:extLst>
      <p:ext uri="{BB962C8B-B14F-4D97-AF65-F5344CB8AC3E}">
        <p14:creationId xmlns:p14="http://schemas.microsoft.com/office/powerpoint/2010/main" val="344315407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Logo Left">
    <p:bg>
      <p:bgRef idx="1001">
        <a:schemeClr val="bg2"/>
      </p:bgRef>
    </p:bg>
    <p:spTree>
      <p:nvGrpSpPr>
        <p:cNvPr id="1" name=""/>
        <p:cNvGrpSpPr/>
        <p:nvPr/>
      </p:nvGrpSpPr>
      <p:grpSpPr>
        <a:xfrm>
          <a:off x="0" y="0"/>
          <a:ext cx="0" cy="0"/>
          <a:chOff x="0" y="0"/>
          <a:chExt cx="0" cy="0"/>
        </a:xfrm>
      </p:grpSpPr>
      <p:sp>
        <p:nvSpPr>
          <p:cNvPr id="37" name="Freeform: Shape 36">
            <a:extLst>
              <a:ext uri="{FF2B5EF4-FFF2-40B4-BE49-F238E27FC236}">
                <a16:creationId xmlns:a16="http://schemas.microsoft.com/office/drawing/2014/main" id="{DC395B56-BB29-9B34-5B1B-AE2F9C0D7367}"/>
              </a:ext>
            </a:extLst>
          </p:cNvPr>
          <p:cNvSpPr/>
          <p:nvPr userDrawn="1"/>
        </p:nvSpPr>
        <p:spPr>
          <a:xfrm>
            <a:off x="0" y="0"/>
            <a:ext cx="9032311" cy="1695706"/>
          </a:xfrm>
          <a:custGeom>
            <a:avLst/>
            <a:gdLst>
              <a:gd name="csX0" fmla="*/ 0 w 9032311"/>
              <a:gd name="csY0" fmla="*/ 0 h 1695706"/>
              <a:gd name="csX1" fmla="*/ 9032311 w 9032311"/>
              <a:gd name="csY1" fmla="*/ 0 h 1695706"/>
              <a:gd name="csX2" fmla="*/ 8839412 w 9032311"/>
              <a:gd name="csY2" fmla="*/ 719945 h 1695706"/>
              <a:gd name="csX3" fmla="*/ 7567880 w 9032311"/>
              <a:gd name="csY3" fmla="*/ 1695706 h 1695706"/>
              <a:gd name="csX4" fmla="*/ 0 w 9032311"/>
              <a:gd name="csY4" fmla="*/ 1695706 h 1695706"/>
            </a:gdLst>
            <a:ahLst/>
            <a:cxnLst>
              <a:cxn ang="0">
                <a:pos x="csX0" y="csY0"/>
              </a:cxn>
              <a:cxn ang="0">
                <a:pos x="csX1" y="csY1"/>
              </a:cxn>
              <a:cxn ang="0">
                <a:pos x="csX2" y="csY2"/>
              </a:cxn>
              <a:cxn ang="0">
                <a:pos x="csX3" y="csY3"/>
              </a:cxn>
              <a:cxn ang="0">
                <a:pos x="csX4" y="csY4"/>
              </a:cxn>
            </a:cxnLst>
            <a:rect l="l" t="t" r="r" b="b"/>
            <a:pathLst>
              <a:path w="9032311" h="1695706">
                <a:moveTo>
                  <a:pt x="0" y="0"/>
                </a:moveTo>
                <a:lnTo>
                  <a:pt x="9032311" y="0"/>
                </a:lnTo>
                <a:lnTo>
                  <a:pt x="8839412" y="719945"/>
                </a:lnTo>
                <a:cubicBezTo>
                  <a:pt x="8685241" y="1295609"/>
                  <a:pt x="8163615" y="1695706"/>
                  <a:pt x="7567880" y="1695706"/>
                </a:cubicBezTo>
                <a:lnTo>
                  <a:pt x="0" y="1695706"/>
                </a:lnTo>
                <a:close/>
              </a:path>
            </a:pathLst>
          </a:custGeom>
          <a:solidFill>
            <a:schemeClr val="tx2"/>
          </a:solidFill>
          <a:ln w="21187" cap="flat">
            <a:noFill/>
            <a:prstDash val="solid"/>
            <a:miter/>
          </a:ln>
        </p:spPr>
        <p:txBody>
          <a:bodyPr wrap="square">
            <a:noAutofit/>
          </a:bodyPr>
          <a:lstStyle/>
          <a:p>
            <a:endParaRPr lang="en-IN">
              <a:solidFill>
                <a:schemeClr val="bg2"/>
              </a:solidFill>
            </a:endParaRPr>
          </a:p>
        </p:txBody>
      </p:sp>
      <p:sp>
        <p:nvSpPr>
          <p:cNvPr id="39" name="Freeform: Shape 38">
            <a:extLst>
              <a:ext uri="{FF2B5EF4-FFF2-40B4-BE49-F238E27FC236}">
                <a16:creationId xmlns:a16="http://schemas.microsoft.com/office/drawing/2014/main" id="{F2584681-446D-17E7-0D34-BD0FD1B8AB91}"/>
              </a:ext>
            </a:extLst>
          </p:cNvPr>
          <p:cNvSpPr/>
          <p:nvPr userDrawn="1"/>
        </p:nvSpPr>
        <p:spPr>
          <a:xfrm>
            <a:off x="-2" y="1871090"/>
            <a:ext cx="8162486" cy="4986910"/>
          </a:xfrm>
          <a:custGeom>
            <a:avLst/>
            <a:gdLst>
              <a:gd name="csX0" fmla="*/ 0 w 8162486"/>
              <a:gd name="csY0" fmla="*/ 0 h 4986910"/>
              <a:gd name="csX1" fmla="*/ 7372243 w 8162486"/>
              <a:gd name="csY1" fmla="*/ 0 h 4986910"/>
              <a:gd name="csX2" fmla="*/ 8135163 w 8162486"/>
              <a:gd name="csY2" fmla="*/ 994288 h 4986910"/>
              <a:gd name="csX3" fmla="*/ 7065283 w 8162486"/>
              <a:gd name="csY3" fmla="*/ 4986910 h 4986910"/>
              <a:gd name="csX4" fmla="*/ 0 w 8162486"/>
              <a:gd name="csY4" fmla="*/ 4986910 h 4986910"/>
            </a:gdLst>
            <a:ahLst/>
            <a:cxnLst>
              <a:cxn ang="0">
                <a:pos x="csX0" y="csY0"/>
              </a:cxn>
              <a:cxn ang="0">
                <a:pos x="csX1" y="csY1"/>
              </a:cxn>
              <a:cxn ang="0">
                <a:pos x="csX2" y="csY2"/>
              </a:cxn>
              <a:cxn ang="0">
                <a:pos x="csX3" y="csY3"/>
              </a:cxn>
              <a:cxn ang="0">
                <a:pos x="csX4" y="csY4"/>
              </a:cxn>
            </a:cxnLst>
            <a:rect l="l" t="t" r="r" b="b"/>
            <a:pathLst>
              <a:path w="8162486" h="4986910">
                <a:moveTo>
                  <a:pt x="0" y="0"/>
                </a:moveTo>
                <a:lnTo>
                  <a:pt x="7372243" y="0"/>
                </a:lnTo>
                <a:cubicBezTo>
                  <a:pt x="7891663" y="0"/>
                  <a:pt x="8269484" y="492733"/>
                  <a:pt x="8135163" y="994288"/>
                </a:cubicBezTo>
                <a:lnTo>
                  <a:pt x="7065283" y="4986910"/>
                </a:lnTo>
                <a:lnTo>
                  <a:pt x="0" y="4986910"/>
                </a:lnTo>
                <a:close/>
              </a:path>
            </a:pathLst>
          </a:custGeom>
          <a:solidFill>
            <a:schemeClr val="tx2"/>
          </a:solidFill>
          <a:ln w="21187" cap="flat">
            <a:noFill/>
            <a:prstDash val="solid"/>
            <a:miter/>
          </a:ln>
        </p:spPr>
        <p:txBody>
          <a:bodyPr wrap="square">
            <a:noAutofit/>
          </a:bodyPr>
          <a:lstStyle/>
          <a:p>
            <a:endParaRPr lang="en-IN">
              <a:solidFill>
                <a:schemeClr val="bg2"/>
              </a:solidFill>
            </a:endParaRPr>
          </a:p>
        </p:txBody>
      </p:sp>
      <p:sp>
        <p:nvSpPr>
          <p:cNvPr id="38" name="Freeform: Shape 37">
            <a:extLst>
              <a:ext uri="{FF2B5EF4-FFF2-40B4-BE49-F238E27FC236}">
                <a16:creationId xmlns:a16="http://schemas.microsoft.com/office/drawing/2014/main" id="{A8D127BE-DB42-DD11-EEDF-8F8C33CB3580}"/>
              </a:ext>
            </a:extLst>
          </p:cNvPr>
          <p:cNvSpPr/>
          <p:nvPr userDrawn="1"/>
        </p:nvSpPr>
        <p:spPr>
          <a:xfrm>
            <a:off x="8996803" y="0"/>
            <a:ext cx="3192149" cy="1695706"/>
          </a:xfrm>
          <a:custGeom>
            <a:avLst/>
            <a:gdLst>
              <a:gd name="csX0" fmla="*/ 215306 w 3192149"/>
              <a:gd name="csY0" fmla="*/ 0 h 1695706"/>
              <a:gd name="csX1" fmla="*/ 3192149 w 3192149"/>
              <a:gd name="csY1" fmla="*/ 0 h 1695706"/>
              <a:gd name="csX2" fmla="*/ 3192149 w 3192149"/>
              <a:gd name="csY2" fmla="*/ 1695706 h 1695706"/>
              <a:gd name="csX3" fmla="*/ 790243 w 3192149"/>
              <a:gd name="csY3" fmla="*/ 1695706 h 1695706"/>
              <a:gd name="csX4" fmla="*/ 27324 w 3192149"/>
              <a:gd name="csY4" fmla="*/ 701418 h 1695706"/>
            </a:gdLst>
            <a:ahLst/>
            <a:cxnLst>
              <a:cxn ang="0">
                <a:pos x="csX0" y="csY0"/>
              </a:cxn>
              <a:cxn ang="0">
                <a:pos x="csX1" y="csY1"/>
              </a:cxn>
              <a:cxn ang="0">
                <a:pos x="csX2" y="csY2"/>
              </a:cxn>
              <a:cxn ang="0">
                <a:pos x="csX3" y="csY3"/>
              </a:cxn>
              <a:cxn ang="0">
                <a:pos x="csX4" y="csY4"/>
              </a:cxn>
            </a:cxnLst>
            <a:rect l="l" t="t" r="r" b="b"/>
            <a:pathLst>
              <a:path w="3192149" h="1695706">
                <a:moveTo>
                  <a:pt x="215306" y="0"/>
                </a:moveTo>
                <a:lnTo>
                  <a:pt x="3192149" y="0"/>
                </a:lnTo>
                <a:lnTo>
                  <a:pt x="3192149" y="1695706"/>
                </a:lnTo>
                <a:lnTo>
                  <a:pt x="790243" y="1695706"/>
                </a:lnTo>
                <a:cubicBezTo>
                  <a:pt x="270822" y="1695706"/>
                  <a:pt x="-106999" y="1202973"/>
                  <a:pt x="27324" y="701418"/>
                </a:cubicBezTo>
                <a:close/>
              </a:path>
            </a:pathLst>
          </a:custGeom>
          <a:solidFill>
            <a:schemeClr val="tx2"/>
          </a:solidFill>
          <a:ln w="21187" cap="flat">
            <a:noFill/>
            <a:prstDash val="solid"/>
            <a:miter/>
          </a:ln>
        </p:spPr>
        <p:txBody>
          <a:bodyPr wrap="square">
            <a:noAutofit/>
          </a:bodyPr>
          <a:lstStyle/>
          <a:p>
            <a:endParaRPr lang="en-IN">
              <a:solidFill>
                <a:schemeClr val="bg2"/>
              </a:solidFill>
            </a:endParaRPr>
          </a:p>
        </p:txBody>
      </p:sp>
      <p:sp>
        <p:nvSpPr>
          <p:cNvPr id="2" name="Title 1">
            <a:extLst>
              <a:ext uri="{FF2B5EF4-FFF2-40B4-BE49-F238E27FC236}">
                <a16:creationId xmlns:a16="http://schemas.microsoft.com/office/drawing/2014/main" id="{2DE99185-CED1-69EA-D2C8-2015BFE5A6DB}"/>
              </a:ext>
            </a:extLst>
          </p:cNvPr>
          <p:cNvSpPr>
            <a:spLocks noGrp="1"/>
          </p:cNvSpPr>
          <p:nvPr userDrawn="1">
            <p:ph type="ctrTitle" hasCustomPrompt="1"/>
          </p:nvPr>
        </p:nvSpPr>
        <p:spPr>
          <a:xfrm>
            <a:off x="358139" y="2336061"/>
            <a:ext cx="5814061" cy="1711325"/>
          </a:xfrm>
          <a:prstGeom prst="rect">
            <a:avLst/>
          </a:prstGeom>
        </p:spPr>
        <p:txBody>
          <a:bodyPr wrap="square" anchor="b" anchorCtr="0">
            <a:noAutofit/>
          </a:bodyPr>
          <a:lstStyle>
            <a:lvl1pPr marL="0" algn="l" defTabSz="914400" rtl="0" eaLnBrk="1" latinLnBrk="0" hangingPunct="1">
              <a:lnSpc>
                <a:spcPct val="85000"/>
              </a:lnSpc>
              <a:spcBef>
                <a:spcPct val="0"/>
              </a:spcBef>
              <a:buNone/>
              <a:defRPr lang="en-US" sz="3600" b="1" kern="1200" dirty="0">
                <a:solidFill>
                  <a:schemeClr val="bg2"/>
                </a:solidFill>
                <a:latin typeface="+mj-lt"/>
                <a:ea typeface="+mj-ea"/>
                <a:cs typeface="+mj-cs"/>
              </a:defRPr>
            </a:lvl1pPr>
          </a:lstStyle>
          <a:p>
            <a:r>
              <a:rPr lang="en-US"/>
              <a:t>Click to add Presentation Title Here</a:t>
            </a:r>
          </a:p>
        </p:txBody>
      </p:sp>
      <p:sp>
        <p:nvSpPr>
          <p:cNvPr id="3" name="Subtitle 2">
            <a:extLst>
              <a:ext uri="{FF2B5EF4-FFF2-40B4-BE49-F238E27FC236}">
                <a16:creationId xmlns:a16="http://schemas.microsoft.com/office/drawing/2014/main" id="{CA321513-07B0-DCB5-93BE-19C0CEEBB217}"/>
              </a:ext>
            </a:extLst>
          </p:cNvPr>
          <p:cNvSpPr>
            <a:spLocks noGrp="1"/>
          </p:cNvSpPr>
          <p:nvPr userDrawn="1">
            <p:ph type="subTitle" idx="1" hasCustomPrompt="1"/>
          </p:nvPr>
        </p:nvSpPr>
        <p:spPr>
          <a:xfrm>
            <a:off x="358139" y="4236403"/>
            <a:ext cx="5812532" cy="648114"/>
          </a:xfrm>
        </p:spPr>
        <p:txBody>
          <a:bodyPr anchor="t" anchorCtr="0">
            <a:noAutofit/>
          </a:bodyPr>
          <a:lstStyle>
            <a:lvl1pPr marL="0" indent="0" algn="l" defTabSz="914400" rtl="0" eaLnBrk="1" latinLnBrk="0" hangingPunct="1">
              <a:lnSpc>
                <a:spcPct val="90000"/>
              </a:lnSpc>
              <a:spcBef>
                <a:spcPct val="0"/>
              </a:spcBef>
              <a:buNone/>
              <a:defRPr lang="en-US" sz="1800" b="0" kern="1200" dirty="0">
                <a:solidFill>
                  <a:schemeClr val="bg2"/>
                </a:solidFill>
                <a:latin typeface="+mn-lt"/>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Place subtitle here</a:t>
            </a:r>
          </a:p>
        </p:txBody>
      </p:sp>
      <p:sp>
        <p:nvSpPr>
          <p:cNvPr id="50" name="Date Placeholder 49">
            <a:extLst>
              <a:ext uri="{FF2B5EF4-FFF2-40B4-BE49-F238E27FC236}">
                <a16:creationId xmlns:a16="http://schemas.microsoft.com/office/drawing/2014/main" id="{D8B272DA-3E2F-9CC5-607E-CB39CEAF8562}"/>
              </a:ext>
            </a:extLst>
          </p:cNvPr>
          <p:cNvSpPr>
            <a:spLocks noGrp="1"/>
          </p:cNvSpPr>
          <p:nvPr userDrawn="1">
            <p:ph type="dt" sz="half" idx="2"/>
          </p:nvPr>
        </p:nvSpPr>
        <p:spPr>
          <a:xfrm>
            <a:off x="378459" y="6149230"/>
            <a:ext cx="2743200" cy="230933"/>
          </a:xfrm>
          <a:prstGeom prst="rect">
            <a:avLst/>
          </a:prstGeom>
        </p:spPr>
        <p:txBody>
          <a:bodyPr vert="horz" lIns="0" tIns="0" rIns="0" bIns="0" rtlCol="0" anchor="b"/>
          <a:lstStyle>
            <a:lvl1pPr algn="l">
              <a:defRPr sz="1200">
                <a:solidFill>
                  <a:schemeClr val="bg2"/>
                </a:solidFill>
                <a:latin typeface="NB Akademie Mono Std" panose="020B0509050000020004" pitchFamily="49" charset="0"/>
              </a:defRPr>
            </a:lvl1pPr>
          </a:lstStyle>
          <a:p>
            <a:fld id="{F43AF378-1E4A-44DA-8F3C-A19444B0815B}" type="datetime3">
              <a:rPr lang="en-US" smtClean="0"/>
              <a:pPr/>
              <a:t>25 June 2026</a:t>
            </a:fld>
            <a:endParaRPr lang="en-IN"/>
          </a:p>
        </p:txBody>
      </p:sp>
      <p:sp>
        <p:nvSpPr>
          <p:cNvPr id="48" name="Picture Placeholder 47">
            <a:extLst>
              <a:ext uri="{FF2B5EF4-FFF2-40B4-BE49-F238E27FC236}">
                <a16:creationId xmlns:a16="http://schemas.microsoft.com/office/drawing/2014/main" id="{3F9BEE85-507F-6292-424A-7E65234B061F}"/>
              </a:ext>
            </a:extLst>
          </p:cNvPr>
          <p:cNvSpPr>
            <a:spLocks noGrp="1"/>
          </p:cNvSpPr>
          <p:nvPr>
            <p:ph type="pic" sz="quarter" idx="10"/>
          </p:nvPr>
        </p:nvSpPr>
        <p:spPr>
          <a:xfrm>
            <a:off x="7245393" y="1871090"/>
            <a:ext cx="4943561" cy="4986910"/>
          </a:xfrm>
          <a:custGeom>
            <a:avLst/>
            <a:gdLst>
              <a:gd name="csX0" fmla="*/ 2346237 w 4943561"/>
              <a:gd name="csY0" fmla="*/ 0 h 4986910"/>
              <a:gd name="csX1" fmla="*/ 4943561 w 4943561"/>
              <a:gd name="csY1" fmla="*/ 0 h 4986910"/>
              <a:gd name="csX2" fmla="*/ 4943561 w 4943561"/>
              <a:gd name="csY2" fmla="*/ 4986910 h 4986910"/>
              <a:gd name="csX3" fmla="*/ 0 w 4943561"/>
              <a:gd name="csY3" fmla="*/ 4986910 h 4986910"/>
              <a:gd name="csX4" fmla="*/ 1074705 w 4943561"/>
              <a:gd name="csY4" fmla="*/ 975760 h 4986910"/>
              <a:gd name="csX5" fmla="*/ 2346237 w 4943561"/>
              <a:gd name="csY5" fmla="*/ 0 h 4986910"/>
            </a:gdLst>
            <a:ahLst/>
            <a:cxnLst>
              <a:cxn ang="0">
                <a:pos x="csX0" y="csY0"/>
              </a:cxn>
              <a:cxn ang="0">
                <a:pos x="csX1" y="csY1"/>
              </a:cxn>
              <a:cxn ang="0">
                <a:pos x="csX2" y="csY2"/>
              </a:cxn>
              <a:cxn ang="0">
                <a:pos x="csX3" y="csY3"/>
              </a:cxn>
              <a:cxn ang="0">
                <a:pos x="csX4" y="csY4"/>
              </a:cxn>
              <a:cxn ang="0">
                <a:pos x="csX5" y="csY5"/>
              </a:cxn>
            </a:cxnLst>
            <a:rect l="l" t="t" r="r" b="b"/>
            <a:pathLst>
              <a:path w="4943561" h="4986910">
                <a:moveTo>
                  <a:pt x="2346237" y="0"/>
                </a:moveTo>
                <a:lnTo>
                  <a:pt x="4943561" y="0"/>
                </a:lnTo>
                <a:lnTo>
                  <a:pt x="4943561" y="4986910"/>
                </a:lnTo>
                <a:lnTo>
                  <a:pt x="0" y="4986910"/>
                </a:lnTo>
                <a:lnTo>
                  <a:pt x="1074705" y="975760"/>
                </a:lnTo>
                <a:cubicBezTo>
                  <a:pt x="1228876" y="400098"/>
                  <a:pt x="1750503" y="0"/>
                  <a:pt x="2346237" y="0"/>
                </a:cubicBezTo>
                <a:close/>
              </a:path>
            </a:pathLst>
          </a:custGeom>
          <a:solidFill>
            <a:schemeClr val="tx2"/>
          </a:solidFill>
        </p:spPr>
        <p:txBody>
          <a:bodyPr wrap="square">
            <a:noAutofit/>
          </a:bodyPr>
          <a:lstStyle>
            <a:lvl1pPr>
              <a:defRPr>
                <a:solidFill>
                  <a:schemeClr val="bg2"/>
                </a:solidFill>
              </a:defRPr>
            </a:lvl1pPr>
          </a:lstStyle>
          <a:p>
            <a:r>
              <a:rPr lang="en-US"/>
              <a:t>Click icon to add picture</a:t>
            </a:r>
            <a:endParaRPr lang="en-IN"/>
          </a:p>
        </p:txBody>
      </p:sp>
      <p:pic>
        <p:nvPicPr>
          <p:cNvPr id="5" name="Graphic 4">
            <a:extLst>
              <a:ext uri="{FF2B5EF4-FFF2-40B4-BE49-F238E27FC236}">
                <a16:creationId xmlns:a16="http://schemas.microsoft.com/office/drawing/2014/main" id="{E14ABB0A-5755-8D62-03AD-282348CE70D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27965" y="238714"/>
            <a:ext cx="2775084" cy="1005840"/>
          </a:xfrm>
          <a:prstGeom prst="rect">
            <a:avLst/>
          </a:prstGeom>
        </p:spPr>
      </p:pic>
    </p:spTree>
    <p:extLst>
      <p:ext uri="{BB962C8B-B14F-4D97-AF65-F5344CB8AC3E}">
        <p14:creationId xmlns:p14="http://schemas.microsoft.com/office/powerpoint/2010/main" val="1610112378"/>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99185-CED1-69EA-D2C8-2015BFE5A6DB}"/>
              </a:ext>
            </a:extLst>
          </p:cNvPr>
          <p:cNvSpPr>
            <a:spLocks noGrp="1"/>
          </p:cNvSpPr>
          <p:nvPr userDrawn="1">
            <p:ph type="ctrTitle" hasCustomPrompt="1"/>
          </p:nvPr>
        </p:nvSpPr>
        <p:spPr>
          <a:xfrm>
            <a:off x="358139" y="1929389"/>
            <a:ext cx="5814061" cy="2117997"/>
          </a:xfrm>
          <a:prstGeom prst="rect">
            <a:avLst/>
          </a:prstGeom>
        </p:spPr>
        <p:txBody>
          <a:bodyPr wrap="square" anchor="t" anchorCtr="0">
            <a:noAutofit/>
          </a:bodyPr>
          <a:lstStyle>
            <a:lvl1pPr marL="0" algn="l" defTabSz="914400" rtl="0" eaLnBrk="1" latinLnBrk="0" hangingPunct="1">
              <a:lnSpc>
                <a:spcPct val="85000"/>
              </a:lnSpc>
              <a:spcBef>
                <a:spcPct val="0"/>
              </a:spcBef>
              <a:buNone/>
              <a:defRPr lang="en-US" sz="3600" b="1" kern="1200" dirty="0">
                <a:solidFill>
                  <a:schemeClr val="tx2"/>
                </a:solidFill>
                <a:latin typeface="+mj-lt"/>
                <a:ea typeface="+mj-ea"/>
                <a:cs typeface="+mj-cs"/>
              </a:defRPr>
            </a:lvl1pPr>
          </a:lstStyle>
          <a:p>
            <a:r>
              <a:rPr lang="en-US"/>
              <a:t>Click to add Presentation Title Here</a:t>
            </a:r>
          </a:p>
        </p:txBody>
      </p:sp>
      <p:sp>
        <p:nvSpPr>
          <p:cNvPr id="3" name="Subtitle 2">
            <a:extLst>
              <a:ext uri="{FF2B5EF4-FFF2-40B4-BE49-F238E27FC236}">
                <a16:creationId xmlns:a16="http://schemas.microsoft.com/office/drawing/2014/main" id="{CA321513-07B0-DCB5-93BE-19C0CEEBB217}"/>
              </a:ext>
            </a:extLst>
          </p:cNvPr>
          <p:cNvSpPr>
            <a:spLocks noGrp="1"/>
          </p:cNvSpPr>
          <p:nvPr userDrawn="1">
            <p:ph type="subTitle" idx="1" hasCustomPrompt="1"/>
          </p:nvPr>
        </p:nvSpPr>
        <p:spPr>
          <a:xfrm>
            <a:off x="358139" y="4928611"/>
            <a:ext cx="5812532" cy="648114"/>
          </a:xfrm>
        </p:spPr>
        <p:txBody>
          <a:bodyPr anchor="t" anchorCtr="0">
            <a:noAutofit/>
          </a:bodyPr>
          <a:lstStyle>
            <a:lvl1pPr marL="0" indent="0" algn="l" defTabSz="914400" rtl="0" eaLnBrk="1" latinLnBrk="0" hangingPunct="1">
              <a:lnSpc>
                <a:spcPct val="90000"/>
              </a:lnSpc>
              <a:spcBef>
                <a:spcPct val="0"/>
              </a:spcBef>
              <a:buNone/>
              <a:defRPr lang="en-US" sz="1800" b="0" kern="1200" dirty="0">
                <a:solidFill>
                  <a:schemeClr val="tx2"/>
                </a:solidFill>
                <a:latin typeface="+mn-lt"/>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Place subtitle here</a:t>
            </a:r>
          </a:p>
        </p:txBody>
      </p:sp>
      <p:sp>
        <p:nvSpPr>
          <p:cNvPr id="50" name="Date Placeholder 49">
            <a:extLst>
              <a:ext uri="{FF2B5EF4-FFF2-40B4-BE49-F238E27FC236}">
                <a16:creationId xmlns:a16="http://schemas.microsoft.com/office/drawing/2014/main" id="{D8B272DA-3E2F-9CC5-607E-CB39CEAF8562}"/>
              </a:ext>
            </a:extLst>
          </p:cNvPr>
          <p:cNvSpPr>
            <a:spLocks noGrp="1"/>
          </p:cNvSpPr>
          <p:nvPr userDrawn="1">
            <p:ph type="dt" sz="half" idx="2"/>
          </p:nvPr>
        </p:nvSpPr>
        <p:spPr>
          <a:xfrm>
            <a:off x="378459" y="6149230"/>
            <a:ext cx="2743200" cy="230933"/>
          </a:xfrm>
          <a:prstGeom prst="rect">
            <a:avLst/>
          </a:prstGeom>
        </p:spPr>
        <p:txBody>
          <a:bodyPr vert="horz" lIns="0" tIns="0" rIns="0" bIns="0" rtlCol="0" anchor="b"/>
          <a:lstStyle>
            <a:lvl1pPr algn="l">
              <a:defRPr sz="1200">
                <a:solidFill>
                  <a:schemeClr val="tx2"/>
                </a:solidFill>
                <a:latin typeface="NB Akademie Mono Std" panose="020B0509050000020004" pitchFamily="49" charset="0"/>
              </a:defRPr>
            </a:lvl1pPr>
          </a:lstStyle>
          <a:p>
            <a:fld id="{21B051E8-81A4-4653-AC44-2C1073BA5A8B}" type="datetime3">
              <a:rPr lang="en-US" smtClean="0"/>
              <a:pPr/>
              <a:t>25 June 2026</a:t>
            </a:fld>
            <a:endParaRPr lang="en-IN"/>
          </a:p>
        </p:txBody>
      </p:sp>
      <p:sp>
        <p:nvSpPr>
          <p:cNvPr id="4" name="Freeform: Shape 3">
            <a:extLst>
              <a:ext uri="{FF2B5EF4-FFF2-40B4-BE49-F238E27FC236}">
                <a16:creationId xmlns:a16="http://schemas.microsoft.com/office/drawing/2014/main" id="{EC403779-3C08-7213-63A4-BEA98B449D9B}"/>
              </a:ext>
            </a:extLst>
          </p:cNvPr>
          <p:cNvSpPr/>
          <p:nvPr userDrawn="1"/>
        </p:nvSpPr>
        <p:spPr>
          <a:xfrm>
            <a:off x="-6413" y="0"/>
            <a:ext cx="12188951" cy="6858000"/>
          </a:xfrm>
          <a:custGeom>
            <a:avLst/>
            <a:gdLst>
              <a:gd name="csX0" fmla="*/ 9511531 w 12188951"/>
              <a:gd name="csY0" fmla="*/ 0 h 6858000"/>
              <a:gd name="csX1" fmla="*/ 9714833 w 12188951"/>
              <a:gd name="csY1" fmla="*/ 0 h 6858000"/>
              <a:gd name="csX2" fmla="*/ 8823605 w 12188951"/>
              <a:gd name="csY2" fmla="*/ 3317216 h 6858000"/>
              <a:gd name="csX3" fmla="*/ 9639269 w 12188951"/>
              <a:gd name="csY3" fmla="*/ 4380097 h 6858000"/>
              <a:gd name="csX4" fmla="*/ 12188951 w 12188951"/>
              <a:gd name="csY4" fmla="*/ 4380097 h 6858000"/>
              <a:gd name="csX5" fmla="*/ 12188951 w 12188951"/>
              <a:gd name="csY5" fmla="*/ 6858000 h 6858000"/>
              <a:gd name="csX6" fmla="*/ 12188950 w 12188951"/>
              <a:gd name="csY6" fmla="*/ 6858000 h 6858000"/>
              <a:gd name="csX7" fmla="*/ 12188950 w 12188951"/>
              <a:gd name="csY7" fmla="*/ 4557177 h 6858000"/>
              <a:gd name="csX8" fmla="*/ 9618929 w 12188951"/>
              <a:gd name="csY8" fmla="*/ 4557177 h 6858000"/>
              <a:gd name="csX9" fmla="*/ 8259389 w 12188951"/>
              <a:gd name="csY9" fmla="*/ 5600404 h 6858000"/>
              <a:gd name="csX10" fmla="*/ 7922414 w 12188951"/>
              <a:gd name="csY10" fmla="*/ 6858000 h 6858000"/>
              <a:gd name="csX11" fmla="*/ 7728121 w 12188951"/>
              <a:gd name="csY11" fmla="*/ 6858000 h 6858000"/>
              <a:gd name="csX12" fmla="*/ 8059859 w 12188951"/>
              <a:gd name="csY12" fmla="*/ 5620059 h 6858000"/>
              <a:gd name="csX13" fmla="*/ 7244197 w 12188951"/>
              <a:gd name="csY13" fmla="*/ 4557176 h 6858000"/>
              <a:gd name="csX14" fmla="*/ 0 w 12188951"/>
              <a:gd name="csY14" fmla="*/ 4557176 h 6858000"/>
              <a:gd name="csX15" fmla="*/ 0 w 12188951"/>
              <a:gd name="csY15" fmla="*/ 4380097 h 6858000"/>
              <a:gd name="csX16" fmla="*/ 7264845 w 12188951"/>
              <a:gd name="csY16" fmla="*/ 4380097 h 6858000"/>
              <a:gd name="csX17" fmla="*/ 8624385 w 12188951"/>
              <a:gd name="csY17" fmla="*/ 3336871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2188951" h="6858000">
                <a:moveTo>
                  <a:pt x="9511531" y="0"/>
                </a:moveTo>
                <a:lnTo>
                  <a:pt x="9714833" y="0"/>
                </a:lnTo>
                <a:lnTo>
                  <a:pt x="8823605" y="3317216"/>
                </a:lnTo>
                <a:cubicBezTo>
                  <a:pt x="8679882" y="3853416"/>
                  <a:pt x="9084028" y="4380097"/>
                  <a:pt x="9639269" y="4380097"/>
                </a:cubicBezTo>
                <a:lnTo>
                  <a:pt x="12188951" y="4380097"/>
                </a:lnTo>
                <a:lnTo>
                  <a:pt x="12188951" y="6858000"/>
                </a:lnTo>
                <a:lnTo>
                  <a:pt x="12188950" y="6858000"/>
                </a:lnTo>
                <a:lnTo>
                  <a:pt x="12188950" y="4557177"/>
                </a:lnTo>
                <a:lnTo>
                  <a:pt x="9618929" y="4557177"/>
                </a:lnTo>
                <a:cubicBezTo>
                  <a:pt x="8981998" y="4557177"/>
                  <a:pt x="8424300" y="4984971"/>
                  <a:pt x="8259389" y="5600404"/>
                </a:cubicBezTo>
                <a:lnTo>
                  <a:pt x="7922414" y="6858000"/>
                </a:lnTo>
                <a:lnTo>
                  <a:pt x="7728121" y="6858000"/>
                </a:lnTo>
                <a:lnTo>
                  <a:pt x="8059859" y="5620059"/>
                </a:lnTo>
                <a:cubicBezTo>
                  <a:pt x="8203583" y="5083856"/>
                  <a:pt x="7799437" y="4557176"/>
                  <a:pt x="7244197" y="4557176"/>
                </a:cubicBezTo>
                <a:lnTo>
                  <a:pt x="0" y="4557176"/>
                </a:lnTo>
                <a:lnTo>
                  <a:pt x="0" y="4380097"/>
                </a:lnTo>
                <a:lnTo>
                  <a:pt x="7264845" y="4380097"/>
                </a:lnTo>
                <a:cubicBezTo>
                  <a:pt x="7901774" y="4380097"/>
                  <a:pt x="8459472" y="3952303"/>
                  <a:pt x="8624385" y="3336871"/>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pic>
        <p:nvPicPr>
          <p:cNvPr id="5" name="Graphic 4">
            <a:extLst>
              <a:ext uri="{FF2B5EF4-FFF2-40B4-BE49-F238E27FC236}">
                <a16:creationId xmlns:a16="http://schemas.microsoft.com/office/drawing/2014/main" id="{E09C07F6-E169-6E1E-6102-36C801A9B14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27965" y="238714"/>
            <a:ext cx="2775084" cy="1005840"/>
          </a:xfrm>
          <a:prstGeom prst="rect">
            <a:avLst/>
          </a:prstGeom>
        </p:spPr>
      </p:pic>
    </p:spTree>
    <p:extLst>
      <p:ext uri="{BB962C8B-B14F-4D97-AF65-F5344CB8AC3E}">
        <p14:creationId xmlns:p14="http://schemas.microsoft.com/office/powerpoint/2010/main" val="3133852172"/>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bg>
      <p:bgPr>
        <a:solidFill>
          <a:schemeClr val="accent2"/>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6E9BF84D-1529-162D-3D1E-5BB20C596929}"/>
              </a:ext>
            </a:extLst>
          </p:cNvPr>
          <p:cNvSpPr>
            <a:spLocks noGrp="1"/>
          </p:cNvSpPr>
          <p:nvPr>
            <p:ph type="pic" sz="quarter" idx="14"/>
          </p:nvPr>
        </p:nvSpPr>
        <p:spPr>
          <a:xfrm>
            <a:off x="6410419" y="0"/>
            <a:ext cx="5780058" cy="3341758"/>
          </a:xfrm>
          <a:custGeom>
            <a:avLst/>
            <a:gdLst>
              <a:gd name="csX0" fmla="*/ 726129 w 5780058"/>
              <a:gd name="csY0" fmla="*/ 0 h 3341758"/>
              <a:gd name="csX1" fmla="*/ 5780058 w 5780058"/>
              <a:gd name="csY1" fmla="*/ 0 h 3341758"/>
              <a:gd name="csX2" fmla="*/ 5780058 w 5780058"/>
              <a:gd name="csY2" fmla="*/ 3341758 h 3341758"/>
              <a:gd name="csX3" fmla="*/ 559663 w 5780058"/>
              <a:gd name="csY3" fmla="*/ 3341758 h 3341758"/>
              <a:gd name="csX4" fmla="*/ 559663 w 5780058"/>
              <a:gd name="csY4" fmla="*/ 3341545 h 3341758"/>
              <a:gd name="csX5" fmla="*/ 19349 w 5780058"/>
              <a:gd name="csY5" fmla="*/ 2637550 h 3341758"/>
            </a:gdLst>
            <a:ahLst/>
            <a:cxnLst>
              <a:cxn ang="0">
                <a:pos x="csX0" y="csY0"/>
              </a:cxn>
              <a:cxn ang="0">
                <a:pos x="csX1" y="csY1"/>
              </a:cxn>
              <a:cxn ang="0">
                <a:pos x="csX2" y="csY2"/>
              </a:cxn>
              <a:cxn ang="0">
                <a:pos x="csX3" y="csY3"/>
              </a:cxn>
              <a:cxn ang="0">
                <a:pos x="csX4" y="csY4"/>
              </a:cxn>
              <a:cxn ang="0">
                <a:pos x="csX5" y="csY5"/>
              </a:cxn>
            </a:cxnLst>
            <a:rect l="l" t="t" r="r" b="b"/>
            <a:pathLst>
              <a:path w="5780058" h="3341758">
                <a:moveTo>
                  <a:pt x="726129" y="0"/>
                </a:moveTo>
                <a:lnTo>
                  <a:pt x="5780058" y="0"/>
                </a:lnTo>
                <a:lnTo>
                  <a:pt x="5780058" y="3341758"/>
                </a:lnTo>
                <a:lnTo>
                  <a:pt x="559663" y="3341758"/>
                </a:lnTo>
                <a:lnTo>
                  <a:pt x="559663" y="3341545"/>
                </a:lnTo>
                <a:cubicBezTo>
                  <a:pt x="191814" y="3341545"/>
                  <a:pt x="-75774" y="2992761"/>
                  <a:pt x="19349" y="2637550"/>
                </a:cubicBezTo>
                <a:close/>
              </a:path>
            </a:pathLst>
          </a:custGeom>
          <a:solidFill>
            <a:schemeClr val="tx2"/>
          </a:solidFill>
          <a:ln>
            <a:noFill/>
          </a:ln>
        </p:spPr>
        <p:txBody>
          <a:bodyPr wrap="square">
            <a:noAutofit/>
          </a:bodyPr>
          <a:lstStyle/>
          <a:p>
            <a:r>
              <a:rPr lang="en-US"/>
              <a:t>Click icon to add picture</a:t>
            </a:r>
            <a:endParaRPr lang="en-IN"/>
          </a:p>
        </p:txBody>
      </p:sp>
      <p:sp>
        <p:nvSpPr>
          <p:cNvPr id="7" name="Picture Placeholder 6">
            <a:extLst>
              <a:ext uri="{FF2B5EF4-FFF2-40B4-BE49-F238E27FC236}">
                <a16:creationId xmlns:a16="http://schemas.microsoft.com/office/drawing/2014/main" id="{F6C3787B-6EAB-3CDC-401F-F5B64A0777FA}"/>
              </a:ext>
            </a:extLst>
          </p:cNvPr>
          <p:cNvSpPr>
            <a:spLocks noGrp="1"/>
          </p:cNvSpPr>
          <p:nvPr>
            <p:ph type="pic" sz="quarter" idx="15"/>
          </p:nvPr>
        </p:nvSpPr>
        <p:spPr>
          <a:xfrm>
            <a:off x="5217119" y="3500176"/>
            <a:ext cx="6973145" cy="3357824"/>
          </a:xfrm>
          <a:custGeom>
            <a:avLst/>
            <a:gdLst>
              <a:gd name="csX0" fmla="*/ 1614995 w 6973145"/>
              <a:gd name="csY0" fmla="*/ 0 h 3357824"/>
              <a:gd name="csX1" fmla="*/ 6973145 w 6973145"/>
              <a:gd name="csY1" fmla="*/ 0 h 3357824"/>
              <a:gd name="csX2" fmla="*/ 6973145 w 6973145"/>
              <a:gd name="csY2" fmla="*/ 3357824 h 3357824"/>
              <a:gd name="csX3" fmla="*/ 0 w 6973145"/>
              <a:gd name="csY3" fmla="*/ 3357824 h 3357824"/>
              <a:gd name="csX4" fmla="*/ 714543 w 6973145"/>
              <a:gd name="csY4" fmla="*/ 690926 h 3357824"/>
              <a:gd name="csX5" fmla="*/ 1614995 w 6973145"/>
              <a:gd name="csY5" fmla="*/ 0 h 3357824"/>
            </a:gdLst>
            <a:ahLst/>
            <a:cxnLst>
              <a:cxn ang="0">
                <a:pos x="csX0" y="csY0"/>
              </a:cxn>
              <a:cxn ang="0">
                <a:pos x="csX1" y="csY1"/>
              </a:cxn>
              <a:cxn ang="0">
                <a:pos x="csX2" y="csY2"/>
              </a:cxn>
              <a:cxn ang="0">
                <a:pos x="csX3" y="csY3"/>
              </a:cxn>
              <a:cxn ang="0">
                <a:pos x="csX4" y="csY4"/>
              </a:cxn>
              <a:cxn ang="0">
                <a:pos x="csX5" y="csY5"/>
              </a:cxn>
            </a:cxnLst>
            <a:rect l="l" t="t" r="r" b="b"/>
            <a:pathLst>
              <a:path w="6973145" h="3357824">
                <a:moveTo>
                  <a:pt x="1614995" y="0"/>
                </a:moveTo>
                <a:lnTo>
                  <a:pt x="6973145" y="0"/>
                </a:lnTo>
                <a:lnTo>
                  <a:pt x="6973145" y="3357824"/>
                </a:lnTo>
                <a:lnTo>
                  <a:pt x="0" y="3357824"/>
                </a:lnTo>
                <a:lnTo>
                  <a:pt x="714543" y="690926"/>
                </a:lnTo>
                <a:cubicBezTo>
                  <a:pt x="823805" y="283440"/>
                  <a:pt x="1193156" y="0"/>
                  <a:pt x="1614995" y="0"/>
                </a:cubicBezTo>
                <a:close/>
              </a:path>
            </a:pathLst>
          </a:custGeom>
          <a:solidFill>
            <a:schemeClr val="tx2"/>
          </a:solidFill>
          <a:ln>
            <a:noFill/>
          </a:ln>
        </p:spPr>
        <p:txBody>
          <a:bodyPr wrap="square">
            <a:noAutofit/>
          </a:bodyPr>
          <a:lstStyle/>
          <a:p>
            <a:r>
              <a:rPr lang="en-US"/>
              <a:t>Click icon to add picture</a:t>
            </a:r>
            <a:endParaRPr lang="en-IN"/>
          </a:p>
        </p:txBody>
      </p:sp>
      <p:sp>
        <p:nvSpPr>
          <p:cNvPr id="12" name="Title 1">
            <a:extLst>
              <a:ext uri="{FF2B5EF4-FFF2-40B4-BE49-F238E27FC236}">
                <a16:creationId xmlns:a16="http://schemas.microsoft.com/office/drawing/2014/main" id="{FABD8CB9-4AA7-70B3-131B-9BE5BC203327}"/>
              </a:ext>
            </a:extLst>
          </p:cNvPr>
          <p:cNvSpPr>
            <a:spLocks noGrp="1"/>
          </p:cNvSpPr>
          <p:nvPr>
            <p:ph type="ctrTitle" hasCustomPrompt="1"/>
          </p:nvPr>
        </p:nvSpPr>
        <p:spPr>
          <a:xfrm>
            <a:off x="358140" y="2243714"/>
            <a:ext cx="4986698" cy="2117997"/>
          </a:xfrm>
          <a:prstGeom prst="rect">
            <a:avLst/>
          </a:prstGeom>
        </p:spPr>
        <p:txBody>
          <a:bodyPr wrap="square" anchor="ctr" anchorCtr="0">
            <a:noAutofit/>
          </a:bodyPr>
          <a:lstStyle>
            <a:lvl1pPr marL="0" algn="l" defTabSz="914400" rtl="0" eaLnBrk="1" latinLnBrk="0" hangingPunct="1">
              <a:lnSpc>
                <a:spcPct val="85000"/>
              </a:lnSpc>
              <a:spcBef>
                <a:spcPct val="0"/>
              </a:spcBef>
              <a:buNone/>
              <a:defRPr lang="en-US" sz="3600" b="1" kern="1200" dirty="0">
                <a:solidFill>
                  <a:schemeClr val="tx2"/>
                </a:solidFill>
                <a:latin typeface="+mj-lt"/>
                <a:ea typeface="+mj-ea"/>
                <a:cs typeface="+mj-cs"/>
              </a:defRPr>
            </a:lvl1pPr>
          </a:lstStyle>
          <a:p>
            <a:r>
              <a:rPr lang="en-US"/>
              <a:t>Click to add Presentation Title Here Four Lines, Lorem Ipsum</a:t>
            </a:r>
          </a:p>
        </p:txBody>
      </p:sp>
      <p:sp>
        <p:nvSpPr>
          <p:cNvPr id="13" name="Subtitle 2">
            <a:extLst>
              <a:ext uri="{FF2B5EF4-FFF2-40B4-BE49-F238E27FC236}">
                <a16:creationId xmlns:a16="http://schemas.microsoft.com/office/drawing/2014/main" id="{B1ECC510-3BA0-4FF0-3245-19836704BA89}"/>
              </a:ext>
            </a:extLst>
          </p:cNvPr>
          <p:cNvSpPr>
            <a:spLocks noGrp="1"/>
          </p:cNvSpPr>
          <p:nvPr>
            <p:ph type="subTitle" idx="1" hasCustomPrompt="1"/>
          </p:nvPr>
        </p:nvSpPr>
        <p:spPr>
          <a:xfrm>
            <a:off x="358139" y="4545772"/>
            <a:ext cx="4985386" cy="648114"/>
          </a:xfrm>
        </p:spPr>
        <p:txBody>
          <a:bodyPr anchor="ctr" anchorCtr="0">
            <a:noAutofit/>
          </a:bodyPr>
          <a:lstStyle>
            <a:lvl1pPr marL="0" indent="0" algn="l" defTabSz="914400" rtl="0" eaLnBrk="1" latinLnBrk="0" hangingPunct="1">
              <a:lnSpc>
                <a:spcPct val="90000"/>
              </a:lnSpc>
              <a:spcBef>
                <a:spcPct val="0"/>
              </a:spcBef>
              <a:buNone/>
              <a:defRPr lang="en-US" sz="1800" b="0" kern="1200" dirty="0">
                <a:solidFill>
                  <a:schemeClr val="tx2"/>
                </a:solidFill>
                <a:latin typeface="+mn-lt"/>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Place subtitle here</a:t>
            </a:r>
          </a:p>
        </p:txBody>
      </p:sp>
      <p:sp>
        <p:nvSpPr>
          <p:cNvPr id="15" name="Date Placeholder 49">
            <a:extLst>
              <a:ext uri="{FF2B5EF4-FFF2-40B4-BE49-F238E27FC236}">
                <a16:creationId xmlns:a16="http://schemas.microsoft.com/office/drawing/2014/main" id="{EE3CADC8-A075-4948-D6C0-B2634CE2A74C}"/>
              </a:ext>
            </a:extLst>
          </p:cNvPr>
          <p:cNvSpPr>
            <a:spLocks noGrp="1"/>
          </p:cNvSpPr>
          <p:nvPr>
            <p:ph type="dt" sz="half" idx="2"/>
          </p:nvPr>
        </p:nvSpPr>
        <p:spPr>
          <a:xfrm>
            <a:off x="378459" y="5377946"/>
            <a:ext cx="2743200" cy="230933"/>
          </a:xfrm>
          <a:prstGeom prst="rect">
            <a:avLst/>
          </a:prstGeom>
        </p:spPr>
        <p:txBody>
          <a:bodyPr vert="horz" lIns="0" tIns="0" rIns="0" bIns="0" rtlCol="0" anchor="b"/>
          <a:lstStyle>
            <a:lvl1pPr algn="l">
              <a:defRPr sz="1200">
                <a:solidFill>
                  <a:schemeClr val="tx2"/>
                </a:solidFill>
                <a:latin typeface="NB Akademie Mono Std" panose="020B0509050000020004" pitchFamily="49" charset="0"/>
              </a:defRPr>
            </a:lvl1pPr>
          </a:lstStyle>
          <a:p>
            <a:fld id="{DAD35F8D-3607-4683-9678-B80260A6C840}" type="datetime3">
              <a:rPr lang="en-US" smtClean="0"/>
              <a:pPr/>
              <a:t>25 June 2026</a:t>
            </a:fld>
            <a:endParaRPr lang="en-IN"/>
          </a:p>
        </p:txBody>
      </p:sp>
      <p:pic>
        <p:nvPicPr>
          <p:cNvPr id="2" name="Graphic 1">
            <a:extLst>
              <a:ext uri="{FF2B5EF4-FFF2-40B4-BE49-F238E27FC236}">
                <a16:creationId xmlns:a16="http://schemas.microsoft.com/office/drawing/2014/main" id="{F29EE8FF-75CF-5D41-4566-FB60CE64094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27965" y="238714"/>
            <a:ext cx="2775084" cy="1005840"/>
          </a:xfrm>
          <a:prstGeom prst="rect">
            <a:avLst/>
          </a:prstGeom>
        </p:spPr>
      </p:pic>
    </p:spTree>
    <p:extLst>
      <p:ext uri="{BB962C8B-B14F-4D97-AF65-F5344CB8AC3E}">
        <p14:creationId xmlns:p14="http://schemas.microsoft.com/office/powerpoint/2010/main" val="3678729540"/>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ection Divider with Image">
    <p:bg>
      <p:bgRef idx="1001">
        <a:schemeClr val="bg2"/>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6E9BF84D-1529-162D-3D1E-5BB20C596929}"/>
              </a:ext>
            </a:extLst>
          </p:cNvPr>
          <p:cNvSpPr>
            <a:spLocks noGrp="1"/>
          </p:cNvSpPr>
          <p:nvPr>
            <p:ph type="pic" sz="quarter" idx="14"/>
          </p:nvPr>
        </p:nvSpPr>
        <p:spPr>
          <a:xfrm>
            <a:off x="6410419" y="0"/>
            <a:ext cx="5780058" cy="3341758"/>
          </a:xfrm>
          <a:custGeom>
            <a:avLst/>
            <a:gdLst>
              <a:gd name="csX0" fmla="*/ 726129 w 5780058"/>
              <a:gd name="csY0" fmla="*/ 0 h 3341758"/>
              <a:gd name="csX1" fmla="*/ 5780058 w 5780058"/>
              <a:gd name="csY1" fmla="*/ 0 h 3341758"/>
              <a:gd name="csX2" fmla="*/ 5780058 w 5780058"/>
              <a:gd name="csY2" fmla="*/ 3341758 h 3341758"/>
              <a:gd name="csX3" fmla="*/ 559663 w 5780058"/>
              <a:gd name="csY3" fmla="*/ 3341758 h 3341758"/>
              <a:gd name="csX4" fmla="*/ 559663 w 5780058"/>
              <a:gd name="csY4" fmla="*/ 3341545 h 3341758"/>
              <a:gd name="csX5" fmla="*/ 19349 w 5780058"/>
              <a:gd name="csY5" fmla="*/ 2637550 h 3341758"/>
            </a:gdLst>
            <a:ahLst/>
            <a:cxnLst>
              <a:cxn ang="0">
                <a:pos x="csX0" y="csY0"/>
              </a:cxn>
              <a:cxn ang="0">
                <a:pos x="csX1" y="csY1"/>
              </a:cxn>
              <a:cxn ang="0">
                <a:pos x="csX2" y="csY2"/>
              </a:cxn>
              <a:cxn ang="0">
                <a:pos x="csX3" y="csY3"/>
              </a:cxn>
              <a:cxn ang="0">
                <a:pos x="csX4" y="csY4"/>
              </a:cxn>
              <a:cxn ang="0">
                <a:pos x="csX5" y="csY5"/>
              </a:cxn>
            </a:cxnLst>
            <a:rect l="l" t="t" r="r" b="b"/>
            <a:pathLst>
              <a:path w="5780058" h="3341758">
                <a:moveTo>
                  <a:pt x="726129" y="0"/>
                </a:moveTo>
                <a:lnTo>
                  <a:pt x="5780058" y="0"/>
                </a:lnTo>
                <a:lnTo>
                  <a:pt x="5780058" y="3341758"/>
                </a:lnTo>
                <a:lnTo>
                  <a:pt x="559663" y="3341758"/>
                </a:lnTo>
                <a:lnTo>
                  <a:pt x="559663" y="3341545"/>
                </a:lnTo>
                <a:cubicBezTo>
                  <a:pt x="191814" y="3341545"/>
                  <a:pt x="-75774" y="2992761"/>
                  <a:pt x="19349" y="2637550"/>
                </a:cubicBezTo>
                <a:close/>
              </a:path>
            </a:pathLst>
          </a:custGeom>
          <a:solidFill>
            <a:schemeClr val="accent2"/>
          </a:solidFill>
          <a:ln>
            <a:noFill/>
          </a:ln>
        </p:spPr>
        <p:txBody>
          <a:bodyPr wrap="square">
            <a:noAutofit/>
          </a:bodyPr>
          <a:lstStyle/>
          <a:p>
            <a:r>
              <a:rPr lang="en-US"/>
              <a:t>Click icon to add picture</a:t>
            </a:r>
            <a:endParaRPr lang="en-IN"/>
          </a:p>
        </p:txBody>
      </p:sp>
      <p:sp>
        <p:nvSpPr>
          <p:cNvPr id="7" name="Picture Placeholder 6">
            <a:extLst>
              <a:ext uri="{FF2B5EF4-FFF2-40B4-BE49-F238E27FC236}">
                <a16:creationId xmlns:a16="http://schemas.microsoft.com/office/drawing/2014/main" id="{F6C3787B-6EAB-3CDC-401F-F5B64A0777FA}"/>
              </a:ext>
            </a:extLst>
          </p:cNvPr>
          <p:cNvSpPr>
            <a:spLocks noGrp="1"/>
          </p:cNvSpPr>
          <p:nvPr>
            <p:ph type="pic" sz="quarter" idx="15"/>
          </p:nvPr>
        </p:nvSpPr>
        <p:spPr>
          <a:xfrm>
            <a:off x="5217119" y="3500176"/>
            <a:ext cx="6973145" cy="3357824"/>
          </a:xfrm>
          <a:custGeom>
            <a:avLst/>
            <a:gdLst>
              <a:gd name="csX0" fmla="*/ 1614995 w 6973145"/>
              <a:gd name="csY0" fmla="*/ 0 h 3357824"/>
              <a:gd name="csX1" fmla="*/ 6973145 w 6973145"/>
              <a:gd name="csY1" fmla="*/ 0 h 3357824"/>
              <a:gd name="csX2" fmla="*/ 6973145 w 6973145"/>
              <a:gd name="csY2" fmla="*/ 3357824 h 3357824"/>
              <a:gd name="csX3" fmla="*/ 0 w 6973145"/>
              <a:gd name="csY3" fmla="*/ 3357824 h 3357824"/>
              <a:gd name="csX4" fmla="*/ 714543 w 6973145"/>
              <a:gd name="csY4" fmla="*/ 690926 h 3357824"/>
              <a:gd name="csX5" fmla="*/ 1614995 w 6973145"/>
              <a:gd name="csY5" fmla="*/ 0 h 3357824"/>
            </a:gdLst>
            <a:ahLst/>
            <a:cxnLst>
              <a:cxn ang="0">
                <a:pos x="csX0" y="csY0"/>
              </a:cxn>
              <a:cxn ang="0">
                <a:pos x="csX1" y="csY1"/>
              </a:cxn>
              <a:cxn ang="0">
                <a:pos x="csX2" y="csY2"/>
              </a:cxn>
              <a:cxn ang="0">
                <a:pos x="csX3" y="csY3"/>
              </a:cxn>
              <a:cxn ang="0">
                <a:pos x="csX4" y="csY4"/>
              </a:cxn>
              <a:cxn ang="0">
                <a:pos x="csX5" y="csY5"/>
              </a:cxn>
            </a:cxnLst>
            <a:rect l="l" t="t" r="r" b="b"/>
            <a:pathLst>
              <a:path w="6973145" h="3357824">
                <a:moveTo>
                  <a:pt x="1614995" y="0"/>
                </a:moveTo>
                <a:lnTo>
                  <a:pt x="6973145" y="0"/>
                </a:lnTo>
                <a:lnTo>
                  <a:pt x="6973145" y="3357824"/>
                </a:lnTo>
                <a:lnTo>
                  <a:pt x="0" y="3357824"/>
                </a:lnTo>
                <a:lnTo>
                  <a:pt x="714543" y="690926"/>
                </a:lnTo>
                <a:cubicBezTo>
                  <a:pt x="823805" y="283440"/>
                  <a:pt x="1193156" y="0"/>
                  <a:pt x="1614995" y="0"/>
                </a:cubicBezTo>
                <a:close/>
              </a:path>
            </a:pathLst>
          </a:custGeom>
          <a:solidFill>
            <a:schemeClr val="accent2"/>
          </a:solidFill>
          <a:ln>
            <a:noFill/>
          </a:ln>
        </p:spPr>
        <p:txBody>
          <a:bodyPr wrap="square">
            <a:noAutofit/>
          </a:bodyPr>
          <a:lstStyle/>
          <a:p>
            <a:r>
              <a:rPr lang="en-US"/>
              <a:t>Click icon to add picture</a:t>
            </a:r>
            <a:endParaRPr lang="en-IN"/>
          </a:p>
        </p:txBody>
      </p:sp>
      <p:sp>
        <p:nvSpPr>
          <p:cNvPr id="2" name="Title 1">
            <a:extLst>
              <a:ext uri="{FF2B5EF4-FFF2-40B4-BE49-F238E27FC236}">
                <a16:creationId xmlns:a16="http://schemas.microsoft.com/office/drawing/2014/main" id="{2DE99185-CED1-69EA-D2C8-2015BFE5A6DB}"/>
              </a:ext>
            </a:extLst>
          </p:cNvPr>
          <p:cNvSpPr>
            <a:spLocks noGrp="1"/>
          </p:cNvSpPr>
          <p:nvPr userDrawn="1">
            <p:ph type="ctrTitle" hasCustomPrompt="1"/>
          </p:nvPr>
        </p:nvSpPr>
        <p:spPr>
          <a:xfrm>
            <a:off x="368299" y="1846580"/>
            <a:ext cx="4427221" cy="2438718"/>
          </a:xfrm>
          <a:prstGeom prst="rect">
            <a:avLst/>
          </a:prstGeom>
        </p:spPr>
        <p:txBody>
          <a:bodyPr wrap="square" anchor="t" anchorCtr="0">
            <a:noAutofit/>
          </a:bodyPr>
          <a:lstStyle>
            <a:lvl1pPr marL="0" algn="l" defTabSz="914400" rtl="0" eaLnBrk="1" latinLnBrk="0" hangingPunct="1">
              <a:lnSpc>
                <a:spcPct val="85000"/>
              </a:lnSpc>
              <a:spcBef>
                <a:spcPct val="0"/>
              </a:spcBef>
              <a:buNone/>
              <a:defRPr lang="en-US" sz="4400" b="0" kern="1200" dirty="0">
                <a:solidFill>
                  <a:schemeClr val="tx2"/>
                </a:solidFill>
                <a:latin typeface="+mj-lt"/>
                <a:ea typeface="+mj-ea"/>
                <a:cs typeface="+mj-cs"/>
              </a:defRPr>
            </a:lvl1pPr>
          </a:lstStyle>
          <a:p>
            <a:r>
              <a:rPr lang="en-US"/>
              <a:t>Place section title here, max. three lines</a:t>
            </a:r>
          </a:p>
        </p:txBody>
      </p:sp>
      <p:pic>
        <p:nvPicPr>
          <p:cNvPr id="3" name="Graphic 2">
            <a:extLst>
              <a:ext uri="{FF2B5EF4-FFF2-40B4-BE49-F238E27FC236}">
                <a16:creationId xmlns:a16="http://schemas.microsoft.com/office/drawing/2014/main" id="{167AE94D-8D1E-EF1F-1F31-51F87FDFBD0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5572" y="1076326"/>
            <a:ext cx="2377440" cy="471127"/>
          </a:xfrm>
          <a:prstGeom prst="rect">
            <a:avLst/>
          </a:prstGeom>
        </p:spPr>
      </p:pic>
      <p:sp>
        <p:nvSpPr>
          <p:cNvPr id="4" name="Text Placeholder 5">
            <a:extLst>
              <a:ext uri="{FF2B5EF4-FFF2-40B4-BE49-F238E27FC236}">
                <a16:creationId xmlns:a16="http://schemas.microsoft.com/office/drawing/2014/main" id="{A0BBF5AA-0C78-DFE4-CD19-975AC536EE2D}"/>
              </a:ext>
            </a:extLst>
          </p:cNvPr>
          <p:cNvSpPr>
            <a:spLocks noGrp="1"/>
          </p:cNvSpPr>
          <p:nvPr>
            <p:ph type="body" sz="quarter" idx="22" hasCustomPrompt="1"/>
          </p:nvPr>
        </p:nvSpPr>
        <p:spPr>
          <a:xfrm>
            <a:off x="614172" y="1219638"/>
            <a:ext cx="1920240" cy="184503"/>
          </a:xfrm>
        </p:spPr>
        <p:txBody>
          <a:bodyPr anchor="ctr"/>
          <a:lstStyle>
            <a:lvl1pPr algn="ctr">
              <a:defRPr sz="1600" b="0" cap="all" baseline="0">
                <a:solidFill>
                  <a:schemeClr val="tx2"/>
                </a:solidFill>
                <a:latin typeface="NB Akademie Mono Std" panose="020B0509050000020004" pitchFamily="49" charset="0"/>
              </a:defRPr>
            </a:lvl1pPr>
          </a:lstStyle>
          <a:p>
            <a:pPr lvl="0"/>
            <a:r>
              <a:rPr lang="en-US"/>
              <a:t> Section 01</a:t>
            </a:r>
          </a:p>
        </p:txBody>
      </p:sp>
      <p:pic>
        <p:nvPicPr>
          <p:cNvPr id="6" name="Graphic 5">
            <a:extLst>
              <a:ext uri="{FF2B5EF4-FFF2-40B4-BE49-F238E27FC236}">
                <a16:creationId xmlns:a16="http://schemas.microsoft.com/office/drawing/2014/main" id="{88241A91-7A9E-5E0A-812A-2AD75F9E3FC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18135" y="6317218"/>
            <a:ext cx="1135261" cy="411480"/>
          </a:xfrm>
          <a:prstGeom prst="rect">
            <a:avLst/>
          </a:prstGeom>
        </p:spPr>
      </p:pic>
      <p:sp>
        <p:nvSpPr>
          <p:cNvPr id="10" name="Footer Placeholder 9">
            <a:extLst>
              <a:ext uri="{FF2B5EF4-FFF2-40B4-BE49-F238E27FC236}">
                <a16:creationId xmlns:a16="http://schemas.microsoft.com/office/drawing/2014/main" id="{094F39B7-D33A-FE3A-E6DC-F990DFD08476}"/>
              </a:ext>
            </a:extLst>
          </p:cNvPr>
          <p:cNvSpPr>
            <a:spLocks noGrp="1"/>
          </p:cNvSpPr>
          <p:nvPr>
            <p:ph type="ftr" sz="quarter" idx="23"/>
          </p:nvPr>
        </p:nvSpPr>
        <p:spPr/>
        <p:txBody>
          <a:bodyPr/>
          <a:lstStyle>
            <a:lvl1pPr>
              <a:defRPr>
                <a:solidFill>
                  <a:schemeClr val="tx2"/>
                </a:solidFill>
              </a:defRPr>
            </a:lvl1pPr>
          </a:lstStyle>
          <a:p>
            <a:r>
              <a:rPr lang="en-US"/>
              <a:t>Footer</a:t>
            </a:r>
            <a:endParaRPr lang="en-IN"/>
          </a:p>
        </p:txBody>
      </p:sp>
      <p:sp>
        <p:nvSpPr>
          <p:cNvPr id="11" name="Slide Number Placeholder 10">
            <a:extLst>
              <a:ext uri="{FF2B5EF4-FFF2-40B4-BE49-F238E27FC236}">
                <a16:creationId xmlns:a16="http://schemas.microsoft.com/office/drawing/2014/main" id="{F401B15E-E009-5E06-7236-AD5B42CAEE28}"/>
              </a:ext>
            </a:extLst>
          </p:cNvPr>
          <p:cNvSpPr>
            <a:spLocks noGrp="1"/>
          </p:cNvSpPr>
          <p:nvPr>
            <p:ph type="sldNum" sz="quarter" idx="24"/>
          </p:nvPr>
        </p:nvSpPr>
        <p:spPr/>
        <p:txBody>
          <a:bodyPr/>
          <a:lstStyle>
            <a:lvl1pPr>
              <a:defRPr>
                <a:solidFill>
                  <a:schemeClr val="tx2"/>
                </a:solidFill>
              </a:defRPr>
            </a:lvl1pPr>
          </a:lstStyle>
          <a:p>
            <a:fld id="{85AC2185-BC10-47CC-BB5A-D3C63A4C1365}" type="slidenum">
              <a:rPr lang="en-IN" smtClean="0"/>
              <a:pPr/>
              <a:t>‹#›</a:t>
            </a:fld>
            <a:endParaRPr lang="en-IN"/>
          </a:p>
        </p:txBody>
      </p:sp>
    </p:spTree>
    <p:extLst>
      <p:ext uri="{BB962C8B-B14F-4D97-AF65-F5344CB8AC3E}">
        <p14:creationId xmlns:p14="http://schemas.microsoft.com/office/powerpoint/2010/main" val="1861452242"/>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genda">
    <p:bg>
      <p:bgRef idx="1001">
        <a:schemeClr val="bg2"/>
      </p:bgRef>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FCDF39D-28EF-805F-A13B-C1FB85848E50}"/>
              </a:ext>
            </a:extLst>
          </p:cNvPr>
          <p:cNvSpPr>
            <a:spLocks noGrp="1"/>
          </p:cNvSpPr>
          <p:nvPr>
            <p:ph type="title" hasCustomPrompt="1"/>
          </p:nvPr>
        </p:nvSpPr>
        <p:spPr>
          <a:xfrm>
            <a:off x="385572" y="411480"/>
            <a:ext cx="4348988" cy="1133158"/>
          </a:xfrm>
        </p:spPr>
        <p:txBody>
          <a:bodyPr/>
          <a:lstStyle>
            <a:lvl1pPr>
              <a:defRPr sz="3200">
                <a:solidFill>
                  <a:schemeClr val="tx2"/>
                </a:solidFill>
              </a:defRPr>
            </a:lvl1pPr>
          </a:lstStyle>
          <a:p>
            <a:r>
              <a:rPr lang="en-US"/>
              <a:t>Place </a:t>
            </a:r>
            <a:br>
              <a:rPr lang="en-US"/>
            </a:br>
            <a:r>
              <a:rPr lang="en-US"/>
              <a:t>Headline Here</a:t>
            </a:r>
            <a:endParaRPr lang="en-IN"/>
          </a:p>
        </p:txBody>
      </p:sp>
      <p:sp>
        <p:nvSpPr>
          <p:cNvPr id="12" name="Text Placeholder 21">
            <a:extLst>
              <a:ext uri="{FF2B5EF4-FFF2-40B4-BE49-F238E27FC236}">
                <a16:creationId xmlns:a16="http://schemas.microsoft.com/office/drawing/2014/main" id="{56201558-19CD-ABCA-5EC5-C503721D9DFB}"/>
              </a:ext>
            </a:extLst>
          </p:cNvPr>
          <p:cNvSpPr>
            <a:spLocks noGrp="1"/>
          </p:cNvSpPr>
          <p:nvPr>
            <p:ph type="body" sz="quarter" idx="26" hasCustomPrompt="1"/>
          </p:nvPr>
        </p:nvSpPr>
        <p:spPr>
          <a:xfrm>
            <a:off x="6540499" y="1554163"/>
            <a:ext cx="5264505" cy="536928"/>
          </a:xfrm>
        </p:spPr>
        <p:txBody>
          <a:bodyPr anchor="ctr">
            <a:normAutofit/>
          </a:bodyPr>
          <a:lstStyle>
            <a:lvl1pPr>
              <a:lnSpc>
                <a:spcPct val="90000"/>
              </a:lnSpc>
              <a:spcBef>
                <a:spcPts val="0"/>
              </a:spcBef>
              <a:defRPr sz="2000">
                <a:solidFill>
                  <a:schemeClr val="tx2"/>
                </a:solidFill>
                <a:latin typeface="+mn-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add text</a:t>
            </a:r>
          </a:p>
        </p:txBody>
      </p:sp>
      <p:sp>
        <p:nvSpPr>
          <p:cNvPr id="13" name="Text Placeholder 21">
            <a:extLst>
              <a:ext uri="{FF2B5EF4-FFF2-40B4-BE49-F238E27FC236}">
                <a16:creationId xmlns:a16="http://schemas.microsoft.com/office/drawing/2014/main" id="{67D0D33D-A3A1-0721-4006-CECE4BE32E1E}"/>
              </a:ext>
            </a:extLst>
          </p:cNvPr>
          <p:cNvSpPr>
            <a:spLocks noGrp="1"/>
          </p:cNvSpPr>
          <p:nvPr>
            <p:ph type="body" sz="quarter" idx="27" hasCustomPrompt="1"/>
          </p:nvPr>
        </p:nvSpPr>
        <p:spPr>
          <a:xfrm>
            <a:off x="5685247" y="1554163"/>
            <a:ext cx="824430" cy="536928"/>
          </a:xfrm>
        </p:spPr>
        <p:txBody>
          <a:bodyPr anchor="ctr">
            <a:normAutofit/>
          </a:bodyPr>
          <a:lstStyle>
            <a:lvl1pPr algn="l">
              <a:defRPr sz="2400" b="0">
                <a:solidFill>
                  <a:schemeClr val="tx2"/>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a:t>
            </a:r>
          </a:p>
        </p:txBody>
      </p:sp>
      <p:sp>
        <p:nvSpPr>
          <p:cNvPr id="14" name="Text Placeholder 21">
            <a:extLst>
              <a:ext uri="{FF2B5EF4-FFF2-40B4-BE49-F238E27FC236}">
                <a16:creationId xmlns:a16="http://schemas.microsoft.com/office/drawing/2014/main" id="{A41EBEE6-7B9F-6504-8CFD-F9E9818C6E32}"/>
              </a:ext>
            </a:extLst>
          </p:cNvPr>
          <p:cNvSpPr>
            <a:spLocks noGrp="1"/>
          </p:cNvSpPr>
          <p:nvPr>
            <p:ph type="body" sz="quarter" idx="28" hasCustomPrompt="1"/>
          </p:nvPr>
        </p:nvSpPr>
        <p:spPr>
          <a:xfrm>
            <a:off x="6540499" y="2412355"/>
            <a:ext cx="5264505" cy="536928"/>
          </a:xfrm>
        </p:spPr>
        <p:txBody>
          <a:bodyPr anchor="ctr">
            <a:normAutofit/>
          </a:bodyPr>
          <a:lstStyle>
            <a:lvl1pPr>
              <a:lnSpc>
                <a:spcPct val="90000"/>
              </a:lnSpc>
              <a:spcBef>
                <a:spcPts val="0"/>
              </a:spcBef>
              <a:defRPr sz="2000">
                <a:solidFill>
                  <a:schemeClr val="tx2"/>
                </a:solidFill>
                <a:latin typeface="+mn-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add text</a:t>
            </a:r>
          </a:p>
        </p:txBody>
      </p:sp>
      <p:sp>
        <p:nvSpPr>
          <p:cNvPr id="15" name="Text Placeholder 21">
            <a:extLst>
              <a:ext uri="{FF2B5EF4-FFF2-40B4-BE49-F238E27FC236}">
                <a16:creationId xmlns:a16="http://schemas.microsoft.com/office/drawing/2014/main" id="{7499DBFF-7053-30A7-3DFC-7BB2335CB7C2}"/>
              </a:ext>
            </a:extLst>
          </p:cNvPr>
          <p:cNvSpPr>
            <a:spLocks noGrp="1"/>
          </p:cNvSpPr>
          <p:nvPr>
            <p:ph type="body" sz="quarter" idx="29" hasCustomPrompt="1"/>
          </p:nvPr>
        </p:nvSpPr>
        <p:spPr>
          <a:xfrm>
            <a:off x="5685247" y="2412355"/>
            <a:ext cx="824430" cy="536928"/>
          </a:xfrm>
        </p:spPr>
        <p:txBody>
          <a:bodyPr anchor="ctr">
            <a:normAutofit/>
          </a:bodyPr>
          <a:lstStyle>
            <a:lvl1pPr algn="l">
              <a:defRPr sz="2400" b="0">
                <a:solidFill>
                  <a:schemeClr val="tx2"/>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a:t>
            </a:r>
          </a:p>
        </p:txBody>
      </p:sp>
      <p:sp>
        <p:nvSpPr>
          <p:cNvPr id="16" name="Text Placeholder 21">
            <a:extLst>
              <a:ext uri="{FF2B5EF4-FFF2-40B4-BE49-F238E27FC236}">
                <a16:creationId xmlns:a16="http://schemas.microsoft.com/office/drawing/2014/main" id="{5BB09EC4-AC43-C5F5-8F9A-9C1663CB8F69}"/>
              </a:ext>
            </a:extLst>
          </p:cNvPr>
          <p:cNvSpPr>
            <a:spLocks noGrp="1"/>
          </p:cNvSpPr>
          <p:nvPr>
            <p:ph type="body" sz="quarter" idx="30" hasCustomPrompt="1"/>
          </p:nvPr>
        </p:nvSpPr>
        <p:spPr>
          <a:xfrm>
            <a:off x="6540499" y="3270547"/>
            <a:ext cx="5264505" cy="536928"/>
          </a:xfrm>
        </p:spPr>
        <p:txBody>
          <a:bodyPr anchor="ctr">
            <a:normAutofit/>
          </a:bodyPr>
          <a:lstStyle>
            <a:lvl1pPr>
              <a:lnSpc>
                <a:spcPct val="90000"/>
              </a:lnSpc>
              <a:spcBef>
                <a:spcPts val="0"/>
              </a:spcBef>
              <a:defRPr sz="2000">
                <a:solidFill>
                  <a:schemeClr val="tx2"/>
                </a:solidFill>
                <a:latin typeface="+mn-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add text</a:t>
            </a:r>
          </a:p>
        </p:txBody>
      </p:sp>
      <p:sp>
        <p:nvSpPr>
          <p:cNvPr id="17" name="Text Placeholder 21">
            <a:extLst>
              <a:ext uri="{FF2B5EF4-FFF2-40B4-BE49-F238E27FC236}">
                <a16:creationId xmlns:a16="http://schemas.microsoft.com/office/drawing/2014/main" id="{656BC19F-8FC6-4C85-054C-84557EB3EAA2}"/>
              </a:ext>
            </a:extLst>
          </p:cNvPr>
          <p:cNvSpPr>
            <a:spLocks noGrp="1"/>
          </p:cNvSpPr>
          <p:nvPr>
            <p:ph type="body" sz="quarter" idx="31" hasCustomPrompt="1"/>
          </p:nvPr>
        </p:nvSpPr>
        <p:spPr>
          <a:xfrm>
            <a:off x="5685247" y="3270547"/>
            <a:ext cx="824430" cy="536928"/>
          </a:xfrm>
        </p:spPr>
        <p:txBody>
          <a:bodyPr anchor="ctr">
            <a:normAutofit/>
          </a:bodyPr>
          <a:lstStyle>
            <a:lvl1pPr algn="l">
              <a:defRPr sz="2400" b="0">
                <a:solidFill>
                  <a:schemeClr val="tx2"/>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a:t>
            </a:r>
          </a:p>
        </p:txBody>
      </p:sp>
      <p:sp>
        <p:nvSpPr>
          <p:cNvPr id="18" name="Text Placeholder 21">
            <a:extLst>
              <a:ext uri="{FF2B5EF4-FFF2-40B4-BE49-F238E27FC236}">
                <a16:creationId xmlns:a16="http://schemas.microsoft.com/office/drawing/2014/main" id="{4E1E230E-10DB-FE40-26F9-7D755928F6AC}"/>
              </a:ext>
            </a:extLst>
          </p:cNvPr>
          <p:cNvSpPr>
            <a:spLocks noGrp="1"/>
          </p:cNvSpPr>
          <p:nvPr>
            <p:ph type="body" sz="quarter" idx="32" hasCustomPrompt="1"/>
          </p:nvPr>
        </p:nvSpPr>
        <p:spPr>
          <a:xfrm>
            <a:off x="6540499" y="4128739"/>
            <a:ext cx="5264505" cy="536928"/>
          </a:xfrm>
        </p:spPr>
        <p:txBody>
          <a:bodyPr anchor="ctr">
            <a:normAutofit/>
          </a:bodyPr>
          <a:lstStyle>
            <a:lvl1pPr>
              <a:lnSpc>
                <a:spcPct val="90000"/>
              </a:lnSpc>
              <a:spcBef>
                <a:spcPts val="0"/>
              </a:spcBef>
              <a:defRPr sz="2000">
                <a:solidFill>
                  <a:schemeClr val="tx2"/>
                </a:solidFill>
                <a:latin typeface="+mn-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add text</a:t>
            </a:r>
          </a:p>
        </p:txBody>
      </p:sp>
      <p:sp>
        <p:nvSpPr>
          <p:cNvPr id="19" name="Text Placeholder 21">
            <a:extLst>
              <a:ext uri="{FF2B5EF4-FFF2-40B4-BE49-F238E27FC236}">
                <a16:creationId xmlns:a16="http://schemas.microsoft.com/office/drawing/2014/main" id="{E5CB724E-04C7-1B95-9BF4-CFA2412196EF}"/>
              </a:ext>
            </a:extLst>
          </p:cNvPr>
          <p:cNvSpPr>
            <a:spLocks noGrp="1"/>
          </p:cNvSpPr>
          <p:nvPr>
            <p:ph type="body" sz="quarter" idx="33" hasCustomPrompt="1"/>
          </p:nvPr>
        </p:nvSpPr>
        <p:spPr>
          <a:xfrm>
            <a:off x="5685247" y="4128739"/>
            <a:ext cx="824430" cy="536928"/>
          </a:xfrm>
        </p:spPr>
        <p:txBody>
          <a:bodyPr anchor="ctr">
            <a:normAutofit/>
          </a:bodyPr>
          <a:lstStyle>
            <a:lvl1pPr algn="l">
              <a:defRPr sz="2400" b="0">
                <a:solidFill>
                  <a:schemeClr val="tx2"/>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a:t>
            </a:r>
          </a:p>
        </p:txBody>
      </p:sp>
      <p:sp>
        <p:nvSpPr>
          <p:cNvPr id="20" name="Text Placeholder 21">
            <a:extLst>
              <a:ext uri="{FF2B5EF4-FFF2-40B4-BE49-F238E27FC236}">
                <a16:creationId xmlns:a16="http://schemas.microsoft.com/office/drawing/2014/main" id="{68877B0C-7BB1-8624-8C1B-80A3DFB0EC2D}"/>
              </a:ext>
            </a:extLst>
          </p:cNvPr>
          <p:cNvSpPr>
            <a:spLocks noGrp="1"/>
          </p:cNvSpPr>
          <p:nvPr>
            <p:ph type="body" sz="quarter" idx="34" hasCustomPrompt="1"/>
          </p:nvPr>
        </p:nvSpPr>
        <p:spPr>
          <a:xfrm>
            <a:off x="6540499" y="4986932"/>
            <a:ext cx="5264505" cy="536928"/>
          </a:xfrm>
        </p:spPr>
        <p:txBody>
          <a:bodyPr anchor="ctr">
            <a:normAutofit/>
          </a:bodyPr>
          <a:lstStyle>
            <a:lvl1pPr>
              <a:lnSpc>
                <a:spcPct val="90000"/>
              </a:lnSpc>
              <a:spcBef>
                <a:spcPts val="0"/>
              </a:spcBef>
              <a:defRPr sz="2000">
                <a:solidFill>
                  <a:schemeClr val="tx2"/>
                </a:solidFill>
                <a:latin typeface="+mn-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add text</a:t>
            </a:r>
          </a:p>
        </p:txBody>
      </p:sp>
      <p:sp>
        <p:nvSpPr>
          <p:cNvPr id="21" name="Text Placeholder 21">
            <a:extLst>
              <a:ext uri="{FF2B5EF4-FFF2-40B4-BE49-F238E27FC236}">
                <a16:creationId xmlns:a16="http://schemas.microsoft.com/office/drawing/2014/main" id="{D074BD88-55B1-51F9-C507-50E48E9F1E62}"/>
              </a:ext>
            </a:extLst>
          </p:cNvPr>
          <p:cNvSpPr>
            <a:spLocks noGrp="1"/>
          </p:cNvSpPr>
          <p:nvPr>
            <p:ph type="body" sz="quarter" idx="35" hasCustomPrompt="1"/>
          </p:nvPr>
        </p:nvSpPr>
        <p:spPr>
          <a:xfrm>
            <a:off x="5685247" y="4986932"/>
            <a:ext cx="824430" cy="536928"/>
          </a:xfrm>
        </p:spPr>
        <p:txBody>
          <a:bodyPr anchor="ctr">
            <a:normAutofit/>
          </a:bodyPr>
          <a:lstStyle>
            <a:lvl1pPr algn="l">
              <a:defRPr sz="2400" b="0">
                <a:solidFill>
                  <a:schemeClr val="tx2"/>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a:t>
            </a:r>
          </a:p>
        </p:txBody>
      </p:sp>
      <p:pic>
        <p:nvPicPr>
          <p:cNvPr id="8" name="Graphic 7">
            <a:extLst>
              <a:ext uri="{FF2B5EF4-FFF2-40B4-BE49-F238E27FC236}">
                <a16:creationId xmlns:a16="http://schemas.microsoft.com/office/drawing/2014/main" id="{87ADBD04-7656-0E9E-29F7-3C49E8BAF2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18135" y="6317218"/>
            <a:ext cx="1135261" cy="411480"/>
          </a:xfrm>
          <a:prstGeom prst="rect">
            <a:avLst/>
          </a:prstGeom>
        </p:spPr>
      </p:pic>
      <p:sp>
        <p:nvSpPr>
          <p:cNvPr id="9" name="Footer Placeholder 8">
            <a:extLst>
              <a:ext uri="{FF2B5EF4-FFF2-40B4-BE49-F238E27FC236}">
                <a16:creationId xmlns:a16="http://schemas.microsoft.com/office/drawing/2014/main" id="{979CBC5E-481F-A911-1955-43647A977831}"/>
              </a:ext>
            </a:extLst>
          </p:cNvPr>
          <p:cNvSpPr>
            <a:spLocks noGrp="1"/>
          </p:cNvSpPr>
          <p:nvPr>
            <p:ph type="ftr" sz="quarter" idx="36"/>
          </p:nvPr>
        </p:nvSpPr>
        <p:spPr/>
        <p:txBody>
          <a:bodyPr/>
          <a:lstStyle>
            <a:lvl1pPr>
              <a:defRPr>
                <a:solidFill>
                  <a:schemeClr val="tx2"/>
                </a:solidFill>
              </a:defRPr>
            </a:lvl1pPr>
          </a:lstStyle>
          <a:p>
            <a:r>
              <a:rPr lang="en-US"/>
              <a:t>Footer</a:t>
            </a:r>
            <a:endParaRPr lang="en-IN"/>
          </a:p>
        </p:txBody>
      </p:sp>
      <p:sp>
        <p:nvSpPr>
          <p:cNvPr id="10" name="Slide Number Placeholder 9">
            <a:extLst>
              <a:ext uri="{FF2B5EF4-FFF2-40B4-BE49-F238E27FC236}">
                <a16:creationId xmlns:a16="http://schemas.microsoft.com/office/drawing/2014/main" id="{DA33A9B4-4A07-1E54-6F2A-D9A528F510A0}"/>
              </a:ext>
            </a:extLst>
          </p:cNvPr>
          <p:cNvSpPr>
            <a:spLocks noGrp="1"/>
          </p:cNvSpPr>
          <p:nvPr>
            <p:ph type="sldNum" sz="quarter" idx="37"/>
          </p:nvPr>
        </p:nvSpPr>
        <p:spPr/>
        <p:txBody>
          <a:bodyPr/>
          <a:lstStyle>
            <a:lvl1pPr>
              <a:defRPr>
                <a:solidFill>
                  <a:schemeClr val="tx2"/>
                </a:solidFill>
              </a:defRPr>
            </a:lvl1pPr>
          </a:lstStyle>
          <a:p>
            <a:fld id="{85AC2185-BC10-47CC-BB5A-D3C63A4C1365}" type="slidenum">
              <a:rPr lang="en-IN" smtClean="0"/>
              <a:pPr/>
              <a:t>‹#›</a:t>
            </a:fld>
            <a:endParaRPr lang="en-IN"/>
          </a:p>
        </p:txBody>
      </p:sp>
      <p:sp>
        <p:nvSpPr>
          <p:cNvPr id="3" name="Rectangle 2">
            <a:extLst>
              <a:ext uri="{FF2B5EF4-FFF2-40B4-BE49-F238E27FC236}">
                <a16:creationId xmlns:a16="http://schemas.microsoft.com/office/drawing/2014/main" id="{D7B1A575-B483-5C33-7566-64655BA64E98}"/>
              </a:ext>
            </a:extLst>
          </p:cNvPr>
          <p:cNvSpPr/>
          <p:nvPr userDrawn="1"/>
        </p:nvSpPr>
        <p:spPr>
          <a:xfrm>
            <a:off x="-2" y="-279898"/>
            <a:ext cx="7040880" cy="241798"/>
          </a:xfrm>
          <a:prstGeom prst="rect">
            <a:avLst/>
          </a:prstGeom>
          <a:solidFill>
            <a:srgbClr val="EFEFE5"/>
          </a:solidFill>
          <a:ln w="1905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rPr>
              <a:t>Change background color → Right click → Format Background → Fill → Solid Fill → Color → Select color</a:t>
            </a:r>
          </a:p>
        </p:txBody>
      </p:sp>
    </p:spTree>
    <p:extLst>
      <p:ext uri="{BB962C8B-B14F-4D97-AF65-F5344CB8AC3E}">
        <p14:creationId xmlns:p14="http://schemas.microsoft.com/office/powerpoint/2010/main" val="3787060617"/>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ection Divider">
    <p:bg>
      <p:bgPr>
        <a:solidFill>
          <a:schemeClr val="accent1"/>
        </a:solidFill>
        <a:effectLst/>
      </p:bgPr>
    </p:bg>
    <p:spTree>
      <p:nvGrpSpPr>
        <p:cNvPr id="1" name=""/>
        <p:cNvGrpSpPr/>
        <p:nvPr/>
      </p:nvGrpSpPr>
      <p:grpSpPr>
        <a:xfrm>
          <a:off x="0" y="0"/>
          <a:ext cx="0" cy="0"/>
          <a:chOff x="0" y="0"/>
          <a:chExt cx="0" cy="0"/>
        </a:xfrm>
      </p:grpSpPr>
      <p:sp>
        <p:nvSpPr>
          <p:cNvPr id="46" name="Title 1">
            <a:extLst>
              <a:ext uri="{FF2B5EF4-FFF2-40B4-BE49-F238E27FC236}">
                <a16:creationId xmlns:a16="http://schemas.microsoft.com/office/drawing/2014/main" id="{C91A3C26-C6A5-818D-2498-25FB155DDF3C}"/>
              </a:ext>
            </a:extLst>
          </p:cNvPr>
          <p:cNvSpPr>
            <a:spLocks noGrp="1"/>
          </p:cNvSpPr>
          <p:nvPr>
            <p:ph type="ctrTitle" hasCustomPrompt="1"/>
          </p:nvPr>
        </p:nvSpPr>
        <p:spPr>
          <a:xfrm>
            <a:off x="358140" y="395501"/>
            <a:ext cx="6262580" cy="1711325"/>
          </a:xfrm>
          <a:prstGeom prst="rect">
            <a:avLst/>
          </a:prstGeom>
        </p:spPr>
        <p:txBody>
          <a:bodyPr wrap="square" anchor="t" anchorCtr="0">
            <a:noAutofit/>
          </a:bodyPr>
          <a:lstStyle>
            <a:lvl1pPr marL="0" algn="l" defTabSz="914400" rtl="0" eaLnBrk="1" latinLnBrk="0" hangingPunct="1">
              <a:lnSpc>
                <a:spcPct val="85000"/>
              </a:lnSpc>
              <a:spcBef>
                <a:spcPct val="0"/>
              </a:spcBef>
              <a:buNone/>
              <a:defRPr lang="en-US" sz="4400" b="0" kern="1200" dirty="0">
                <a:solidFill>
                  <a:schemeClr val="bg2"/>
                </a:solidFill>
                <a:latin typeface="+mj-lt"/>
                <a:ea typeface="+mj-ea"/>
                <a:cs typeface="+mj-cs"/>
              </a:defRPr>
            </a:lvl1pPr>
          </a:lstStyle>
          <a:p>
            <a:r>
              <a:rPr lang="en-US"/>
              <a:t>Place section title here, max. three lines</a:t>
            </a:r>
          </a:p>
        </p:txBody>
      </p:sp>
      <p:sp>
        <p:nvSpPr>
          <p:cNvPr id="54" name="Freeform: Shape 53">
            <a:extLst>
              <a:ext uri="{FF2B5EF4-FFF2-40B4-BE49-F238E27FC236}">
                <a16:creationId xmlns:a16="http://schemas.microsoft.com/office/drawing/2014/main" id="{A218B511-3FF6-E35A-6664-4C1EF2C94180}"/>
              </a:ext>
            </a:extLst>
          </p:cNvPr>
          <p:cNvSpPr/>
          <p:nvPr userDrawn="1"/>
        </p:nvSpPr>
        <p:spPr>
          <a:xfrm>
            <a:off x="-6413" y="0"/>
            <a:ext cx="12188951" cy="6858000"/>
          </a:xfrm>
          <a:custGeom>
            <a:avLst/>
            <a:gdLst>
              <a:gd name="csX0" fmla="*/ 9511531 w 12188951"/>
              <a:gd name="csY0" fmla="*/ 0 h 6858000"/>
              <a:gd name="csX1" fmla="*/ 9714833 w 12188951"/>
              <a:gd name="csY1" fmla="*/ 0 h 6858000"/>
              <a:gd name="csX2" fmla="*/ 8823605 w 12188951"/>
              <a:gd name="csY2" fmla="*/ 3317216 h 6858000"/>
              <a:gd name="csX3" fmla="*/ 9639269 w 12188951"/>
              <a:gd name="csY3" fmla="*/ 4380097 h 6858000"/>
              <a:gd name="csX4" fmla="*/ 12188951 w 12188951"/>
              <a:gd name="csY4" fmla="*/ 4380097 h 6858000"/>
              <a:gd name="csX5" fmla="*/ 12188951 w 12188951"/>
              <a:gd name="csY5" fmla="*/ 6858000 h 6858000"/>
              <a:gd name="csX6" fmla="*/ 12188950 w 12188951"/>
              <a:gd name="csY6" fmla="*/ 6858000 h 6858000"/>
              <a:gd name="csX7" fmla="*/ 12188950 w 12188951"/>
              <a:gd name="csY7" fmla="*/ 4557177 h 6858000"/>
              <a:gd name="csX8" fmla="*/ 9618929 w 12188951"/>
              <a:gd name="csY8" fmla="*/ 4557177 h 6858000"/>
              <a:gd name="csX9" fmla="*/ 8259389 w 12188951"/>
              <a:gd name="csY9" fmla="*/ 5600404 h 6858000"/>
              <a:gd name="csX10" fmla="*/ 7922414 w 12188951"/>
              <a:gd name="csY10" fmla="*/ 6858000 h 6858000"/>
              <a:gd name="csX11" fmla="*/ 7728121 w 12188951"/>
              <a:gd name="csY11" fmla="*/ 6858000 h 6858000"/>
              <a:gd name="csX12" fmla="*/ 8059859 w 12188951"/>
              <a:gd name="csY12" fmla="*/ 5620059 h 6858000"/>
              <a:gd name="csX13" fmla="*/ 7244197 w 12188951"/>
              <a:gd name="csY13" fmla="*/ 4557176 h 6858000"/>
              <a:gd name="csX14" fmla="*/ 0 w 12188951"/>
              <a:gd name="csY14" fmla="*/ 4557176 h 6858000"/>
              <a:gd name="csX15" fmla="*/ 0 w 12188951"/>
              <a:gd name="csY15" fmla="*/ 4380097 h 6858000"/>
              <a:gd name="csX16" fmla="*/ 7264845 w 12188951"/>
              <a:gd name="csY16" fmla="*/ 4380097 h 6858000"/>
              <a:gd name="csX17" fmla="*/ 8624385 w 12188951"/>
              <a:gd name="csY17" fmla="*/ 3336871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2188951" h="6858000">
                <a:moveTo>
                  <a:pt x="9511531" y="0"/>
                </a:moveTo>
                <a:lnTo>
                  <a:pt x="9714833" y="0"/>
                </a:lnTo>
                <a:lnTo>
                  <a:pt x="8823605" y="3317216"/>
                </a:lnTo>
                <a:cubicBezTo>
                  <a:pt x="8679882" y="3853416"/>
                  <a:pt x="9084028" y="4380097"/>
                  <a:pt x="9639269" y="4380097"/>
                </a:cubicBezTo>
                <a:lnTo>
                  <a:pt x="12188951" y="4380097"/>
                </a:lnTo>
                <a:lnTo>
                  <a:pt x="12188951" y="6858000"/>
                </a:lnTo>
                <a:lnTo>
                  <a:pt x="12188950" y="6858000"/>
                </a:lnTo>
                <a:lnTo>
                  <a:pt x="12188950" y="4557177"/>
                </a:lnTo>
                <a:lnTo>
                  <a:pt x="9618929" y="4557177"/>
                </a:lnTo>
                <a:cubicBezTo>
                  <a:pt x="8981998" y="4557177"/>
                  <a:pt x="8424300" y="4984971"/>
                  <a:pt x="8259389" y="5600404"/>
                </a:cubicBezTo>
                <a:lnTo>
                  <a:pt x="7922414" y="6858000"/>
                </a:lnTo>
                <a:lnTo>
                  <a:pt x="7728121" y="6858000"/>
                </a:lnTo>
                <a:lnTo>
                  <a:pt x="8059859" y="5620059"/>
                </a:lnTo>
                <a:cubicBezTo>
                  <a:pt x="8203583" y="5083856"/>
                  <a:pt x="7799437" y="4557176"/>
                  <a:pt x="7244197" y="4557176"/>
                </a:cubicBezTo>
                <a:lnTo>
                  <a:pt x="0" y="4557176"/>
                </a:lnTo>
                <a:lnTo>
                  <a:pt x="0" y="4380097"/>
                </a:lnTo>
                <a:lnTo>
                  <a:pt x="7264845" y="4380097"/>
                </a:lnTo>
                <a:cubicBezTo>
                  <a:pt x="7901774" y="4380097"/>
                  <a:pt x="8459472" y="3952303"/>
                  <a:pt x="8624385" y="3336871"/>
                </a:cubicBez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56" name="Rectangle 55">
            <a:extLst>
              <a:ext uri="{FF2B5EF4-FFF2-40B4-BE49-F238E27FC236}">
                <a16:creationId xmlns:a16="http://schemas.microsoft.com/office/drawing/2014/main" id="{D62E4EF4-3D8B-98B3-D924-A715A1F745C0}"/>
              </a:ext>
            </a:extLst>
          </p:cNvPr>
          <p:cNvSpPr/>
          <p:nvPr userDrawn="1"/>
        </p:nvSpPr>
        <p:spPr>
          <a:xfrm>
            <a:off x="-2" y="-279898"/>
            <a:ext cx="7040880" cy="241798"/>
          </a:xfrm>
          <a:prstGeom prst="rect">
            <a:avLst/>
          </a:prstGeom>
          <a:solidFill>
            <a:schemeClr val="bg2"/>
          </a:solidFill>
          <a:ln w="1905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mn-lt"/>
              </a:rPr>
              <a:t>Change background color → Right click → Format Background → Fill → Solid Fill → Color → Select color</a:t>
            </a:r>
          </a:p>
        </p:txBody>
      </p:sp>
      <p:pic>
        <p:nvPicPr>
          <p:cNvPr id="4" name="Graphic 3">
            <a:extLst>
              <a:ext uri="{FF2B5EF4-FFF2-40B4-BE49-F238E27FC236}">
                <a16:creationId xmlns:a16="http://schemas.microsoft.com/office/drawing/2014/main" id="{0BFB8769-605C-78A6-1B44-41F2DF04FE8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18135" y="6317218"/>
            <a:ext cx="1135261" cy="411480"/>
          </a:xfrm>
          <a:prstGeom prst="rect">
            <a:avLst/>
          </a:prstGeom>
        </p:spPr>
      </p:pic>
      <p:sp>
        <p:nvSpPr>
          <p:cNvPr id="7" name="Footer Placeholder 6">
            <a:extLst>
              <a:ext uri="{FF2B5EF4-FFF2-40B4-BE49-F238E27FC236}">
                <a16:creationId xmlns:a16="http://schemas.microsoft.com/office/drawing/2014/main" id="{880AB1F2-296B-411D-502B-F03B5964BF25}"/>
              </a:ext>
            </a:extLst>
          </p:cNvPr>
          <p:cNvSpPr>
            <a:spLocks noGrp="1"/>
          </p:cNvSpPr>
          <p:nvPr>
            <p:ph type="ftr" sz="quarter" idx="10"/>
          </p:nvPr>
        </p:nvSpPr>
        <p:spPr/>
        <p:txBody>
          <a:bodyPr/>
          <a:lstStyle>
            <a:lvl1pPr>
              <a:defRPr>
                <a:solidFill>
                  <a:schemeClr val="bg2"/>
                </a:solidFill>
              </a:defRPr>
            </a:lvl1pPr>
          </a:lstStyle>
          <a:p>
            <a:r>
              <a:rPr lang="en-US"/>
              <a:t>Footer</a:t>
            </a:r>
            <a:endParaRPr lang="en-IN"/>
          </a:p>
        </p:txBody>
      </p:sp>
      <p:sp>
        <p:nvSpPr>
          <p:cNvPr id="8" name="Slide Number Placeholder 7">
            <a:extLst>
              <a:ext uri="{FF2B5EF4-FFF2-40B4-BE49-F238E27FC236}">
                <a16:creationId xmlns:a16="http://schemas.microsoft.com/office/drawing/2014/main" id="{878DE898-D473-8F8E-4FCB-5BBCACC50D71}"/>
              </a:ext>
            </a:extLst>
          </p:cNvPr>
          <p:cNvSpPr>
            <a:spLocks noGrp="1"/>
          </p:cNvSpPr>
          <p:nvPr>
            <p:ph type="sldNum" sz="quarter" idx="11"/>
          </p:nvPr>
        </p:nvSpPr>
        <p:spPr/>
        <p:txBody>
          <a:bodyPr/>
          <a:lstStyle>
            <a:lvl1pPr>
              <a:defRPr>
                <a:solidFill>
                  <a:schemeClr val="bg2"/>
                </a:solidFill>
              </a:defRPr>
            </a:lvl1pPr>
          </a:lstStyle>
          <a:p>
            <a:fld id="{85AC2185-BC10-47CC-BB5A-D3C63A4C1365}" type="slidenum">
              <a:rPr lang="en-IN" smtClean="0"/>
              <a:pPr/>
              <a:t>‹#›</a:t>
            </a:fld>
            <a:endParaRPr lang="en-IN"/>
          </a:p>
        </p:txBody>
      </p:sp>
    </p:spTree>
    <p:extLst>
      <p:ext uri="{BB962C8B-B14F-4D97-AF65-F5344CB8AC3E}">
        <p14:creationId xmlns:p14="http://schemas.microsoft.com/office/powerpoint/2010/main" val="1705778199"/>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mall Text Headline">
    <p:bg>
      <p:bgRef idx="1001">
        <a:schemeClr val="bg2"/>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CFF7FB93-B203-70C5-15D6-28FFAC82A462}"/>
              </a:ext>
            </a:extLst>
          </p:cNvPr>
          <p:cNvSpPr>
            <a:spLocks noGrp="1"/>
          </p:cNvSpPr>
          <p:nvPr>
            <p:ph type="pic" sz="quarter" idx="47" hasCustomPrompt="1"/>
          </p:nvPr>
        </p:nvSpPr>
        <p:spPr>
          <a:xfrm>
            <a:off x="0" y="-1"/>
            <a:ext cx="12192000" cy="6858000"/>
          </a:xfrm>
        </p:spPr>
        <p:txBody>
          <a:bodyPr tIns="251999" bIns="1800000" anchor="t"/>
          <a:lstStyle>
            <a:lvl1pPr algn="ctr">
              <a:defRPr>
                <a:solidFill>
                  <a:schemeClr val="tx2"/>
                </a:solidFill>
              </a:defRPr>
            </a:lvl1pPr>
          </a:lstStyle>
          <a:p>
            <a:r>
              <a:rPr lang="en-GB"/>
              <a:t>Add image, then ‘Send to Back’</a:t>
            </a:r>
          </a:p>
        </p:txBody>
      </p:sp>
      <p:sp>
        <p:nvSpPr>
          <p:cNvPr id="3" name="Large Headline">
            <a:extLst>
              <a:ext uri="{FF2B5EF4-FFF2-40B4-BE49-F238E27FC236}">
                <a16:creationId xmlns:a16="http://schemas.microsoft.com/office/drawing/2014/main" id="{193B3F26-D0BC-8222-E462-B22152791773}"/>
              </a:ext>
            </a:extLst>
          </p:cNvPr>
          <p:cNvSpPr>
            <a:spLocks noGrp="1"/>
          </p:cNvSpPr>
          <p:nvPr>
            <p:ph type="title" hasCustomPrompt="1"/>
          </p:nvPr>
        </p:nvSpPr>
        <p:spPr>
          <a:xfrm>
            <a:off x="388963" y="1544638"/>
            <a:ext cx="11414074" cy="3768724"/>
          </a:xfrm>
        </p:spPr>
        <p:txBody>
          <a:bodyPr anchor="ctr"/>
          <a:lstStyle>
            <a:lvl1pPr algn="ctr">
              <a:lnSpc>
                <a:spcPct val="75000"/>
              </a:lnSpc>
              <a:defRPr sz="3600" baseline="0">
                <a:solidFill>
                  <a:schemeClr val="tx2"/>
                </a:solidFill>
                <a:latin typeface="+mj-lt"/>
              </a:defRPr>
            </a:lvl1pPr>
          </a:lstStyle>
          <a:p>
            <a:r>
              <a:rPr lang="en-US"/>
              <a:t>Place headline </a:t>
            </a:r>
            <a:br>
              <a:rPr lang="en-US"/>
            </a:br>
            <a:r>
              <a:rPr lang="en-US"/>
              <a:t>here, lorem ipsum</a:t>
            </a:r>
          </a:p>
        </p:txBody>
      </p:sp>
      <p:sp>
        <p:nvSpPr>
          <p:cNvPr id="6" name="Footer Placeholder 5">
            <a:extLst>
              <a:ext uri="{FF2B5EF4-FFF2-40B4-BE49-F238E27FC236}">
                <a16:creationId xmlns:a16="http://schemas.microsoft.com/office/drawing/2014/main" id="{91F4A8BE-1FC0-FB79-16F1-6349EEECD04F}"/>
              </a:ext>
            </a:extLst>
          </p:cNvPr>
          <p:cNvSpPr>
            <a:spLocks noGrp="1"/>
          </p:cNvSpPr>
          <p:nvPr>
            <p:ph type="ftr" sz="quarter" idx="48"/>
          </p:nvPr>
        </p:nvSpPr>
        <p:spPr/>
        <p:txBody>
          <a:bodyPr/>
          <a:lstStyle>
            <a:lvl1pPr>
              <a:defRPr>
                <a:solidFill>
                  <a:schemeClr val="tx2"/>
                </a:solidFill>
              </a:defRPr>
            </a:lvl1pPr>
          </a:lstStyle>
          <a:p>
            <a:r>
              <a:rPr lang="en-US"/>
              <a:t>Footer</a:t>
            </a:r>
            <a:endParaRPr lang="en-IN"/>
          </a:p>
        </p:txBody>
      </p:sp>
      <p:sp>
        <p:nvSpPr>
          <p:cNvPr id="8" name="Slide Number Placeholder 7">
            <a:extLst>
              <a:ext uri="{FF2B5EF4-FFF2-40B4-BE49-F238E27FC236}">
                <a16:creationId xmlns:a16="http://schemas.microsoft.com/office/drawing/2014/main" id="{7482CE89-A870-9873-D81A-7EDF773DD0CD}"/>
              </a:ext>
            </a:extLst>
          </p:cNvPr>
          <p:cNvSpPr>
            <a:spLocks noGrp="1"/>
          </p:cNvSpPr>
          <p:nvPr>
            <p:ph type="sldNum" sz="quarter" idx="49"/>
          </p:nvPr>
        </p:nvSpPr>
        <p:spPr/>
        <p:txBody>
          <a:bodyPr/>
          <a:lstStyle>
            <a:lvl1pPr>
              <a:defRPr>
                <a:solidFill>
                  <a:schemeClr val="tx2"/>
                </a:solidFill>
              </a:defRPr>
            </a:lvl1pPr>
          </a:lstStyle>
          <a:p>
            <a:fld id="{85AC2185-BC10-47CC-BB5A-D3C63A4C1365}" type="slidenum">
              <a:rPr lang="en-IN" smtClean="0"/>
              <a:pPr/>
              <a:t>‹#›</a:t>
            </a:fld>
            <a:endParaRPr lang="en-IN"/>
          </a:p>
        </p:txBody>
      </p:sp>
      <p:pic>
        <p:nvPicPr>
          <p:cNvPr id="10" name="Graphic 9">
            <a:extLst>
              <a:ext uri="{FF2B5EF4-FFF2-40B4-BE49-F238E27FC236}">
                <a16:creationId xmlns:a16="http://schemas.microsoft.com/office/drawing/2014/main" id="{D9AE5D32-4012-EB32-F2F2-937EED51DFC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18135" y="6317218"/>
            <a:ext cx="1135261" cy="411480"/>
          </a:xfrm>
          <a:prstGeom prst="rect">
            <a:avLst/>
          </a:prstGeom>
        </p:spPr>
      </p:pic>
    </p:spTree>
    <p:extLst>
      <p:ext uri="{BB962C8B-B14F-4D97-AF65-F5344CB8AC3E}">
        <p14:creationId xmlns:p14="http://schemas.microsoft.com/office/powerpoint/2010/main" val="3297624070"/>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Key Statement">
    <p:bg>
      <p:bgRef idx="1001">
        <a:schemeClr val="bg2"/>
      </p:bgRef>
    </p:bg>
    <p:spTree>
      <p:nvGrpSpPr>
        <p:cNvPr id="1" name=""/>
        <p:cNvGrpSpPr/>
        <p:nvPr/>
      </p:nvGrpSpPr>
      <p:grpSpPr>
        <a:xfrm>
          <a:off x="0" y="0"/>
          <a:ext cx="0" cy="0"/>
          <a:chOff x="0" y="0"/>
          <a:chExt cx="0" cy="0"/>
        </a:xfrm>
      </p:grpSpPr>
      <p:sp>
        <p:nvSpPr>
          <p:cNvPr id="3" name="Large Headline">
            <a:extLst>
              <a:ext uri="{FF2B5EF4-FFF2-40B4-BE49-F238E27FC236}">
                <a16:creationId xmlns:a16="http://schemas.microsoft.com/office/drawing/2014/main" id="{193B3F26-D0BC-8222-E462-B22152791773}"/>
              </a:ext>
            </a:extLst>
          </p:cNvPr>
          <p:cNvSpPr>
            <a:spLocks noGrp="1"/>
          </p:cNvSpPr>
          <p:nvPr>
            <p:ph type="title" hasCustomPrompt="1"/>
          </p:nvPr>
        </p:nvSpPr>
        <p:spPr>
          <a:xfrm>
            <a:off x="388963" y="773112"/>
            <a:ext cx="11414074" cy="5311776"/>
          </a:xfrm>
        </p:spPr>
        <p:txBody>
          <a:bodyPr anchor="ctr"/>
          <a:lstStyle>
            <a:lvl1pPr algn="ctr">
              <a:lnSpc>
                <a:spcPct val="80000"/>
              </a:lnSpc>
              <a:defRPr sz="6600" b="1" cap="none" baseline="0">
                <a:solidFill>
                  <a:schemeClr val="accent2"/>
                </a:solidFill>
                <a:latin typeface="+mj-lt"/>
              </a:defRPr>
            </a:lvl1pPr>
          </a:lstStyle>
          <a:p>
            <a:r>
              <a:rPr lang="en-GB"/>
              <a:t>Place </a:t>
            </a:r>
            <a:br>
              <a:rPr lang="en-GB"/>
            </a:br>
            <a:r>
              <a:rPr lang="en-GB"/>
              <a:t>headline here</a:t>
            </a:r>
            <a:endParaRPr lang="en-US"/>
          </a:p>
        </p:txBody>
      </p:sp>
      <p:sp>
        <p:nvSpPr>
          <p:cNvPr id="6" name="Footer Placeholder 5">
            <a:extLst>
              <a:ext uri="{FF2B5EF4-FFF2-40B4-BE49-F238E27FC236}">
                <a16:creationId xmlns:a16="http://schemas.microsoft.com/office/drawing/2014/main" id="{64F8BFC9-5ADE-ED2D-72A2-F2158E9C35CF}"/>
              </a:ext>
            </a:extLst>
          </p:cNvPr>
          <p:cNvSpPr>
            <a:spLocks noGrp="1"/>
          </p:cNvSpPr>
          <p:nvPr>
            <p:ph type="ftr" sz="quarter" idx="10"/>
          </p:nvPr>
        </p:nvSpPr>
        <p:spPr/>
        <p:txBody>
          <a:bodyPr/>
          <a:lstStyle>
            <a:lvl1pPr>
              <a:defRPr>
                <a:solidFill>
                  <a:schemeClr val="tx2"/>
                </a:solidFill>
              </a:defRPr>
            </a:lvl1pPr>
          </a:lstStyle>
          <a:p>
            <a:r>
              <a:rPr lang="en-US"/>
              <a:t>Footer</a:t>
            </a:r>
            <a:endParaRPr lang="en-IN"/>
          </a:p>
        </p:txBody>
      </p:sp>
      <p:sp>
        <p:nvSpPr>
          <p:cNvPr id="8" name="Slide Number Placeholder 7">
            <a:extLst>
              <a:ext uri="{FF2B5EF4-FFF2-40B4-BE49-F238E27FC236}">
                <a16:creationId xmlns:a16="http://schemas.microsoft.com/office/drawing/2014/main" id="{4416DA17-752F-6B60-A94E-336818DA3C98}"/>
              </a:ext>
            </a:extLst>
          </p:cNvPr>
          <p:cNvSpPr>
            <a:spLocks noGrp="1"/>
          </p:cNvSpPr>
          <p:nvPr>
            <p:ph type="sldNum" sz="quarter" idx="11"/>
          </p:nvPr>
        </p:nvSpPr>
        <p:spPr/>
        <p:txBody>
          <a:bodyPr/>
          <a:lstStyle>
            <a:lvl1pPr>
              <a:defRPr>
                <a:solidFill>
                  <a:schemeClr val="tx2"/>
                </a:solidFill>
              </a:defRPr>
            </a:lvl1pPr>
          </a:lstStyle>
          <a:p>
            <a:fld id="{85AC2185-BC10-47CC-BB5A-D3C63A4C1365}" type="slidenum">
              <a:rPr lang="en-IN" smtClean="0"/>
              <a:pPr/>
              <a:t>‹#›</a:t>
            </a:fld>
            <a:endParaRPr lang="en-IN"/>
          </a:p>
        </p:txBody>
      </p:sp>
      <p:pic>
        <p:nvPicPr>
          <p:cNvPr id="9" name="Graphic 8">
            <a:extLst>
              <a:ext uri="{FF2B5EF4-FFF2-40B4-BE49-F238E27FC236}">
                <a16:creationId xmlns:a16="http://schemas.microsoft.com/office/drawing/2014/main" id="{18824F0A-3532-A7B1-19E1-055CACF0EE4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18135" y="6317218"/>
            <a:ext cx="1135261" cy="411480"/>
          </a:xfrm>
          <a:prstGeom prst="rect">
            <a:avLst/>
          </a:prstGeom>
        </p:spPr>
      </p:pic>
      <p:sp>
        <p:nvSpPr>
          <p:cNvPr id="5" name="Rectangle 4">
            <a:extLst>
              <a:ext uri="{FF2B5EF4-FFF2-40B4-BE49-F238E27FC236}">
                <a16:creationId xmlns:a16="http://schemas.microsoft.com/office/drawing/2014/main" id="{C62E7B8E-3704-B5D1-ACFD-F368D69AE4AE}"/>
              </a:ext>
            </a:extLst>
          </p:cNvPr>
          <p:cNvSpPr/>
          <p:nvPr userDrawn="1"/>
        </p:nvSpPr>
        <p:spPr>
          <a:xfrm>
            <a:off x="-2" y="-279898"/>
            <a:ext cx="7040880" cy="241798"/>
          </a:xfrm>
          <a:prstGeom prst="rect">
            <a:avLst/>
          </a:prstGeom>
          <a:solidFill>
            <a:srgbClr val="EFEFE5"/>
          </a:solidFill>
          <a:ln w="1905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rPr>
              <a:t>Change background color → Right click → Format Background → Fill → Solid Fill → Color → Select color</a:t>
            </a:r>
          </a:p>
        </p:txBody>
      </p:sp>
    </p:spTree>
    <p:extLst>
      <p:ext uri="{BB962C8B-B14F-4D97-AF65-F5344CB8AC3E}">
        <p14:creationId xmlns:p14="http://schemas.microsoft.com/office/powerpoint/2010/main" val="2793979775"/>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Divider">
    <p:bg>
      <p:bgRef idx="1001">
        <a:schemeClr val="bg2"/>
      </p:bgRef>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64F8BFC9-5ADE-ED2D-72A2-F2158E9C35CF}"/>
              </a:ext>
            </a:extLst>
          </p:cNvPr>
          <p:cNvSpPr>
            <a:spLocks noGrp="1"/>
          </p:cNvSpPr>
          <p:nvPr>
            <p:ph type="ftr" sz="quarter" idx="10"/>
          </p:nvPr>
        </p:nvSpPr>
        <p:spPr/>
        <p:txBody>
          <a:bodyPr/>
          <a:lstStyle>
            <a:lvl1pPr>
              <a:defRPr>
                <a:solidFill>
                  <a:schemeClr val="tx2"/>
                </a:solidFill>
              </a:defRPr>
            </a:lvl1pPr>
          </a:lstStyle>
          <a:p>
            <a:r>
              <a:rPr lang="en-US"/>
              <a:t>Footer</a:t>
            </a:r>
            <a:endParaRPr lang="en-IN"/>
          </a:p>
        </p:txBody>
      </p:sp>
      <p:sp>
        <p:nvSpPr>
          <p:cNvPr id="8" name="Slide Number Placeholder 7">
            <a:extLst>
              <a:ext uri="{FF2B5EF4-FFF2-40B4-BE49-F238E27FC236}">
                <a16:creationId xmlns:a16="http://schemas.microsoft.com/office/drawing/2014/main" id="{4416DA17-752F-6B60-A94E-336818DA3C98}"/>
              </a:ext>
            </a:extLst>
          </p:cNvPr>
          <p:cNvSpPr>
            <a:spLocks noGrp="1"/>
          </p:cNvSpPr>
          <p:nvPr>
            <p:ph type="sldNum" sz="quarter" idx="11"/>
          </p:nvPr>
        </p:nvSpPr>
        <p:spPr/>
        <p:txBody>
          <a:bodyPr/>
          <a:lstStyle>
            <a:lvl1pPr>
              <a:defRPr>
                <a:solidFill>
                  <a:schemeClr val="tx2"/>
                </a:solidFill>
              </a:defRPr>
            </a:lvl1pPr>
          </a:lstStyle>
          <a:p>
            <a:fld id="{85AC2185-BC10-47CC-BB5A-D3C63A4C1365}" type="slidenum">
              <a:rPr lang="en-IN" smtClean="0"/>
              <a:pPr/>
              <a:t>‹#›</a:t>
            </a:fld>
            <a:endParaRPr lang="en-IN"/>
          </a:p>
        </p:txBody>
      </p:sp>
      <p:pic>
        <p:nvPicPr>
          <p:cNvPr id="9" name="Graphic 8">
            <a:extLst>
              <a:ext uri="{FF2B5EF4-FFF2-40B4-BE49-F238E27FC236}">
                <a16:creationId xmlns:a16="http://schemas.microsoft.com/office/drawing/2014/main" id="{18824F0A-3532-A7B1-19E1-055CACF0EE4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18135" y="6317218"/>
            <a:ext cx="1135261" cy="411480"/>
          </a:xfrm>
          <a:prstGeom prst="rect">
            <a:avLst/>
          </a:prstGeom>
        </p:spPr>
      </p:pic>
      <p:pic>
        <p:nvPicPr>
          <p:cNvPr id="2" name="Graphic 1">
            <a:extLst>
              <a:ext uri="{FF2B5EF4-FFF2-40B4-BE49-F238E27FC236}">
                <a16:creationId xmlns:a16="http://schemas.microsoft.com/office/drawing/2014/main" id="{1CFCB9E3-11E7-F6B9-EF5D-A5294C2DC8D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773172" y="2770528"/>
            <a:ext cx="6645656" cy="1316944"/>
          </a:xfrm>
          <a:prstGeom prst="rect">
            <a:avLst/>
          </a:prstGeom>
        </p:spPr>
      </p:pic>
      <p:sp>
        <p:nvSpPr>
          <p:cNvPr id="5" name="Text Placeholder 5">
            <a:extLst>
              <a:ext uri="{FF2B5EF4-FFF2-40B4-BE49-F238E27FC236}">
                <a16:creationId xmlns:a16="http://schemas.microsoft.com/office/drawing/2014/main" id="{4F25889A-5703-309C-D6E2-055C8CF6CCF6}"/>
              </a:ext>
            </a:extLst>
          </p:cNvPr>
          <p:cNvSpPr>
            <a:spLocks noGrp="1"/>
          </p:cNvSpPr>
          <p:nvPr>
            <p:ph type="body" sz="quarter" idx="22" hasCustomPrompt="1"/>
          </p:nvPr>
        </p:nvSpPr>
        <p:spPr>
          <a:xfrm>
            <a:off x="4056126" y="3138083"/>
            <a:ext cx="4079748" cy="581834"/>
          </a:xfrm>
        </p:spPr>
        <p:txBody>
          <a:bodyPr anchor="ctr"/>
          <a:lstStyle>
            <a:lvl1pPr algn="ctr">
              <a:defRPr sz="4800" b="0" cap="all" baseline="0">
                <a:solidFill>
                  <a:schemeClr val="tx2"/>
                </a:solidFill>
                <a:latin typeface="+mj-lt"/>
              </a:defRPr>
            </a:lvl1pPr>
          </a:lstStyle>
          <a:p>
            <a:pPr lvl="0"/>
            <a:r>
              <a:rPr lang="en-US"/>
              <a:t>APPENDIX</a:t>
            </a:r>
          </a:p>
        </p:txBody>
      </p:sp>
      <p:sp>
        <p:nvSpPr>
          <p:cNvPr id="7" name="Rectangle 6">
            <a:extLst>
              <a:ext uri="{FF2B5EF4-FFF2-40B4-BE49-F238E27FC236}">
                <a16:creationId xmlns:a16="http://schemas.microsoft.com/office/drawing/2014/main" id="{0C902CB2-3866-F7E9-C891-1691605C8991}"/>
              </a:ext>
            </a:extLst>
          </p:cNvPr>
          <p:cNvSpPr/>
          <p:nvPr userDrawn="1"/>
        </p:nvSpPr>
        <p:spPr>
          <a:xfrm>
            <a:off x="-2" y="-279898"/>
            <a:ext cx="7040880" cy="241798"/>
          </a:xfrm>
          <a:prstGeom prst="rect">
            <a:avLst/>
          </a:prstGeom>
          <a:solidFill>
            <a:srgbClr val="EFEFE5"/>
          </a:solidFill>
          <a:ln w="1905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rPr>
              <a:t>Change background color → Right click → Format Background → Fill → Solid Fill → Color → Select color</a:t>
            </a:r>
          </a:p>
        </p:txBody>
      </p:sp>
    </p:spTree>
    <p:extLst>
      <p:ext uri="{BB962C8B-B14F-4D97-AF65-F5344CB8AC3E}">
        <p14:creationId xmlns:p14="http://schemas.microsoft.com/office/powerpoint/2010/main" val="3512973574"/>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with Subtitle Light">
    <p:bg>
      <p:bgRef idx="1001">
        <a:schemeClr val="bg2"/>
      </p:bgRef>
    </p:bg>
    <p:spTree>
      <p:nvGrpSpPr>
        <p:cNvPr id="1" name=""/>
        <p:cNvGrpSpPr/>
        <p:nvPr/>
      </p:nvGrpSpPr>
      <p:grpSpPr>
        <a:xfrm>
          <a:off x="0" y="0"/>
          <a:ext cx="0" cy="0"/>
          <a:chOff x="0" y="0"/>
          <a:chExt cx="0" cy="0"/>
        </a:xfrm>
      </p:grpSpPr>
      <p:sp>
        <p:nvSpPr>
          <p:cNvPr id="15" name="Text Placeholder 5">
            <a:extLst>
              <a:ext uri="{FF2B5EF4-FFF2-40B4-BE49-F238E27FC236}">
                <a16:creationId xmlns:a16="http://schemas.microsoft.com/office/drawing/2014/main" id="{B1100BC4-5E17-6A1A-88E6-627A8860526D}"/>
              </a:ext>
            </a:extLst>
          </p:cNvPr>
          <p:cNvSpPr>
            <a:spLocks noGrp="1"/>
          </p:cNvSpPr>
          <p:nvPr>
            <p:ph type="body" sz="quarter" idx="14" hasCustomPrompt="1"/>
          </p:nvPr>
        </p:nvSpPr>
        <p:spPr>
          <a:xfrm>
            <a:off x="385572" y="1122680"/>
            <a:ext cx="11420856" cy="421958"/>
          </a:xfrm>
        </p:spPr>
        <p:txBody>
          <a:bodyPr anchor="t"/>
          <a:lstStyle>
            <a:lvl1pPr>
              <a:defRPr sz="1600">
                <a:solidFill>
                  <a:schemeClr val="tx2"/>
                </a:solidFill>
                <a:latin typeface="+mn-lt"/>
              </a:defRPr>
            </a:lvl1pPr>
          </a:lstStyle>
          <a:p>
            <a:pPr lvl="0"/>
            <a:r>
              <a:rPr lang="en-US" dirty="0"/>
              <a:t>Place subtitle here, lorem ipsum dolor</a:t>
            </a:r>
          </a:p>
        </p:txBody>
      </p:sp>
      <p:sp>
        <p:nvSpPr>
          <p:cNvPr id="10" name="Title 9">
            <a:extLst>
              <a:ext uri="{FF2B5EF4-FFF2-40B4-BE49-F238E27FC236}">
                <a16:creationId xmlns:a16="http://schemas.microsoft.com/office/drawing/2014/main" id="{222F156D-CC02-5CAE-E6EB-16D8F602C022}"/>
              </a:ext>
            </a:extLst>
          </p:cNvPr>
          <p:cNvSpPr>
            <a:spLocks noGrp="1"/>
          </p:cNvSpPr>
          <p:nvPr>
            <p:ph type="title" hasCustomPrompt="1"/>
          </p:nvPr>
        </p:nvSpPr>
        <p:spPr/>
        <p:txBody>
          <a:bodyPr/>
          <a:lstStyle>
            <a:lvl1pPr>
              <a:defRPr>
                <a:solidFill>
                  <a:schemeClr val="tx2"/>
                </a:solidFill>
              </a:defRPr>
            </a:lvl1pPr>
          </a:lstStyle>
          <a:p>
            <a:r>
              <a:rPr lang="en-US"/>
              <a:t>Place headline here</a:t>
            </a:r>
            <a:endParaRPr lang="en-IN"/>
          </a:p>
        </p:txBody>
      </p:sp>
      <p:sp>
        <p:nvSpPr>
          <p:cNvPr id="2" name="Text Placeholder 5">
            <a:extLst>
              <a:ext uri="{FF2B5EF4-FFF2-40B4-BE49-F238E27FC236}">
                <a16:creationId xmlns:a16="http://schemas.microsoft.com/office/drawing/2014/main" id="{BF17EA46-2AE6-8649-9446-C5F98CFA5ECA}"/>
              </a:ext>
            </a:extLst>
          </p:cNvPr>
          <p:cNvSpPr>
            <a:spLocks noGrp="1"/>
          </p:cNvSpPr>
          <p:nvPr>
            <p:ph type="body" sz="quarter" idx="17" hasCustomPrompt="1"/>
          </p:nvPr>
        </p:nvSpPr>
        <p:spPr>
          <a:xfrm>
            <a:off x="385572" y="5686332"/>
            <a:ext cx="4572000" cy="421958"/>
          </a:xfrm>
        </p:spPr>
        <p:txBody>
          <a:bodyPr anchor="b"/>
          <a:lstStyle>
            <a:lvl1pPr>
              <a:defRPr sz="800">
                <a:solidFill>
                  <a:schemeClr val="tx2"/>
                </a:solidFill>
                <a:latin typeface="+mn-lt"/>
              </a:defRPr>
            </a:lvl1pPr>
          </a:lstStyle>
          <a:p>
            <a:pPr lvl="0"/>
            <a:r>
              <a:rPr lang="en-US"/>
              <a:t>Place source here</a:t>
            </a:r>
          </a:p>
        </p:txBody>
      </p:sp>
      <p:sp>
        <p:nvSpPr>
          <p:cNvPr id="3" name="Footer Placeholder 2">
            <a:extLst>
              <a:ext uri="{FF2B5EF4-FFF2-40B4-BE49-F238E27FC236}">
                <a16:creationId xmlns:a16="http://schemas.microsoft.com/office/drawing/2014/main" id="{B112A034-109A-4555-640B-5BA49E69EB88}"/>
              </a:ext>
            </a:extLst>
          </p:cNvPr>
          <p:cNvSpPr>
            <a:spLocks noGrp="1"/>
          </p:cNvSpPr>
          <p:nvPr>
            <p:ph type="ftr" sz="quarter" idx="18"/>
          </p:nvPr>
        </p:nvSpPr>
        <p:spPr/>
        <p:txBody>
          <a:bodyPr/>
          <a:lstStyle>
            <a:lvl1pPr>
              <a:defRPr>
                <a:solidFill>
                  <a:schemeClr val="tx2"/>
                </a:solidFill>
              </a:defRPr>
            </a:lvl1pPr>
          </a:lstStyle>
          <a:p>
            <a:r>
              <a:rPr lang="en-US"/>
              <a:t>Footer</a:t>
            </a:r>
            <a:endParaRPr lang="en-IN"/>
          </a:p>
        </p:txBody>
      </p:sp>
      <p:sp>
        <p:nvSpPr>
          <p:cNvPr id="4" name="Slide Number Placeholder 3">
            <a:extLst>
              <a:ext uri="{FF2B5EF4-FFF2-40B4-BE49-F238E27FC236}">
                <a16:creationId xmlns:a16="http://schemas.microsoft.com/office/drawing/2014/main" id="{54FCEFB1-3AFB-D439-25F3-F8E2DC9DDD2A}"/>
              </a:ext>
            </a:extLst>
          </p:cNvPr>
          <p:cNvSpPr>
            <a:spLocks noGrp="1"/>
          </p:cNvSpPr>
          <p:nvPr>
            <p:ph type="sldNum" sz="quarter" idx="19"/>
          </p:nvPr>
        </p:nvSpPr>
        <p:spPr/>
        <p:txBody>
          <a:bodyPr/>
          <a:lstStyle>
            <a:lvl1pPr>
              <a:defRPr>
                <a:solidFill>
                  <a:schemeClr val="tx2"/>
                </a:solidFill>
              </a:defRPr>
            </a:lvl1pPr>
          </a:lstStyle>
          <a:p>
            <a:fld id="{85AC2185-BC10-47CC-BB5A-D3C63A4C1365}" type="slidenum">
              <a:rPr lang="en-IN" smtClean="0"/>
              <a:pPr/>
              <a:t>‹#›</a:t>
            </a:fld>
            <a:endParaRPr lang="en-IN"/>
          </a:p>
        </p:txBody>
      </p:sp>
    </p:spTree>
    <p:extLst>
      <p:ext uri="{BB962C8B-B14F-4D97-AF65-F5344CB8AC3E}">
        <p14:creationId xmlns:p14="http://schemas.microsoft.com/office/powerpoint/2010/main" val="1885352433"/>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Only with Subtitle Dark">
    <p:bg>
      <p:bgRef idx="1001">
        <a:schemeClr val="bg2"/>
      </p:bgRef>
    </p:bg>
    <p:spTree>
      <p:nvGrpSpPr>
        <p:cNvPr id="1" name=""/>
        <p:cNvGrpSpPr/>
        <p:nvPr/>
      </p:nvGrpSpPr>
      <p:grpSpPr>
        <a:xfrm>
          <a:off x="0" y="0"/>
          <a:ext cx="0" cy="0"/>
          <a:chOff x="0" y="0"/>
          <a:chExt cx="0" cy="0"/>
        </a:xfrm>
      </p:grpSpPr>
      <p:sp>
        <p:nvSpPr>
          <p:cNvPr id="15" name="Text Placeholder 5">
            <a:extLst>
              <a:ext uri="{FF2B5EF4-FFF2-40B4-BE49-F238E27FC236}">
                <a16:creationId xmlns:a16="http://schemas.microsoft.com/office/drawing/2014/main" id="{B1100BC4-5E17-6A1A-88E6-627A8860526D}"/>
              </a:ext>
            </a:extLst>
          </p:cNvPr>
          <p:cNvSpPr>
            <a:spLocks noGrp="1"/>
          </p:cNvSpPr>
          <p:nvPr>
            <p:ph type="body" sz="quarter" idx="14" hasCustomPrompt="1"/>
          </p:nvPr>
        </p:nvSpPr>
        <p:spPr>
          <a:xfrm>
            <a:off x="385572" y="1122680"/>
            <a:ext cx="11420856" cy="421958"/>
          </a:xfrm>
        </p:spPr>
        <p:txBody>
          <a:bodyPr anchor="t"/>
          <a:lstStyle>
            <a:lvl1pPr>
              <a:defRPr sz="1600">
                <a:solidFill>
                  <a:schemeClr val="tx2"/>
                </a:solidFill>
                <a:latin typeface="+mn-lt"/>
              </a:defRPr>
            </a:lvl1pPr>
          </a:lstStyle>
          <a:p>
            <a:pPr lvl="0"/>
            <a:r>
              <a:rPr lang="en-US"/>
              <a:t>Place subtitle here, lorem ipsum dolor</a:t>
            </a:r>
          </a:p>
        </p:txBody>
      </p:sp>
      <p:sp>
        <p:nvSpPr>
          <p:cNvPr id="10" name="Title 9">
            <a:extLst>
              <a:ext uri="{FF2B5EF4-FFF2-40B4-BE49-F238E27FC236}">
                <a16:creationId xmlns:a16="http://schemas.microsoft.com/office/drawing/2014/main" id="{222F156D-CC02-5CAE-E6EB-16D8F602C022}"/>
              </a:ext>
            </a:extLst>
          </p:cNvPr>
          <p:cNvSpPr>
            <a:spLocks noGrp="1"/>
          </p:cNvSpPr>
          <p:nvPr>
            <p:ph type="title" hasCustomPrompt="1"/>
          </p:nvPr>
        </p:nvSpPr>
        <p:spPr/>
        <p:txBody>
          <a:bodyPr/>
          <a:lstStyle>
            <a:lvl1pPr>
              <a:defRPr>
                <a:solidFill>
                  <a:schemeClr val="tx2"/>
                </a:solidFill>
              </a:defRPr>
            </a:lvl1pPr>
          </a:lstStyle>
          <a:p>
            <a:r>
              <a:rPr lang="en-US"/>
              <a:t>Place headline here</a:t>
            </a:r>
            <a:endParaRPr lang="en-IN"/>
          </a:p>
        </p:txBody>
      </p:sp>
      <p:sp>
        <p:nvSpPr>
          <p:cNvPr id="2" name="Text Placeholder 5">
            <a:extLst>
              <a:ext uri="{FF2B5EF4-FFF2-40B4-BE49-F238E27FC236}">
                <a16:creationId xmlns:a16="http://schemas.microsoft.com/office/drawing/2014/main" id="{11A60525-C696-4871-3527-C83D590C4CF8}"/>
              </a:ext>
            </a:extLst>
          </p:cNvPr>
          <p:cNvSpPr>
            <a:spLocks noGrp="1"/>
          </p:cNvSpPr>
          <p:nvPr>
            <p:ph type="body" sz="quarter" idx="17" hasCustomPrompt="1"/>
          </p:nvPr>
        </p:nvSpPr>
        <p:spPr>
          <a:xfrm>
            <a:off x="385572" y="5686332"/>
            <a:ext cx="4572000" cy="421958"/>
          </a:xfrm>
        </p:spPr>
        <p:txBody>
          <a:bodyPr anchor="b"/>
          <a:lstStyle>
            <a:lvl1pPr>
              <a:defRPr sz="800">
                <a:solidFill>
                  <a:schemeClr val="tx2"/>
                </a:solidFill>
                <a:latin typeface="+mn-lt"/>
              </a:defRPr>
            </a:lvl1pPr>
          </a:lstStyle>
          <a:p>
            <a:pPr lvl="0"/>
            <a:r>
              <a:rPr lang="en-US"/>
              <a:t>Place source here</a:t>
            </a:r>
          </a:p>
        </p:txBody>
      </p:sp>
      <p:sp>
        <p:nvSpPr>
          <p:cNvPr id="4" name="Footer Placeholder 3">
            <a:extLst>
              <a:ext uri="{FF2B5EF4-FFF2-40B4-BE49-F238E27FC236}">
                <a16:creationId xmlns:a16="http://schemas.microsoft.com/office/drawing/2014/main" id="{B76A5A43-4885-22FE-AD18-7A9F3919B3D1}"/>
              </a:ext>
            </a:extLst>
          </p:cNvPr>
          <p:cNvSpPr>
            <a:spLocks noGrp="1"/>
          </p:cNvSpPr>
          <p:nvPr>
            <p:ph type="ftr" sz="quarter" idx="18"/>
          </p:nvPr>
        </p:nvSpPr>
        <p:spPr/>
        <p:txBody>
          <a:bodyPr/>
          <a:lstStyle>
            <a:lvl1pPr>
              <a:defRPr>
                <a:solidFill>
                  <a:schemeClr val="tx2"/>
                </a:solidFill>
              </a:defRPr>
            </a:lvl1pPr>
          </a:lstStyle>
          <a:p>
            <a:r>
              <a:rPr lang="en-US"/>
              <a:t>Footer</a:t>
            </a:r>
            <a:endParaRPr lang="en-IN"/>
          </a:p>
        </p:txBody>
      </p:sp>
      <p:sp>
        <p:nvSpPr>
          <p:cNvPr id="5" name="Slide Number Placeholder 4">
            <a:extLst>
              <a:ext uri="{FF2B5EF4-FFF2-40B4-BE49-F238E27FC236}">
                <a16:creationId xmlns:a16="http://schemas.microsoft.com/office/drawing/2014/main" id="{D4EA0D57-19B3-E964-DDCE-9B71A634067A}"/>
              </a:ext>
            </a:extLst>
          </p:cNvPr>
          <p:cNvSpPr>
            <a:spLocks noGrp="1"/>
          </p:cNvSpPr>
          <p:nvPr>
            <p:ph type="sldNum" sz="quarter" idx="19"/>
          </p:nvPr>
        </p:nvSpPr>
        <p:spPr/>
        <p:txBody>
          <a:bodyPr/>
          <a:lstStyle>
            <a:lvl1pPr>
              <a:defRPr>
                <a:solidFill>
                  <a:schemeClr val="tx2"/>
                </a:solidFill>
              </a:defRPr>
            </a:lvl1pPr>
          </a:lstStyle>
          <a:p>
            <a:fld id="{85AC2185-BC10-47CC-BB5A-D3C63A4C1365}" type="slidenum">
              <a:rPr lang="en-IN" smtClean="0"/>
              <a:pPr/>
              <a:t>‹#›</a:t>
            </a:fld>
            <a:endParaRPr lang="en-IN"/>
          </a:p>
        </p:txBody>
      </p:sp>
      <p:pic>
        <p:nvPicPr>
          <p:cNvPr id="6" name="Graphic 5">
            <a:extLst>
              <a:ext uri="{FF2B5EF4-FFF2-40B4-BE49-F238E27FC236}">
                <a16:creationId xmlns:a16="http://schemas.microsoft.com/office/drawing/2014/main" id="{1484136F-5ACD-6D9B-3646-18EF8684B99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18135" y="6317218"/>
            <a:ext cx="1135261" cy="411480"/>
          </a:xfrm>
          <a:prstGeom prst="rect">
            <a:avLst/>
          </a:prstGeom>
        </p:spPr>
      </p:pic>
    </p:spTree>
    <p:extLst>
      <p:ext uri="{BB962C8B-B14F-4D97-AF65-F5344CB8AC3E}">
        <p14:creationId xmlns:p14="http://schemas.microsoft.com/office/powerpoint/2010/main" val="1889765247"/>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Light">
    <p:bg>
      <p:bgRef idx="1001">
        <a:schemeClr val="bg2"/>
      </p:bgRef>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222F156D-CC02-5CAE-E6EB-16D8F602C022}"/>
              </a:ext>
            </a:extLst>
          </p:cNvPr>
          <p:cNvSpPr>
            <a:spLocks noGrp="1"/>
          </p:cNvSpPr>
          <p:nvPr>
            <p:ph type="title" hasCustomPrompt="1"/>
          </p:nvPr>
        </p:nvSpPr>
        <p:spPr>
          <a:xfrm>
            <a:off x="385572" y="411480"/>
            <a:ext cx="11420856" cy="664844"/>
          </a:xfrm>
        </p:spPr>
        <p:txBody>
          <a:bodyPr/>
          <a:lstStyle>
            <a:lvl1pPr algn="ctr">
              <a:defRPr>
                <a:solidFill>
                  <a:schemeClr val="tx2"/>
                </a:solidFill>
              </a:defRPr>
            </a:lvl1pPr>
          </a:lstStyle>
          <a:p>
            <a:r>
              <a:rPr lang="en-US"/>
              <a:t>Place headline here</a:t>
            </a:r>
            <a:endParaRPr lang="en-IN"/>
          </a:p>
        </p:txBody>
      </p:sp>
      <p:sp>
        <p:nvSpPr>
          <p:cNvPr id="2" name="Text Placeholder 5">
            <a:extLst>
              <a:ext uri="{FF2B5EF4-FFF2-40B4-BE49-F238E27FC236}">
                <a16:creationId xmlns:a16="http://schemas.microsoft.com/office/drawing/2014/main" id="{E32210B5-8B26-D680-B9F2-052740E66C46}"/>
              </a:ext>
            </a:extLst>
          </p:cNvPr>
          <p:cNvSpPr>
            <a:spLocks noGrp="1"/>
          </p:cNvSpPr>
          <p:nvPr>
            <p:ph type="body" sz="quarter" idx="14" hasCustomPrompt="1"/>
          </p:nvPr>
        </p:nvSpPr>
        <p:spPr>
          <a:xfrm>
            <a:off x="385572" y="1122680"/>
            <a:ext cx="11420856" cy="421958"/>
          </a:xfrm>
        </p:spPr>
        <p:txBody>
          <a:bodyPr anchor="t"/>
          <a:lstStyle>
            <a:lvl1pPr algn="ctr">
              <a:defRPr sz="1600">
                <a:solidFill>
                  <a:schemeClr val="tx2"/>
                </a:solidFill>
                <a:latin typeface="+mn-lt"/>
              </a:defRPr>
            </a:lvl1pPr>
          </a:lstStyle>
          <a:p>
            <a:pPr lvl="0"/>
            <a:r>
              <a:rPr lang="en-US"/>
              <a:t>Place subtitle here, lorem ipsum dolor</a:t>
            </a:r>
          </a:p>
        </p:txBody>
      </p:sp>
      <p:sp>
        <p:nvSpPr>
          <p:cNvPr id="3" name="Text Placeholder 5">
            <a:extLst>
              <a:ext uri="{FF2B5EF4-FFF2-40B4-BE49-F238E27FC236}">
                <a16:creationId xmlns:a16="http://schemas.microsoft.com/office/drawing/2014/main" id="{530B6CD1-F031-233F-CE99-C5061B2DB857}"/>
              </a:ext>
            </a:extLst>
          </p:cNvPr>
          <p:cNvSpPr>
            <a:spLocks noGrp="1"/>
          </p:cNvSpPr>
          <p:nvPr>
            <p:ph type="body" sz="quarter" idx="17" hasCustomPrompt="1"/>
          </p:nvPr>
        </p:nvSpPr>
        <p:spPr>
          <a:xfrm>
            <a:off x="385572" y="5686332"/>
            <a:ext cx="4572000" cy="421958"/>
          </a:xfrm>
        </p:spPr>
        <p:txBody>
          <a:bodyPr anchor="b"/>
          <a:lstStyle>
            <a:lvl1pPr>
              <a:defRPr sz="800">
                <a:solidFill>
                  <a:schemeClr val="tx2"/>
                </a:solidFill>
                <a:latin typeface="+mn-lt"/>
              </a:defRPr>
            </a:lvl1pPr>
          </a:lstStyle>
          <a:p>
            <a:pPr lvl="0"/>
            <a:r>
              <a:rPr lang="en-US"/>
              <a:t>Place source here</a:t>
            </a:r>
          </a:p>
        </p:txBody>
      </p:sp>
      <p:sp>
        <p:nvSpPr>
          <p:cNvPr id="4" name="Footer Placeholder 3">
            <a:extLst>
              <a:ext uri="{FF2B5EF4-FFF2-40B4-BE49-F238E27FC236}">
                <a16:creationId xmlns:a16="http://schemas.microsoft.com/office/drawing/2014/main" id="{F18B9E9E-6F94-51CE-C950-36D8B793F62B}"/>
              </a:ext>
            </a:extLst>
          </p:cNvPr>
          <p:cNvSpPr>
            <a:spLocks noGrp="1"/>
          </p:cNvSpPr>
          <p:nvPr>
            <p:ph type="ftr" sz="quarter" idx="18"/>
          </p:nvPr>
        </p:nvSpPr>
        <p:spPr/>
        <p:txBody>
          <a:bodyPr/>
          <a:lstStyle>
            <a:lvl1pPr>
              <a:defRPr>
                <a:solidFill>
                  <a:schemeClr val="tx2"/>
                </a:solidFill>
              </a:defRPr>
            </a:lvl1pPr>
          </a:lstStyle>
          <a:p>
            <a:r>
              <a:rPr lang="en-US"/>
              <a:t>Footer</a:t>
            </a:r>
            <a:endParaRPr lang="en-IN"/>
          </a:p>
        </p:txBody>
      </p:sp>
      <p:sp>
        <p:nvSpPr>
          <p:cNvPr id="5" name="Slide Number Placeholder 4">
            <a:extLst>
              <a:ext uri="{FF2B5EF4-FFF2-40B4-BE49-F238E27FC236}">
                <a16:creationId xmlns:a16="http://schemas.microsoft.com/office/drawing/2014/main" id="{C04CA2A5-7F0F-048C-DA55-D843599DC678}"/>
              </a:ext>
            </a:extLst>
          </p:cNvPr>
          <p:cNvSpPr>
            <a:spLocks noGrp="1"/>
          </p:cNvSpPr>
          <p:nvPr>
            <p:ph type="sldNum" sz="quarter" idx="19"/>
          </p:nvPr>
        </p:nvSpPr>
        <p:spPr/>
        <p:txBody>
          <a:bodyPr/>
          <a:lstStyle>
            <a:lvl1pPr>
              <a:defRPr>
                <a:solidFill>
                  <a:schemeClr val="tx2"/>
                </a:solidFill>
              </a:defRPr>
            </a:lvl1pPr>
          </a:lstStyle>
          <a:p>
            <a:fld id="{85AC2185-BC10-47CC-BB5A-D3C63A4C1365}" type="slidenum">
              <a:rPr lang="en-IN" smtClean="0"/>
              <a:pPr/>
              <a:t>‹#›</a:t>
            </a:fld>
            <a:endParaRPr lang="en-IN"/>
          </a:p>
        </p:txBody>
      </p:sp>
    </p:spTree>
    <p:extLst>
      <p:ext uri="{BB962C8B-B14F-4D97-AF65-F5344CB8AC3E}">
        <p14:creationId xmlns:p14="http://schemas.microsoft.com/office/powerpoint/2010/main" val="2926840347"/>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Only Dark">
    <p:bg>
      <p:bgRef idx="1001">
        <a:schemeClr val="bg2"/>
      </p:bgRef>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222F156D-CC02-5CAE-E6EB-16D8F602C022}"/>
              </a:ext>
            </a:extLst>
          </p:cNvPr>
          <p:cNvSpPr>
            <a:spLocks noGrp="1"/>
          </p:cNvSpPr>
          <p:nvPr>
            <p:ph type="title" hasCustomPrompt="1"/>
          </p:nvPr>
        </p:nvSpPr>
        <p:spPr>
          <a:xfrm>
            <a:off x="385572" y="411480"/>
            <a:ext cx="11420856" cy="664844"/>
          </a:xfrm>
        </p:spPr>
        <p:txBody>
          <a:bodyPr/>
          <a:lstStyle>
            <a:lvl1pPr algn="ctr">
              <a:defRPr>
                <a:solidFill>
                  <a:schemeClr val="tx2"/>
                </a:solidFill>
              </a:defRPr>
            </a:lvl1pPr>
          </a:lstStyle>
          <a:p>
            <a:r>
              <a:rPr lang="en-US"/>
              <a:t>Place headline here</a:t>
            </a:r>
            <a:endParaRPr lang="en-IN"/>
          </a:p>
        </p:txBody>
      </p:sp>
      <p:sp>
        <p:nvSpPr>
          <p:cNvPr id="2" name="Text Placeholder 5">
            <a:extLst>
              <a:ext uri="{FF2B5EF4-FFF2-40B4-BE49-F238E27FC236}">
                <a16:creationId xmlns:a16="http://schemas.microsoft.com/office/drawing/2014/main" id="{E96A07C5-86D2-BE0F-9A16-EF7522D4B8E3}"/>
              </a:ext>
            </a:extLst>
          </p:cNvPr>
          <p:cNvSpPr>
            <a:spLocks noGrp="1"/>
          </p:cNvSpPr>
          <p:nvPr>
            <p:ph type="body" sz="quarter" idx="14" hasCustomPrompt="1"/>
          </p:nvPr>
        </p:nvSpPr>
        <p:spPr>
          <a:xfrm>
            <a:off x="385572" y="1122680"/>
            <a:ext cx="11420856" cy="421958"/>
          </a:xfrm>
        </p:spPr>
        <p:txBody>
          <a:bodyPr anchor="t"/>
          <a:lstStyle>
            <a:lvl1pPr algn="ctr">
              <a:defRPr sz="1600">
                <a:solidFill>
                  <a:schemeClr val="tx2"/>
                </a:solidFill>
                <a:latin typeface="+mn-lt"/>
              </a:defRPr>
            </a:lvl1pPr>
          </a:lstStyle>
          <a:p>
            <a:pPr lvl="0"/>
            <a:r>
              <a:rPr lang="en-US"/>
              <a:t>Place subtitle here, lorem ipsum dolor</a:t>
            </a:r>
          </a:p>
        </p:txBody>
      </p:sp>
      <p:sp>
        <p:nvSpPr>
          <p:cNvPr id="3" name="Text Placeholder 5">
            <a:extLst>
              <a:ext uri="{FF2B5EF4-FFF2-40B4-BE49-F238E27FC236}">
                <a16:creationId xmlns:a16="http://schemas.microsoft.com/office/drawing/2014/main" id="{441F4FA7-19A5-7CB2-77EA-B149AF67A7CB}"/>
              </a:ext>
            </a:extLst>
          </p:cNvPr>
          <p:cNvSpPr>
            <a:spLocks noGrp="1"/>
          </p:cNvSpPr>
          <p:nvPr>
            <p:ph type="body" sz="quarter" idx="17" hasCustomPrompt="1"/>
          </p:nvPr>
        </p:nvSpPr>
        <p:spPr>
          <a:xfrm>
            <a:off x="385572" y="5686332"/>
            <a:ext cx="4572000" cy="421958"/>
          </a:xfrm>
        </p:spPr>
        <p:txBody>
          <a:bodyPr anchor="b"/>
          <a:lstStyle>
            <a:lvl1pPr>
              <a:defRPr sz="800">
                <a:solidFill>
                  <a:schemeClr val="tx2"/>
                </a:solidFill>
                <a:latin typeface="+mn-lt"/>
              </a:defRPr>
            </a:lvl1pPr>
          </a:lstStyle>
          <a:p>
            <a:pPr lvl="0"/>
            <a:r>
              <a:rPr lang="en-US"/>
              <a:t>Place source here</a:t>
            </a:r>
          </a:p>
        </p:txBody>
      </p:sp>
      <p:sp>
        <p:nvSpPr>
          <p:cNvPr id="5" name="Footer Placeholder 4">
            <a:extLst>
              <a:ext uri="{FF2B5EF4-FFF2-40B4-BE49-F238E27FC236}">
                <a16:creationId xmlns:a16="http://schemas.microsoft.com/office/drawing/2014/main" id="{993C2FC7-2E97-D7D2-B802-2C2DA0F6B079}"/>
              </a:ext>
            </a:extLst>
          </p:cNvPr>
          <p:cNvSpPr>
            <a:spLocks noGrp="1"/>
          </p:cNvSpPr>
          <p:nvPr>
            <p:ph type="ftr" sz="quarter" idx="18"/>
          </p:nvPr>
        </p:nvSpPr>
        <p:spPr/>
        <p:txBody>
          <a:bodyPr/>
          <a:lstStyle>
            <a:lvl1pPr>
              <a:defRPr>
                <a:solidFill>
                  <a:schemeClr val="tx2"/>
                </a:solidFill>
              </a:defRPr>
            </a:lvl1pPr>
          </a:lstStyle>
          <a:p>
            <a:r>
              <a:rPr lang="en-US"/>
              <a:t>Footer</a:t>
            </a:r>
            <a:endParaRPr lang="en-IN"/>
          </a:p>
        </p:txBody>
      </p:sp>
      <p:sp>
        <p:nvSpPr>
          <p:cNvPr id="6" name="Slide Number Placeholder 5">
            <a:extLst>
              <a:ext uri="{FF2B5EF4-FFF2-40B4-BE49-F238E27FC236}">
                <a16:creationId xmlns:a16="http://schemas.microsoft.com/office/drawing/2014/main" id="{571BC309-12AE-6FB7-A52C-D0ACCB3C527E}"/>
              </a:ext>
            </a:extLst>
          </p:cNvPr>
          <p:cNvSpPr>
            <a:spLocks noGrp="1"/>
          </p:cNvSpPr>
          <p:nvPr>
            <p:ph type="sldNum" sz="quarter" idx="19"/>
          </p:nvPr>
        </p:nvSpPr>
        <p:spPr/>
        <p:txBody>
          <a:bodyPr/>
          <a:lstStyle>
            <a:lvl1pPr>
              <a:defRPr>
                <a:solidFill>
                  <a:schemeClr val="tx2"/>
                </a:solidFill>
              </a:defRPr>
            </a:lvl1pPr>
          </a:lstStyle>
          <a:p>
            <a:fld id="{85AC2185-BC10-47CC-BB5A-D3C63A4C1365}" type="slidenum">
              <a:rPr lang="en-IN" smtClean="0"/>
              <a:pPr/>
              <a:t>‹#›</a:t>
            </a:fld>
            <a:endParaRPr lang="en-IN"/>
          </a:p>
        </p:txBody>
      </p:sp>
      <p:pic>
        <p:nvPicPr>
          <p:cNvPr id="7" name="Graphic 6">
            <a:extLst>
              <a:ext uri="{FF2B5EF4-FFF2-40B4-BE49-F238E27FC236}">
                <a16:creationId xmlns:a16="http://schemas.microsoft.com/office/drawing/2014/main" id="{06E871C2-94DA-489E-430E-B48DF8FB310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18135" y="6317218"/>
            <a:ext cx="1135261" cy="411480"/>
          </a:xfrm>
          <a:prstGeom prst="rect">
            <a:avLst/>
          </a:prstGeom>
        </p:spPr>
      </p:pic>
    </p:spTree>
    <p:extLst>
      <p:ext uri="{BB962C8B-B14F-4D97-AF65-F5344CB8AC3E}">
        <p14:creationId xmlns:p14="http://schemas.microsoft.com/office/powerpoint/2010/main" val="1969206589"/>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Light">
    <p:bg>
      <p:bgRef idx="1001">
        <a:schemeClr val="bg2"/>
      </p:bgRef>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B920AEC5-4DEB-F469-0798-D251FBF302AC}"/>
              </a:ext>
            </a:extLst>
          </p:cNvPr>
          <p:cNvSpPr>
            <a:spLocks noGrp="1"/>
          </p:cNvSpPr>
          <p:nvPr>
            <p:ph sz="quarter" idx="17"/>
          </p:nvPr>
        </p:nvSpPr>
        <p:spPr>
          <a:xfrm>
            <a:off x="385572" y="1914524"/>
            <a:ext cx="8586978" cy="4169665"/>
          </a:xfrm>
        </p:spPr>
        <p:txBody>
          <a:bodyPr/>
          <a:lstStyle>
            <a:lvl1pPr>
              <a:defRPr sz="1600">
                <a:solidFill>
                  <a:schemeClr val="tx2"/>
                </a:solidFill>
              </a:defRPr>
            </a:lvl1pPr>
            <a:lvl2pPr>
              <a:defRPr sz="1600">
                <a:solidFill>
                  <a:schemeClr val="tx2"/>
                </a:solidFill>
              </a:defRPr>
            </a:lvl2pPr>
            <a:lvl3pPr>
              <a:defRPr sz="1600">
                <a:solidFill>
                  <a:schemeClr val="tx2"/>
                </a:solidFill>
              </a:defRPr>
            </a:lvl3pPr>
            <a:lvl4pPr>
              <a:defRPr sz="1600">
                <a:solidFill>
                  <a:schemeClr val="tx2"/>
                </a:solidFill>
              </a:defRPr>
            </a:lvl4pPr>
            <a:lvl5pPr>
              <a:defRPr sz="16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7" name="Title 6">
            <a:extLst>
              <a:ext uri="{FF2B5EF4-FFF2-40B4-BE49-F238E27FC236}">
                <a16:creationId xmlns:a16="http://schemas.microsoft.com/office/drawing/2014/main" id="{206C630C-6869-44BB-D26C-C293F0031861}"/>
              </a:ext>
            </a:extLst>
          </p:cNvPr>
          <p:cNvSpPr>
            <a:spLocks noGrp="1"/>
          </p:cNvSpPr>
          <p:nvPr>
            <p:ph type="title" hasCustomPrompt="1"/>
          </p:nvPr>
        </p:nvSpPr>
        <p:spPr>
          <a:xfrm>
            <a:off x="385572" y="411480"/>
            <a:ext cx="8586978" cy="664844"/>
          </a:xfrm>
        </p:spPr>
        <p:txBody>
          <a:bodyPr/>
          <a:lstStyle>
            <a:lvl1pPr>
              <a:defRPr>
                <a:solidFill>
                  <a:schemeClr val="tx2"/>
                </a:solidFill>
              </a:defRPr>
            </a:lvl1pPr>
          </a:lstStyle>
          <a:p>
            <a:r>
              <a:rPr lang="en-US"/>
              <a:t>Place headline here</a:t>
            </a:r>
            <a:endParaRPr lang="en-IN"/>
          </a:p>
        </p:txBody>
      </p:sp>
      <p:sp>
        <p:nvSpPr>
          <p:cNvPr id="3" name="Text Placeholder 5">
            <a:extLst>
              <a:ext uri="{FF2B5EF4-FFF2-40B4-BE49-F238E27FC236}">
                <a16:creationId xmlns:a16="http://schemas.microsoft.com/office/drawing/2014/main" id="{B01DF9C9-E94B-F584-0FD8-2679A6317911}"/>
              </a:ext>
            </a:extLst>
          </p:cNvPr>
          <p:cNvSpPr>
            <a:spLocks noGrp="1"/>
          </p:cNvSpPr>
          <p:nvPr>
            <p:ph type="body" sz="quarter" idx="14" hasCustomPrompt="1"/>
          </p:nvPr>
        </p:nvSpPr>
        <p:spPr>
          <a:xfrm>
            <a:off x="385572" y="1122680"/>
            <a:ext cx="8586216" cy="421958"/>
          </a:xfrm>
        </p:spPr>
        <p:txBody>
          <a:bodyPr anchor="t"/>
          <a:lstStyle>
            <a:lvl1pPr>
              <a:defRPr sz="1600">
                <a:solidFill>
                  <a:schemeClr val="tx2"/>
                </a:solidFill>
                <a:latin typeface="+mn-lt"/>
              </a:defRPr>
            </a:lvl1pPr>
          </a:lstStyle>
          <a:p>
            <a:pPr lvl="0"/>
            <a:r>
              <a:rPr lang="en-US"/>
              <a:t>Place subtitle here, lorem ipsum dolor</a:t>
            </a:r>
          </a:p>
        </p:txBody>
      </p:sp>
      <p:sp>
        <p:nvSpPr>
          <p:cNvPr id="2" name="Footer Placeholder 1">
            <a:extLst>
              <a:ext uri="{FF2B5EF4-FFF2-40B4-BE49-F238E27FC236}">
                <a16:creationId xmlns:a16="http://schemas.microsoft.com/office/drawing/2014/main" id="{C53AA1DE-0F1F-CC5F-7DD7-202C8346E5D8}"/>
              </a:ext>
            </a:extLst>
          </p:cNvPr>
          <p:cNvSpPr>
            <a:spLocks noGrp="1"/>
          </p:cNvSpPr>
          <p:nvPr>
            <p:ph type="ftr" sz="quarter" idx="18"/>
          </p:nvPr>
        </p:nvSpPr>
        <p:spPr/>
        <p:txBody>
          <a:bodyPr/>
          <a:lstStyle>
            <a:lvl1pPr>
              <a:defRPr>
                <a:solidFill>
                  <a:schemeClr val="tx2"/>
                </a:solidFill>
              </a:defRPr>
            </a:lvl1pPr>
          </a:lstStyle>
          <a:p>
            <a:r>
              <a:rPr lang="en-US"/>
              <a:t>Footer</a:t>
            </a:r>
            <a:endParaRPr lang="en-IN"/>
          </a:p>
        </p:txBody>
      </p:sp>
      <p:sp>
        <p:nvSpPr>
          <p:cNvPr id="4" name="Slide Number Placeholder 3">
            <a:extLst>
              <a:ext uri="{FF2B5EF4-FFF2-40B4-BE49-F238E27FC236}">
                <a16:creationId xmlns:a16="http://schemas.microsoft.com/office/drawing/2014/main" id="{57360911-38E9-EC83-92FD-A275AE564B88}"/>
              </a:ext>
            </a:extLst>
          </p:cNvPr>
          <p:cNvSpPr>
            <a:spLocks noGrp="1"/>
          </p:cNvSpPr>
          <p:nvPr>
            <p:ph type="sldNum" sz="quarter" idx="19"/>
          </p:nvPr>
        </p:nvSpPr>
        <p:spPr/>
        <p:txBody>
          <a:bodyPr/>
          <a:lstStyle>
            <a:lvl1pPr>
              <a:defRPr>
                <a:solidFill>
                  <a:schemeClr val="tx2"/>
                </a:solidFill>
              </a:defRPr>
            </a:lvl1pPr>
          </a:lstStyle>
          <a:p>
            <a:fld id="{85AC2185-BC10-47CC-BB5A-D3C63A4C1365}" type="slidenum">
              <a:rPr lang="en-IN" smtClean="0"/>
              <a:pPr/>
              <a:t>‹#›</a:t>
            </a:fld>
            <a:endParaRPr lang="en-IN"/>
          </a:p>
        </p:txBody>
      </p:sp>
    </p:spTree>
    <p:extLst>
      <p:ext uri="{BB962C8B-B14F-4D97-AF65-F5344CB8AC3E}">
        <p14:creationId xmlns:p14="http://schemas.microsoft.com/office/powerpoint/2010/main" val="3527196458"/>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le and Content Dark">
    <p:bg>
      <p:bgRef idx="1001">
        <a:schemeClr val="bg2"/>
      </p:bgRef>
    </p:bg>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A65D8A1E-3896-7388-8ECC-26BEF035FDC0}"/>
              </a:ext>
            </a:extLst>
          </p:cNvPr>
          <p:cNvSpPr>
            <a:spLocks noGrp="1"/>
          </p:cNvSpPr>
          <p:nvPr>
            <p:ph sz="quarter" idx="17"/>
          </p:nvPr>
        </p:nvSpPr>
        <p:spPr>
          <a:xfrm>
            <a:off x="385572" y="1914525"/>
            <a:ext cx="8586216" cy="4169664"/>
          </a:xfrm>
        </p:spPr>
        <p:txBody>
          <a:bodyPr/>
          <a:lstStyle>
            <a:lvl1pPr>
              <a:defRPr sz="1600">
                <a:solidFill>
                  <a:schemeClr val="tx2"/>
                </a:solidFill>
              </a:defRPr>
            </a:lvl1pPr>
            <a:lvl2pPr>
              <a:defRPr sz="1600">
                <a:solidFill>
                  <a:schemeClr val="tx2"/>
                </a:solidFill>
              </a:defRPr>
            </a:lvl2pPr>
            <a:lvl3pPr>
              <a:defRPr sz="1600">
                <a:solidFill>
                  <a:schemeClr val="tx2"/>
                </a:solidFill>
              </a:defRPr>
            </a:lvl3pPr>
            <a:lvl4pPr>
              <a:defRPr sz="1600">
                <a:solidFill>
                  <a:schemeClr val="tx2"/>
                </a:solidFill>
              </a:defRPr>
            </a:lvl4pPr>
            <a:lvl5pPr>
              <a:defRPr sz="16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 name="Title 2">
            <a:extLst>
              <a:ext uri="{FF2B5EF4-FFF2-40B4-BE49-F238E27FC236}">
                <a16:creationId xmlns:a16="http://schemas.microsoft.com/office/drawing/2014/main" id="{CE0526DF-87A7-A47F-9E3B-DC3D43FCD687}"/>
              </a:ext>
            </a:extLst>
          </p:cNvPr>
          <p:cNvSpPr>
            <a:spLocks noGrp="1"/>
          </p:cNvSpPr>
          <p:nvPr>
            <p:ph type="title" hasCustomPrompt="1"/>
          </p:nvPr>
        </p:nvSpPr>
        <p:spPr>
          <a:xfrm>
            <a:off x="385572" y="411480"/>
            <a:ext cx="8586216" cy="664844"/>
          </a:xfrm>
        </p:spPr>
        <p:txBody>
          <a:bodyPr/>
          <a:lstStyle>
            <a:lvl1pPr>
              <a:defRPr>
                <a:solidFill>
                  <a:schemeClr val="tx2"/>
                </a:solidFill>
              </a:defRPr>
            </a:lvl1pPr>
          </a:lstStyle>
          <a:p>
            <a:r>
              <a:rPr lang="en-US"/>
              <a:t>Place headline here</a:t>
            </a:r>
            <a:endParaRPr lang="en-IN"/>
          </a:p>
        </p:txBody>
      </p:sp>
      <p:sp>
        <p:nvSpPr>
          <p:cNvPr id="4" name="Text Placeholder 5">
            <a:extLst>
              <a:ext uri="{FF2B5EF4-FFF2-40B4-BE49-F238E27FC236}">
                <a16:creationId xmlns:a16="http://schemas.microsoft.com/office/drawing/2014/main" id="{8E310490-0FFF-9C94-4E9B-7DFA93DC5AAB}"/>
              </a:ext>
            </a:extLst>
          </p:cNvPr>
          <p:cNvSpPr>
            <a:spLocks noGrp="1"/>
          </p:cNvSpPr>
          <p:nvPr>
            <p:ph type="body" sz="quarter" idx="14" hasCustomPrompt="1"/>
          </p:nvPr>
        </p:nvSpPr>
        <p:spPr>
          <a:xfrm>
            <a:off x="385572" y="1122680"/>
            <a:ext cx="8586216" cy="421958"/>
          </a:xfrm>
        </p:spPr>
        <p:txBody>
          <a:bodyPr anchor="t"/>
          <a:lstStyle>
            <a:lvl1pPr>
              <a:defRPr sz="1600">
                <a:solidFill>
                  <a:schemeClr val="tx2"/>
                </a:solidFill>
                <a:latin typeface="+mn-lt"/>
              </a:defRPr>
            </a:lvl1pPr>
          </a:lstStyle>
          <a:p>
            <a:pPr lvl="0"/>
            <a:r>
              <a:rPr lang="en-US"/>
              <a:t>Place subtitle here, lorem ipsum dolor</a:t>
            </a:r>
          </a:p>
        </p:txBody>
      </p:sp>
      <p:sp>
        <p:nvSpPr>
          <p:cNvPr id="6" name="Footer Placeholder 5">
            <a:extLst>
              <a:ext uri="{FF2B5EF4-FFF2-40B4-BE49-F238E27FC236}">
                <a16:creationId xmlns:a16="http://schemas.microsoft.com/office/drawing/2014/main" id="{15833602-BEC7-A7AB-96B7-2D94E5DAF2BF}"/>
              </a:ext>
            </a:extLst>
          </p:cNvPr>
          <p:cNvSpPr>
            <a:spLocks noGrp="1"/>
          </p:cNvSpPr>
          <p:nvPr>
            <p:ph type="ftr" sz="quarter" idx="18"/>
          </p:nvPr>
        </p:nvSpPr>
        <p:spPr/>
        <p:txBody>
          <a:bodyPr/>
          <a:lstStyle>
            <a:lvl1pPr>
              <a:defRPr>
                <a:solidFill>
                  <a:schemeClr val="tx2"/>
                </a:solidFill>
              </a:defRPr>
            </a:lvl1pPr>
          </a:lstStyle>
          <a:p>
            <a:r>
              <a:rPr lang="en-US"/>
              <a:t>Footer</a:t>
            </a:r>
            <a:endParaRPr lang="en-IN"/>
          </a:p>
        </p:txBody>
      </p:sp>
      <p:sp>
        <p:nvSpPr>
          <p:cNvPr id="7" name="Slide Number Placeholder 6">
            <a:extLst>
              <a:ext uri="{FF2B5EF4-FFF2-40B4-BE49-F238E27FC236}">
                <a16:creationId xmlns:a16="http://schemas.microsoft.com/office/drawing/2014/main" id="{F1DC7FAF-8B8C-FB1A-C144-4F677553EBB5}"/>
              </a:ext>
            </a:extLst>
          </p:cNvPr>
          <p:cNvSpPr>
            <a:spLocks noGrp="1"/>
          </p:cNvSpPr>
          <p:nvPr>
            <p:ph type="sldNum" sz="quarter" idx="19"/>
          </p:nvPr>
        </p:nvSpPr>
        <p:spPr/>
        <p:txBody>
          <a:bodyPr/>
          <a:lstStyle>
            <a:lvl1pPr>
              <a:defRPr>
                <a:solidFill>
                  <a:schemeClr val="tx2"/>
                </a:solidFill>
              </a:defRPr>
            </a:lvl1pPr>
          </a:lstStyle>
          <a:p>
            <a:fld id="{85AC2185-BC10-47CC-BB5A-D3C63A4C1365}" type="slidenum">
              <a:rPr lang="en-IN" smtClean="0"/>
              <a:pPr/>
              <a:t>‹#›</a:t>
            </a:fld>
            <a:endParaRPr lang="en-IN"/>
          </a:p>
        </p:txBody>
      </p:sp>
      <p:pic>
        <p:nvPicPr>
          <p:cNvPr id="8" name="Graphic 7">
            <a:extLst>
              <a:ext uri="{FF2B5EF4-FFF2-40B4-BE49-F238E27FC236}">
                <a16:creationId xmlns:a16="http://schemas.microsoft.com/office/drawing/2014/main" id="{023A086F-01BB-223D-985E-7F518278C8A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18135" y="6317218"/>
            <a:ext cx="1135261" cy="411480"/>
          </a:xfrm>
          <a:prstGeom prst="rect">
            <a:avLst/>
          </a:prstGeom>
        </p:spPr>
      </p:pic>
    </p:spTree>
    <p:extLst>
      <p:ext uri="{BB962C8B-B14F-4D97-AF65-F5344CB8AC3E}">
        <p14:creationId xmlns:p14="http://schemas.microsoft.com/office/powerpoint/2010/main" val="2081616409"/>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3x icons">
    <p:bg>
      <p:bgRef idx="1001">
        <a:schemeClr val="bg2"/>
      </p:bgRef>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222F156D-CC02-5CAE-E6EB-16D8F602C022}"/>
              </a:ext>
            </a:extLst>
          </p:cNvPr>
          <p:cNvSpPr>
            <a:spLocks noGrp="1"/>
          </p:cNvSpPr>
          <p:nvPr>
            <p:ph type="title" hasCustomPrompt="1"/>
          </p:nvPr>
        </p:nvSpPr>
        <p:spPr/>
        <p:txBody>
          <a:bodyPr/>
          <a:lstStyle>
            <a:lvl1pPr>
              <a:defRPr>
                <a:solidFill>
                  <a:schemeClr val="tx2"/>
                </a:solidFill>
              </a:defRPr>
            </a:lvl1pPr>
          </a:lstStyle>
          <a:p>
            <a:r>
              <a:rPr lang="en-US"/>
              <a:t>Place headline here</a:t>
            </a:r>
            <a:endParaRPr lang="en-IN"/>
          </a:p>
        </p:txBody>
      </p:sp>
      <p:sp>
        <p:nvSpPr>
          <p:cNvPr id="2" name="Text Placeholder 5">
            <a:extLst>
              <a:ext uri="{FF2B5EF4-FFF2-40B4-BE49-F238E27FC236}">
                <a16:creationId xmlns:a16="http://schemas.microsoft.com/office/drawing/2014/main" id="{0643063B-8A57-2E19-D12C-2E46E4EEA791}"/>
              </a:ext>
            </a:extLst>
          </p:cNvPr>
          <p:cNvSpPr>
            <a:spLocks noGrp="1"/>
          </p:cNvSpPr>
          <p:nvPr>
            <p:ph type="body" sz="quarter" idx="18" hasCustomPrompt="1"/>
          </p:nvPr>
        </p:nvSpPr>
        <p:spPr>
          <a:xfrm>
            <a:off x="1225450" y="3286095"/>
            <a:ext cx="2599204" cy="329184"/>
          </a:xfrm>
        </p:spPr>
        <p:txBody>
          <a:bodyPr anchor="b"/>
          <a:lstStyle>
            <a:lvl1pPr>
              <a:lnSpc>
                <a:spcPct val="80000"/>
              </a:lnSpc>
              <a:defRPr sz="2000" b="0" cap="none" baseline="0">
                <a:solidFill>
                  <a:schemeClr val="tx2"/>
                </a:solidFill>
                <a:latin typeface="+mj-lt"/>
              </a:defRPr>
            </a:lvl1pPr>
          </a:lstStyle>
          <a:p>
            <a:pPr lvl="0"/>
            <a:r>
              <a:rPr lang="en-US"/>
              <a:t>Lorem  Ipsum</a:t>
            </a:r>
          </a:p>
        </p:txBody>
      </p:sp>
      <p:sp>
        <p:nvSpPr>
          <p:cNvPr id="5" name="Text Placeholder 5">
            <a:extLst>
              <a:ext uri="{FF2B5EF4-FFF2-40B4-BE49-F238E27FC236}">
                <a16:creationId xmlns:a16="http://schemas.microsoft.com/office/drawing/2014/main" id="{A358204E-E336-048A-6A9E-F86BB630643A}"/>
              </a:ext>
            </a:extLst>
          </p:cNvPr>
          <p:cNvSpPr>
            <a:spLocks noGrp="1"/>
          </p:cNvSpPr>
          <p:nvPr>
            <p:ph type="body" sz="quarter" idx="20" hasCustomPrompt="1"/>
          </p:nvPr>
        </p:nvSpPr>
        <p:spPr>
          <a:xfrm>
            <a:off x="4796398" y="3286095"/>
            <a:ext cx="2599204" cy="329184"/>
          </a:xfrm>
        </p:spPr>
        <p:txBody>
          <a:bodyPr anchor="b"/>
          <a:lstStyle>
            <a:lvl1pPr>
              <a:lnSpc>
                <a:spcPct val="80000"/>
              </a:lnSpc>
              <a:defRPr sz="2000" b="0" cap="none" baseline="0">
                <a:solidFill>
                  <a:schemeClr val="tx2"/>
                </a:solidFill>
                <a:latin typeface="+mj-lt"/>
              </a:defRPr>
            </a:lvl1pPr>
          </a:lstStyle>
          <a:p>
            <a:pPr lvl="0"/>
            <a:r>
              <a:rPr lang="en-US"/>
              <a:t>Lorem  Ipsum</a:t>
            </a:r>
          </a:p>
        </p:txBody>
      </p:sp>
      <p:sp>
        <p:nvSpPr>
          <p:cNvPr id="7" name="Text Placeholder 5">
            <a:extLst>
              <a:ext uri="{FF2B5EF4-FFF2-40B4-BE49-F238E27FC236}">
                <a16:creationId xmlns:a16="http://schemas.microsoft.com/office/drawing/2014/main" id="{539A2328-2F90-2961-92A8-A7A1172F1B77}"/>
              </a:ext>
            </a:extLst>
          </p:cNvPr>
          <p:cNvSpPr>
            <a:spLocks noGrp="1"/>
          </p:cNvSpPr>
          <p:nvPr>
            <p:ph type="body" sz="quarter" idx="22" hasCustomPrompt="1"/>
          </p:nvPr>
        </p:nvSpPr>
        <p:spPr>
          <a:xfrm>
            <a:off x="8367347" y="3286095"/>
            <a:ext cx="2599204" cy="329184"/>
          </a:xfrm>
        </p:spPr>
        <p:txBody>
          <a:bodyPr anchor="b"/>
          <a:lstStyle>
            <a:lvl1pPr>
              <a:lnSpc>
                <a:spcPct val="80000"/>
              </a:lnSpc>
              <a:defRPr sz="2000" b="0" cap="none" baseline="0">
                <a:solidFill>
                  <a:schemeClr val="tx2"/>
                </a:solidFill>
                <a:latin typeface="+mj-lt"/>
              </a:defRPr>
            </a:lvl1pPr>
          </a:lstStyle>
          <a:p>
            <a:pPr lvl="0"/>
            <a:r>
              <a:rPr lang="en-US"/>
              <a:t>Lorem  Ipsum</a:t>
            </a:r>
          </a:p>
        </p:txBody>
      </p:sp>
      <p:sp>
        <p:nvSpPr>
          <p:cNvPr id="9" name="Picture Placeholder 27">
            <a:extLst>
              <a:ext uri="{FF2B5EF4-FFF2-40B4-BE49-F238E27FC236}">
                <a16:creationId xmlns:a16="http://schemas.microsoft.com/office/drawing/2014/main" id="{E79E708E-83EB-75B0-6D0D-536E9C0300F7}"/>
              </a:ext>
            </a:extLst>
          </p:cNvPr>
          <p:cNvSpPr>
            <a:spLocks noGrp="1"/>
          </p:cNvSpPr>
          <p:nvPr>
            <p:ph type="pic" sz="quarter" idx="24"/>
          </p:nvPr>
        </p:nvSpPr>
        <p:spPr>
          <a:xfrm>
            <a:off x="1225448" y="2199191"/>
            <a:ext cx="822960" cy="822960"/>
          </a:xfrm>
          <a:noFill/>
        </p:spPr>
        <p:txBody>
          <a:bodyPr/>
          <a:lstStyle>
            <a:lvl1pPr>
              <a:defRPr>
                <a:solidFill>
                  <a:schemeClr val="tx2"/>
                </a:solidFill>
              </a:defRPr>
            </a:lvl1pPr>
          </a:lstStyle>
          <a:p>
            <a:r>
              <a:rPr lang="en-US"/>
              <a:t>Click icon to add picture</a:t>
            </a:r>
            <a:endParaRPr lang="en-IN"/>
          </a:p>
        </p:txBody>
      </p:sp>
      <p:sp>
        <p:nvSpPr>
          <p:cNvPr id="18" name="Picture Placeholder 27">
            <a:extLst>
              <a:ext uri="{FF2B5EF4-FFF2-40B4-BE49-F238E27FC236}">
                <a16:creationId xmlns:a16="http://schemas.microsoft.com/office/drawing/2014/main" id="{BC0D4D08-E12B-1188-776E-5A63108DBCAB}"/>
              </a:ext>
            </a:extLst>
          </p:cNvPr>
          <p:cNvSpPr>
            <a:spLocks noGrp="1"/>
          </p:cNvSpPr>
          <p:nvPr>
            <p:ph type="pic" sz="quarter" idx="26"/>
          </p:nvPr>
        </p:nvSpPr>
        <p:spPr>
          <a:xfrm>
            <a:off x="4796396" y="2199191"/>
            <a:ext cx="822960" cy="822960"/>
          </a:xfrm>
          <a:noFill/>
        </p:spPr>
        <p:txBody>
          <a:bodyPr/>
          <a:lstStyle>
            <a:lvl1pPr>
              <a:defRPr>
                <a:solidFill>
                  <a:schemeClr val="tx2"/>
                </a:solidFill>
              </a:defRPr>
            </a:lvl1pPr>
          </a:lstStyle>
          <a:p>
            <a:r>
              <a:rPr lang="en-US"/>
              <a:t>Click icon to add picture</a:t>
            </a:r>
            <a:endParaRPr lang="en-IN"/>
          </a:p>
        </p:txBody>
      </p:sp>
      <p:sp>
        <p:nvSpPr>
          <p:cNvPr id="19" name="Picture Placeholder 27">
            <a:extLst>
              <a:ext uri="{FF2B5EF4-FFF2-40B4-BE49-F238E27FC236}">
                <a16:creationId xmlns:a16="http://schemas.microsoft.com/office/drawing/2014/main" id="{99DE799D-6DB4-ED35-AB56-5374FABA2E78}"/>
              </a:ext>
            </a:extLst>
          </p:cNvPr>
          <p:cNvSpPr>
            <a:spLocks noGrp="1"/>
          </p:cNvSpPr>
          <p:nvPr>
            <p:ph type="pic" sz="quarter" idx="28"/>
          </p:nvPr>
        </p:nvSpPr>
        <p:spPr>
          <a:xfrm>
            <a:off x="8367345" y="2199191"/>
            <a:ext cx="822960" cy="822960"/>
          </a:xfrm>
          <a:noFill/>
        </p:spPr>
        <p:txBody>
          <a:bodyPr/>
          <a:lstStyle>
            <a:lvl1pPr>
              <a:defRPr>
                <a:solidFill>
                  <a:schemeClr val="tx2"/>
                </a:solidFill>
              </a:defRPr>
            </a:lvl1pPr>
          </a:lstStyle>
          <a:p>
            <a:r>
              <a:rPr lang="en-US"/>
              <a:t>Click icon to add picture</a:t>
            </a:r>
            <a:endParaRPr lang="en-IN"/>
          </a:p>
        </p:txBody>
      </p:sp>
      <p:sp>
        <p:nvSpPr>
          <p:cNvPr id="38" name="Text Placeholder 35">
            <a:extLst>
              <a:ext uri="{FF2B5EF4-FFF2-40B4-BE49-F238E27FC236}">
                <a16:creationId xmlns:a16="http://schemas.microsoft.com/office/drawing/2014/main" id="{6C5D05FF-AA4F-3CE7-B861-C51374884A23}"/>
              </a:ext>
            </a:extLst>
          </p:cNvPr>
          <p:cNvSpPr>
            <a:spLocks noGrp="1"/>
          </p:cNvSpPr>
          <p:nvPr>
            <p:ph type="body" sz="quarter" idx="43" hasCustomPrompt="1"/>
          </p:nvPr>
        </p:nvSpPr>
        <p:spPr>
          <a:xfrm>
            <a:off x="1227758" y="3791396"/>
            <a:ext cx="2596896" cy="1271242"/>
          </a:xfrm>
        </p:spPr>
        <p:txBody>
          <a:bodyPr/>
          <a:lstStyle>
            <a:lvl1pPr>
              <a:spcBef>
                <a:spcPts val="0"/>
              </a:spcBef>
              <a:defRPr sz="1400">
                <a:solidFill>
                  <a:schemeClr val="tx2"/>
                </a:solidFill>
              </a:defRPr>
            </a:lvl1pPr>
          </a:lstStyle>
          <a:p>
            <a:pPr lvl="0"/>
            <a:r>
              <a:rPr lang="en-US"/>
              <a:t>Lorem ipsum dolor sit amet consectetur adipiscing elit. </a:t>
            </a:r>
            <a:r>
              <a:rPr lang="en-US" err="1"/>
              <a:t>Quisque</a:t>
            </a:r>
            <a:r>
              <a:rPr lang="en-US"/>
              <a:t> </a:t>
            </a:r>
            <a:r>
              <a:rPr lang="en-US" err="1"/>
              <a:t>faucibus</a:t>
            </a:r>
            <a:r>
              <a:rPr lang="en-US"/>
              <a:t> ex </a:t>
            </a:r>
            <a:r>
              <a:rPr lang="en-US" err="1"/>
              <a:t>sapien</a:t>
            </a:r>
            <a:r>
              <a:rPr lang="en-US"/>
              <a:t> vitae </a:t>
            </a:r>
            <a:r>
              <a:rPr lang="en-US" err="1"/>
              <a:t>pellentesque</a:t>
            </a:r>
            <a:r>
              <a:rPr lang="en-US"/>
              <a:t> </a:t>
            </a:r>
            <a:r>
              <a:rPr lang="en-US" err="1"/>
              <a:t>sem</a:t>
            </a:r>
            <a:r>
              <a:rPr lang="en-US"/>
              <a:t> </a:t>
            </a:r>
            <a:r>
              <a:rPr lang="en-US" err="1"/>
              <a:t>placerat</a:t>
            </a:r>
            <a:r>
              <a:rPr lang="en-US"/>
              <a:t>.</a:t>
            </a:r>
          </a:p>
        </p:txBody>
      </p:sp>
      <p:sp>
        <p:nvSpPr>
          <p:cNvPr id="39" name="Text Placeholder 35">
            <a:extLst>
              <a:ext uri="{FF2B5EF4-FFF2-40B4-BE49-F238E27FC236}">
                <a16:creationId xmlns:a16="http://schemas.microsoft.com/office/drawing/2014/main" id="{C3B2CC7C-4467-B1B0-6573-68350C9B5DF5}"/>
              </a:ext>
            </a:extLst>
          </p:cNvPr>
          <p:cNvSpPr>
            <a:spLocks noGrp="1"/>
          </p:cNvSpPr>
          <p:nvPr>
            <p:ph type="body" sz="quarter" idx="44" hasCustomPrompt="1"/>
          </p:nvPr>
        </p:nvSpPr>
        <p:spPr>
          <a:xfrm>
            <a:off x="4798706" y="3791396"/>
            <a:ext cx="2596896" cy="1271242"/>
          </a:xfrm>
        </p:spPr>
        <p:txBody>
          <a:bodyPr/>
          <a:lstStyle>
            <a:lvl1pPr>
              <a:spcBef>
                <a:spcPts val="0"/>
              </a:spcBef>
              <a:defRPr sz="1400">
                <a:solidFill>
                  <a:schemeClr val="tx2"/>
                </a:solidFill>
              </a:defRPr>
            </a:lvl1pPr>
          </a:lstStyle>
          <a:p>
            <a:pPr lvl="0"/>
            <a:r>
              <a:rPr lang="en-US"/>
              <a:t>Lorem ipsum dolor sit amet consectetur adipiscing elit. </a:t>
            </a:r>
            <a:r>
              <a:rPr lang="en-US" err="1"/>
              <a:t>Quisque</a:t>
            </a:r>
            <a:r>
              <a:rPr lang="en-US"/>
              <a:t> </a:t>
            </a:r>
            <a:r>
              <a:rPr lang="en-US" err="1"/>
              <a:t>faucibus</a:t>
            </a:r>
            <a:r>
              <a:rPr lang="en-US"/>
              <a:t> ex </a:t>
            </a:r>
            <a:r>
              <a:rPr lang="en-US" err="1"/>
              <a:t>sapien</a:t>
            </a:r>
            <a:r>
              <a:rPr lang="en-US"/>
              <a:t> vitae </a:t>
            </a:r>
            <a:r>
              <a:rPr lang="en-US" err="1"/>
              <a:t>pellentesque</a:t>
            </a:r>
            <a:r>
              <a:rPr lang="en-US"/>
              <a:t> </a:t>
            </a:r>
            <a:r>
              <a:rPr lang="en-US" err="1"/>
              <a:t>sem</a:t>
            </a:r>
            <a:r>
              <a:rPr lang="en-US"/>
              <a:t> </a:t>
            </a:r>
            <a:r>
              <a:rPr lang="en-US" err="1"/>
              <a:t>placerat</a:t>
            </a:r>
            <a:r>
              <a:rPr lang="en-US"/>
              <a:t>.</a:t>
            </a:r>
          </a:p>
        </p:txBody>
      </p:sp>
      <p:sp>
        <p:nvSpPr>
          <p:cNvPr id="40" name="Text Placeholder 35">
            <a:extLst>
              <a:ext uri="{FF2B5EF4-FFF2-40B4-BE49-F238E27FC236}">
                <a16:creationId xmlns:a16="http://schemas.microsoft.com/office/drawing/2014/main" id="{4F71C237-C732-0E06-35AF-7B0ADE35A5A6}"/>
              </a:ext>
            </a:extLst>
          </p:cNvPr>
          <p:cNvSpPr>
            <a:spLocks noGrp="1"/>
          </p:cNvSpPr>
          <p:nvPr>
            <p:ph type="body" sz="quarter" idx="45" hasCustomPrompt="1"/>
          </p:nvPr>
        </p:nvSpPr>
        <p:spPr>
          <a:xfrm>
            <a:off x="8369655" y="3791396"/>
            <a:ext cx="2596896" cy="1271242"/>
          </a:xfrm>
        </p:spPr>
        <p:txBody>
          <a:bodyPr/>
          <a:lstStyle>
            <a:lvl1pPr>
              <a:spcBef>
                <a:spcPts val="0"/>
              </a:spcBef>
              <a:defRPr sz="1400">
                <a:solidFill>
                  <a:schemeClr val="tx2"/>
                </a:solidFill>
              </a:defRPr>
            </a:lvl1pPr>
          </a:lstStyle>
          <a:p>
            <a:pPr lvl="0"/>
            <a:r>
              <a:rPr lang="en-US"/>
              <a:t>Lorem ipsum dolor sit amet consectetur adipiscing elit. </a:t>
            </a:r>
            <a:r>
              <a:rPr lang="en-US" err="1"/>
              <a:t>Quisque</a:t>
            </a:r>
            <a:r>
              <a:rPr lang="en-US"/>
              <a:t> </a:t>
            </a:r>
            <a:r>
              <a:rPr lang="en-US" err="1"/>
              <a:t>faucibus</a:t>
            </a:r>
            <a:r>
              <a:rPr lang="en-US"/>
              <a:t> ex </a:t>
            </a:r>
            <a:r>
              <a:rPr lang="en-US" err="1"/>
              <a:t>sapien</a:t>
            </a:r>
            <a:r>
              <a:rPr lang="en-US"/>
              <a:t> vitae </a:t>
            </a:r>
            <a:r>
              <a:rPr lang="en-US" err="1"/>
              <a:t>pellentesque</a:t>
            </a:r>
            <a:r>
              <a:rPr lang="en-US"/>
              <a:t> </a:t>
            </a:r>
            <a:r>
              <a:rPr lang="en-US" err="1"/>
              <a:t>sem</a:t>
            </a:r>
            <a:r>
              <a:rPr lang="en-US"/>
              <a:t> </a:t>
            </a:r>
            <a:r>
              <a:rPr lang="en-US" err="1"/>
              <a:t>placerat</a:t>
            </a:r>
            <a:r>
              <a:rPr lang="en-US"/>
              <a:t>.</a:t>
            </a:r>
          </a:p>
        </p:txBody>
      </p:sp>
      <p:sp>
        <p:nvSpPr>
          <p:cNvPr id="3" name="Text Placeholder 5">
            <a:extLst>
              <a:ext uri="{FF2B5EF4-FFF2-40B4-BE49-F238E27FC236}">
                <a16:creationId xmlns:a16="http://schemas.microsoft.com/office/drawing/2014/main" id="{C031D0CE-C515-8204-7E0B-1A468A670E33}"/>
              </a:ext>
            </a:extLst>
          </p:cNvPr>
          <p:cNvSpPr>
            <a:spLocks noGrp="1"/>
          </p:cNvSpPr>
          <p:nvPr>
            <p:ph type="body" sz="quarter" idx="14" hasCustomPrompt="1"/>
          </p:nvPr>
        </p:nvSpPr>
        <p:spPr>
          <a:xfrm>
            <a:off x="385572" y="1122680"/>
            <a:ext cx="11420856" cy="421958"/>
          </a:xfrm>
        </p:spPr>
        <p:txBody>
          <a:bodyPr anchor="t"/>
          <a:lstStyle>
            <a:lvl1pPr>
              <a:defRPr sz="1600">
                <a:solidFill>
                  <a:schemeClr val="tx2"/>
                </a:solidFill>
                <a:latin typeface="+mn-lt"/>
              </a:defRPr>
            </a:lvl1pPr>
          </a:lstStyle>
          <a:p>
            <a:pPr lvl="0"/>
            <a:r>
              <a:rPr lang="en-US"/>
              <a:t>Place subtitle here, lorem ipsum dolor</a:t>
            </a:r>
          </a:p>
        </p:txBody>
      </p:sp>
      <p:sp>
        <p:nvSpPr>
          <p:cNvPr id="4" name="Text Placeholder 5">
            <a:extLst>
              <a:ext uri="{FF2B5EF4-FFF2-40B4-BE49-F238E27FC236}">
                <a16:creationId xmlns:a16="http://schemas.microsoft.com/office/drawing/2014/main" id="{34721732-AC14-3286-777A-D983FC3D9A00}"/>
              </a:ext>
            </a:extLst>
          </p:cNvPr>
          <p:cNvSpPr>
            <a:spLocks noGrp="1"/>
          </p:cNvSpPr>
          <p:nvPr>
            <p:ph type="body" sz="quarter" idx="17" hasCustomPrompt="1"/>
          </p:nvPr>
        </p:nvSpPr>
        <p:spPr>
          <a:xfrm>
            <a:off x="385572" y="5686332"/>
            <a:ext cx="4572000" cy="421958"/>
          </a:xfrm>
        </p:spPr>
        <p:txBody>
          <a:bodyPr anchor="b"/>
          <a:lstStyle>
            <a:lvl1pPr>
              <a:defRPr sz="800">
                <a:solidFill>
                  <a:schemeClr val="tx2"/>
                </a:solidFill>
                <a:latin typeface="+mn-lt"/>
              </a:defRPr>
            </a:lvl1pPr>
          </a:lstStyle>
          <a:p>
            <a:pPr lvl="0"/>
            <a:r>
              <a:rPr lang="en-US"/>
              <a:t>Place source here</a:t>
            </a:r>
          </a:p>
        </p:txBody>
      </p:sp>
      <p:sp>
        <p:nvSpPr>
          <p:cNvPr id="8" name="Footer Placeholder 7">
            <a:extLst>
              <a:ext uri="{FF2B5EF4-FFF2-40B4-BE49-F238E27FC236}">
                <a16:creationId xmlns:a16="http://schemas.microsoft.com/office/drawing/2014/main" id="{918B92B8-6A86-C50C-A1D4-FA63B0327E71}"/>
              </a:ext>
            </a:extLst>
          </p:cNvPr>
          <p:cNvSpPr>
            <a:spLocks noGrp="1"/>
          </p:cNvSpPr>
          <p:nvPr>
            <p:ph type="ftr" sz="quarter" idx="46"/>
          </p:nvPr>
        </p:nvSpPr>
        <p:spPr/>
        <p:txBody>
          <a:bodyPr/>
          <a:lstStyle>
            <a:lvl1pPr>
              <a:defRPr>
                <a:solidFill>
                  <a:schemeClr val="tx2"/>
                </a:solidFill>
              </a:defRPr>
            </a:lvl1pPr>
          </a:lstStyle>
          <a:p>
            <a:r>
              <a:rPr lang="en-US"/>
              <a:t>Footer</a:t>
            </a:r>
            <a:endParaRPr lang="en-IN"/>
          </a:p>
        </p:txBody>
      </p:sp>
      <p:sp>
        <p:nvSpPr>
          <p:cNvPr id="11" name="Slide Number Placeholder 10">
            <a:extLst>
              <a:ext uri="{FF2B5EF4-FFF2-40B4-BE49-F238E27FC236}">
                <a16:creationId xmlns:a16="http://schemas.microsoft.com/office/drawing/2014/main" id="{05DD570C-63B3-C54D-FF61-571474DFE3F0}"/>
              </a:ext>
            </a:extLst>
          </p:cNvPr>
          <p:cNvSpPr>
            <a:spLocks noGrp="1"/>
          </p:cNvSpPr>
          <p:nvPr>
            <p:ph type="sldNum" sz="quarter" idx="47"/>
          </p:nvPr>
        </p:nvSpPr>
        <p:spPr/>
        <p:txBody>
          <a:bodyPr/>
          <a:lstStyle>
            <a:lvl1pPr>
              <a:defRPr>
                <a:solidFill>
                  <a:schemeClr val="tx2"/>
                </a:solidFill>
              </a:defRPr>
            </a:lvl1pPr>
          </a:lstStyle>
          <a:p>
            <a:fld id="{85AC2185-BC10-47CC-BB5A-D3C63A4C1365}" type="slidenum">
              <a:rPr lang="en-IN" smtClean="0"/>
              <a:pPr/>
              <a:t>‹#›</a:t>
            </a:fld>
            <a:endParaRPr lang="en-IN"/>
          </a:p>
        </p:txBody>
      </p:sp>
      <p:pic>
        <p:nvPicPr>
          <p:cNvPr id="14" name="Graphic 13">
            <a:extLst>
              <a:ext uri="{FF2B5EF4-FFF2-40B4-BE49-F238E27FC236}">
                <a16:creationId xmlns:a16="http://schemas.microsoft.com/office/drawing/2014/main" id="{98CFD35B-B9EB-0BCE-B4DC-CBC60F17CB3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18135" y="6317218"/>
            <a:ext cx="1135261" cy="411480"/>
          </a:xfrm>
          <a:prstGeom prst="rect">
            <a:avLst/>
          </a:prstGeom>
        </p:spPr>
      </p:pic>
    </p:spTree>
    <p:extLst>
      <p:ext uri="{BB962C8B-B14F-4D97-AF65-F5344CB8AC3E}">
        <p14:creationId xmlns:p14="http://schemas.microsoft.com/office/powerpoint/2010/main" val="947558507"/>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x icons Light">
    <p:bg>
      <p:bgRef idx="1001">
        <a:schemeClr val="bg2"/>
      </p:bgRef>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222F156D-CC02-5CAE-E6EB-16D8F602C022}"/>
              </a:ext>
            </a:extLst>
          </p:cNvPr>
          <p:cNvSpPr>
            <a:spLocks noGrp="1"/>
          </p:cNvSpPr>
          <p:nvPr>
            <p:ph type="title" hasCustomPrompt="1"/>
          </p:nvPr>
        </p:nvSpPr>
        <p:spPr/>
        <p:txBody>
          <a:bodyPr/>
          <a:lstStyle>
            <a:lvl1pPr>
              <a:defRPr>
                <a:solidFill>
                  <a:schemeClr val="tx2"/>
                </a:solidFill>
              </a:defRPr>
            </a:lvl1pPr>
          </a:lstStyle>
          <a:p>
            <a:r>
              <a:rPr lang="en-US"/>
              <a:t>Place headline here</a:t>
            </a:r>
            <a:endParaRPr lang="en-IN"/>
          </a:p>
        </p:txBody>
      </p:sp>
      <p:sp>
        <p:nvSpPr>
          <p:cNvPr id="12" name="Footer Placeholder 11">
            <a:extLst>
              <a:ext uri="{FF2B5EF4-FFF2-40B4-BE49-F238E27FC236}">
                <a16:creationId xmlns:a16="http://schemas.microsoft.com/office/drawing/2014/main" id="{6E23BB0F-4CDE-D684-FD46-ABCEEEF9DABB}"/>
              </a:ext>
            </a:extLst>
          </p:cNvPr>
          <p:cNvSpPr>
            <a:spLocks noGrp="1"/>
          </p:cNvSpPr>
          <p:nvPr>
            <p:ph type="ftr" sz="quarter" idx="15"/>
          </p:nvPr>
        </p:nvSpPr>
        <p:spPr/>
        <p:txBody>
          <a:bodyPr/>
          <a:lstStyle>
            <a:lvl1pPr>
              <a:defRPr>
                <a:solidFill>
                  <a:schemeClr val="tx2"/>
                </a:solidFill>
              </a:defRPr>
            </a:lvl1pPr>
          </a:lstStyle>
          <a:p>
            <a:r>
              <a:rPr lang="en-IN"/>
              <a:t>Footer</a:t>
            </a:r>
          </a:p>
        </p:txBody>
      </p:sp>
      <p:sp>
        <p:nvSpPr>
          <p:cNvPr id="13" name="Slide Number Placeholder 12">
            <a:extLst>
              <a:ext uri="{FF2B5EF4-FFF2-40B4-BE49-F238E27FC236}">
                <a16:creationId xmlns:a16="http://schemas.microsoft.com/office/drawing/2014/main" id="{181288D2-A04E-B0BB-8144-CAE25CF7D338}"/>
              </a:ext>
            </a:extLst>
          </p:cNvPr>
          <p:cNvSpPr>
            <a:spLocks noGrp="1"/>
          </p:cNvSpPr>
          <p:nvPr>
            <p:ph type="sldNum" sz="quarter" idx="16"/>
          </p:nvPr>
        </p:nvSpPr>
        <p:spPr/>
        <p:txBody>
          <a:bodyPr/>
          <a:lstStyle>
            <a:lvl1pPr>
              <a:defRPr>
                <a:solidFill>
                  <a:schemeClr val="tx2"/>
                </a:solidFill>
              </a:defRPr>
            </a:lvl1pPr>
          </a:lstStyle>
          <a:p>
            <a:fld id="{85AC2185-BC10-47CC-BB5A-D3C63A4C1365}" type="slidenum">
              <a:rPr lang="en-IN" smtClean="0"/>
              <a:pPr/>
              <a:t>‹#›</a:t>
            </a:fld>
            <a:endParaRPr lang="en-IN"/>
          </a:p>
        </p:txBody>
      </p:sp>
      <p:sp>
        <p:nvSpPr>
          <p:cNvPr id="2" name="Text Placeholder 5">
            <a:extLst>
              <a:ext uri="{FF2B5EF4-FFF2-40B4-BE49-F238E27FC236}">
                <a16:creationId xmlns:a16="http://schemas.microsoft.com/office/drawing/2014/main" id="{0643063B-8A57-2E19-D12C-2E46E4EEA791}"/>
              </a:ext>
            </a:extLst>
          </p:cNvPr>
          <p:cNvSpPr>
            <a:spLocks noGrp="1"/>
          </p:cNvSpPr>
          <p:nvPr>
            <p:ph type="body" sz="quarter" idx="18" hasCustomPrompt="1"/>
          </p:nvPr>
        </p:nvSpPr>
        <p:spPr>
          <a:xfrm>
            <a:off x="1225450" y="3286095"/>
            <a:ext cx="2599204" cy="329184"/>
          </a:xfrm>
        </p:spPr>
        <p:txBody>
          <a:bodyPr anchor="b"/>
          <a:lstStyle>
            <a:lvl1pPr>
              <a:lnSpc>
                <a:spcPct val="80000"/>
              </a:lnSpc>
              <a:defRPr sz="2000" b="0" cap="none" baseline="0">
                <a:solidFill>
                  <a:schemeClr val="tx2"/>
                </a:solidFill>
                <a:latin typeface="+mj-lt"/>
              </a:defRPr>
            </a:lvl1pPr>
          </a:lstStyle>
          <a:p>
            <a:pPr lvl="0"/>
            <a:r>
              <a:rPr lang="en-US"/>
              <a:t>Lorem  Ipsum</a:t>
            </a:r>
          </a:p>
        </p:txBody>
      </p:sp>
      <p:sp>
        <p:nvSpPr>
          <p:cNvPr id="5" name="Text Placeholder 5">
            <a:extLst>
              <a:ext uri="{FF2B5EF4-FFF2-40B4-BE49-F238E27FC236}">
                <a16:creationId xmlns:a16="http://schemas.microsoft.com/office/drawing/2014/main" id="{A358204E-E336-048A-6A9E-F86BB630643A}"/>
              </a:ext>
            </a:extLst>
          </p:cNvPr>
          <p:cNvSpPr>
            <a:spLocks noGrp="1"/>
          </p:cNvSpPr>
          <p:nvPr>
            <p:ph type="body" sz="quarter" idx="20" hasCustomPrompt="1"/>
          </p:nvPr>
        </p:nvSpPr>
        <p:spPr>
          <a:xfrm>
            <a:off x="4796398" y="3286095"/>
            <a:ext cx="2599204" cy="329184"/>
          </a:xfrm>
        </p:spPr>
        <p:txBody>
          <a:bodyPr anchor="b"/>
          <a:lstStyle>
            <a:lvl1pPr>
              <a:lnSpc>
                <a:spcPct val="80000"/>
              </a:lnSpc>
              <a:defRPr sz="2000" b="0" cap="none" baseline="0">
                <a:solidFill>
                  <a:schemeClr val="tx2"/>
                </a:solidFill>
                <a:latin typeface="+mj-lt"/>
              </a:defRPr>
            </a:lvl1pPr>
          </a:lstStyle>
          <a:p>
            <a:pPr lvl="0"/>
            <a:r>
              <a:rPr lang="en-US"/>
              <a:t>Lorem  Ipsum</a:t>
            </a:r>
          </a:p>
        </p:txBody>
      </p:sp>
      <p:sp>
        <p:nvSpPr>
          <p:cNvPr id="7" name="Text Placeholder 5">
            <a:extLst>
              <a:ext uri="{FF2B5EF4-FFF2-40B4-BE49-F238E27FC236}">
                <a16:creationId xmlns:a16="http://schemas.microsoft.com/office/drawing/2014/main" id="{539A2328-2F90-2961-92A8-A7A1172F1B77}"/>
              </a:ext>
            </a:extLst>
          </p:cNvPr>
          <p:cNvSpPr>
            <a:spLocks noGrp="1"/>
          </p:cNvSpPr>
          <p:nvPr>
            <p:ph type="body" sz="quarter" idx="22" hasCustomPrompt="1"/>
          </p:nvPr>
        </p:nvSpPr>
        <p:spPr>
          <a:xfrm>
            <a:off x="8367347" y="3286095"/>
            <a:ext cx="2599204" cy="329184"/>
          </a:xfrm>
        </p:spPr>
        <p:txBody>
          <a:bodyPr anchor="b"/>
          <a:lstStyle>
            <a:lvl1pPr>
              <a:lnSpc>
                <a:spcPct val="80000"/>
              </a:lnSpc>
              <a:defRPr sz="2000" b="0" cap="none" baseline="0">
                <a:solidFill>
                  <a:schemeClr val="tx2"/>
                </a:solidFill>
                <a:latin typeface="+mj-lt"/>
              </a:defRPr>
            </a:lvl1pPr>
          </a:lstStyle>
          <a:p>
            <a:pPr lvl="0"/>
            <a:r>
              <a:rPr lang="en-US"/>
              <a:t>Lorem  Ipsum</a:t>
            </a:r>
          </a:p>
        </p:txBody>
      </p:sp>
      <p:sp>
        <p:nvSpPr>
          <p:cNvPr id="9" name="Picture Placeholder 27">
            <a:extLst>
              <a:ext uri="{FF2B5EF4-FFF2-40B4-BE49-F238E27FC236}">
                <a16:creationId xmlns:a16="http://schemas.microsoft.com/office/drawing/2014/main" id="{E79E708E-83EB-75B0-6D0D-536E9C0300F7}"/>
              </a:ext>
            </a:extLst>
          </p:cNvPr>
          <p:cNvSpPr>
            <a:spLocks noGrp="1"/>
          </p:cNvSpPr>
          <p:nvPr>
            <p:ph type="pic" sz="quarter" idx="24"/>
          </p:nvPr>
        </p:nvSpPr>
        <p:spPr>
          <a:xfrm>
            <a:off x="1225448" y="2199191"/>
            <a:ext cx="822960" cy="822960"/>
          </a:xfrm>
          <a:noFill/>
        </p:spPr>
        <p:txBody>
          <a:bodyPr/>
          <a:lstStyle>
            <a:lvl1pPr>
              <a:defRPr>
                <a:solidFill>
                  <a:schemeClr val="tx2"/>
                </a:solidFill>
              </a:defRPr>
            </a:lvl1pPr>
          </a:lstStyle>
          <a:p>
            <a:r>
              <a:rPr lang="en-US"/>
              <a:t>Click icon to add picture</a:t>
            </a:r>
            <a:endParaRPr lang="en-IN"/>
          </a:p>
        </p:txBody>
      </p:sp>
      <p:sp>
        <p:nvSpPr>
          <p:cNvPr id="18" name="Picture Placeholder 27">
            <a:extLst>
              <a:ext uri="{FF2B5EF4-FFF2-40B4-BE49-F238E27FC236}">
                <a16:creationId xmlns:a16="http://schemas.microsoft.com/office/drawing/2014/main" id="{BC0D4D08-E12B-1188-776E-5A63108DBCAB}"/>
              </a:ext>
            </a:extLst>
          </p:cNvPr>
          <p:cNvSpPr>
            <a:spLocks noGrp="1"/>
          </p:cNvSpPr>
          <p:nvPr>
            <p:ph type="pic" sz="quarter" idx="26"/>
          </p:nvPr>
        </p:nvSpPr>
        <p:spPr>
          <a:xfrm>
            <a:off x="4796396" y="2199191"/>
            <a:ext cx="822960" cy="822960"/>
          </a:xfrm>
          <a:noFill/>
        </p:spPr>
        <p:txBody>
          <a:bodyPr/>
          <a:lstStyle>
            <a:lvl1pPr>
              <a:defRPr>
                <a:solidFill>
                  <a:schemeClr val="tx2"/>
                </a:solidFill>
              </a:defRPr>
            </a:lvl1pPr>
          </a:lstStyle>
          <a:p>
            <a:r>
              <a:rPr lang="en-US"/>
              <a:t>Click icon to add picture</a:t>
            </a:r>
            <a:endParaRPr lang="en-IN"/>
          </a:p>
        </p:txBody>
      </p:sp>
      <p:sp>
        <p:nvSpPr>
          <p:cNvPr id="19" name="Picture Placeholder 27">
            <a:extLst>
              <a:ext uri="{FF2B5EF4-FFF2-40B4-BE49-F238E27FC236}">
                <a16:creationId xmlns:a16="http://schemas.microsoft.com/office/drawing/2014/main" id="{99DE799D-6DB4-ED35-AB56-5374FABA2E78}"/>
              </a:ext>
            </a:extLst>
          </p:cNvPr>
          <p:cNvSpPr>
            <a:spLocks noGrp="1"/>
          </p:cNvSpPr>
          <p:nvPr>
            <p:ph type="pic" sz="quarter" idx="28"/>
          </p:nvPr>
        </p:nvSpPr>
        <p:spPr>
          <a:xfrm>
            <a:off x="8367345" y="2199191"/>
            <a:ext cx="822960" cy="822960"/>
          </a:xfrm>
          <a:noFill/>
        </p:spPr>
        <p:txBody>
          <a:bodyPr/>
          <a:lstStyle>
            <a:lvl1pPr>
              <a:defRPr>
                <a:solidFill>
                  <a:schemeClr val="tx2"/>
                </a:solidFill>
              </a:defRPr>
            </a:lvl1pPr>
          </a:lstStyle>
          <a:p>
            <a:r>
              <a:rPr lang="en-US"/>
              <a:t>Click icon to add picture</a:t>
            </a:r>
            <a:endParaRPr lang="en-IN"/>
          </a:p>
        </p:txBody>
      </p:sp>
      <p:sp>
        <p:nvSpPr>
          <p:cNvPr id="38" name="Text Placeholder 35">
            <a:extLst>
              <a:ext uri="{FF2B5EF4-FFF2-40B4-BE49-F238E27FC236}">
                <a16:creationId xmlns:a16="http://schemas.microsoft.com/office/drawing/2014/main" id="{6C5D05FF-AA4F-3CE7-B861-C51374884A23}"/>
              </a:ext>
            </a:extLst>
          </p:cNvPr>
          <p:cNvSpPr>
            <a:spLocks noGrp="1"/>
          </p:cNvSpPr>
          <p:nvPr>
            <p:ph type="body" sz="quarter" idx="43" hasCustomPrompt="1"/>
          </p:nvPr>
        </p:nvSpPr>
        <p:spPr>
          <a:xfrm>
            <a:off x="1227758" y="3791396"/>
            <a:ext cx="2596896" cy="1271242"/>
          </a:xfrm>
        </p:spPr>
        <p:txBody>
          <a:bodyPr/>
          <a:lstStyle>
            <a:lvl1pPr>
              <a:spcBef>
                <a:spcPts val="0"/>
              </a:spcBef>
              <a:defRPr sz="1400">
                <a:solidFill>
                  <a:schemeClr val="tx2"/>
                </a:solidFill>
              </a:defRPr>
            </a:lvl1pPr>
          </a:lstStyle>
          <a:p>
            <a:pPr lvl="0"/>
            <a:r>
              <a:rPr lang="en-US"/>
              <a:t>Lorem ipsum dolor sit amet consectetur adipiscing elit. </a:t>
            </a:r>
            <a:r>
              <a:rPr lang="en-US" err="1"/>
              <a:t>Quisque</a:t>
            </a:r>
            <a:r>
              <a:rPr lang="en-US"/>
              <a:t> </a:t>
            </a:r>
            <a:r>
              <a:rPr lang="en-US" err="1"/>
              <a:t>faucibus</a:t>
            </a:r>
            <a:r>
              <a:rPr lang="en-US"/>
              <a:t> ex </a:t>
            </a:r>
            <a:r>
              <a:rPr lang="en-US" err="1"/>
              <a:t>sapien</a:t>
            </a:r>
            <a:r>
              <a:rPr lang="en-US"/>
              <a:t> vitae </a:t>
            </a:r>
            <a:r>
              <a:rPr lang="en-US" err="1"/>
              <a:t>pellentesque</a:t>
            </a:r>
            <a:r>
              <a:rPr lang="en-US"/>
              <a:t> </a:t>
            </a:r>
            <a:r>
              <a:rPr lang="en-US" err="1"/>
              <a:t>sem</a:t>
            </a:r>
            <a:r>
              <a:rPr lang="en-US"/>
              <a:t> </a:t>
            </a:r>
            <a:r>
              <a:rPr lang="en-US" err="1"/>
              <a:t>placerat</a:t>
            </a:r>
            <a:r>
              <a:rPr lang="en-US"/>
              <a:t>.</a:t>
            </a:r>
          </a:p>
        </p:txBody>
      </p:sp>
      <p:sp>
        <p:nvSpPr>
          <p:cNvPr id="39" name="Text Placeholder 35">
            <a:extLst>
              <a:ext uri="{FF2B5EF4-FFF2-40B4-BE49-F238E27FC236}">
                <a16:creationId xmlns:a16="http://schemas.microsoft.com/office/drawing/2014/main" id="{C3B2CC7C-4467-B1B0-6573-68350C9B5DF5}"/>
              </a:ext>
            </a:extLst>
          </p:cNvPr>
          <p:cNvSpPr>
            <a:spLocks noGrp="1"/>
          </p:cNvSpPr>
          <p:nvPr>
            <p:ph type="body" sz="quarter" idx="44" hasCustomPrompt="1"/>
          </p:nvPr>
        </p:nvSpPr>
        <p:spPr>
          <a:xfrm>
            <a:off x="4798706" y="3791396"/>
            <a:ext cx="2596896" cy="1271242"/>
          </a:xfrm>
        </p:spPr>
        <p:txBody>
          <a:bodyPr/>
          <a:lstStyle>
            <a:lvl1pPr>
              <a:spcBef>
                <a:spcPts val="0"/>
              </a:spcBef>
              <a:defRPr sz="1400">
                <a:solidFill>
                  <a:schemeClr val="tx2"/>
                </a:solidFill>
              </a:defRPr>
            </a:lvl1pPr>
          </a:lstStyle>
          <a:p>
            <a:pPr lvl="0"/>
            <a:r>
              <a:rPr lang="en-US"/>
              <a:t>Lorem ipsum dolor sit amet consectetur adipiscing elit. </a:t>
            </a:r>
            <a:r>
              <a:rPr lang="en-US" err="1"/>
              <a:t>Quisque</a:t>
            </a:r>
            <a:r>
              <a:rPr lang="en-US"/>
              <a:t> </a:t>
            </a:r>
            <a:r>
              <a:rPr lang="en-US" err="1"/>
              <a:t>faucibus</a:t>
            </a:r>
            <a:r>
              <a:rPr lang="en-US"/>
              <a:t> ex </a:t>
            </a:r>
            <a:r>
              <a:rPr lang="en-US" err="1"/>
              <a:t>sapien</a:t>
            </a:r>
            <a:r>
              <a:rPr lang="en-US"/>
              <a:t> vitae </a:t>
            </a:r>
            <a:r>
              <a:rPr lang="en-US" err="1"/>
              <a:t>pellentesque</a:t>
            </a:r>
            <a:r>
              <a:rPr lang="en-US"/>
              <a:t> </a:t>
            </a:r>
            <a:r>
              <a:rPr lang="en-US" err="1"/>
              <a:t>sem</a:t>
            </a:r>
            <a:r>
              <a:rPr lang="en-US"/>
              <a:t> </a:t>
            </a:r>
            <a:r>
              <a:rPr lang="en-US" err="1"/>
              <a:t>placerat</a:t>
            </a:r>
            <a:r>
              <a:rPr lang="en-US"/>
              <a:t>.</a:t>
            </a:r>
          </a:p>
        </p:txBody>
      </p:sp>
      <p:sp>
        <p:nvSpPr>
          <p:cNvPr id="40" name="Text Placeholder 35">
            <a:extLst>
              <a:ext uri="{FF2B5EF4-FFF2-40B4-BE49-F238E27FC236}">
                <a16:creationId xmlns:a16="http://schemas.microsoft.com/office/drawing/2014/main" id="{4F71C237-C732-0E06-35AF-7B0ADE35A5A6}"/>
              </a:ext>
            </a:extLst>
          </p:cNvPr>
          <p:cNvSpPr>
            <a:spLocks noGrp="1"/>
          </p:cNvSpPr>
          <p:nvPr>
            <p:ph type="body" sz="quarter" idx="45" hasCustomPrompt="1"/>
          </p:nvPr>
        </p:nvSpPr>
        <p:spPr>
          <a:xfrm>
            <a:off x="8369655" y="3791396"/>
            <a:ext cx="2596896" cy="1271242"/>
          </a:xfrm>
        </p:spPr>
        <p:txBody>
          <a:bodyPr/>
          <a:lstStyle>
            <a:lvl1pPr>
              <a:spcBef>
                <a:spcPts val="0"/>
              </a:spcBef>
              <a:defRPr sz="1400">
                <a:solidFill>
                  <a:schemeClr val="tx2"/>
                </a:solidFill>
              </a:defRPr>
            </a:lvl1pPr>
          </a:lstStyle>
          <a:p>
            <a:pPr lvl="0"/>
            <a:r>
              <a:rPr lang="en-US"/>
              <a:t>Lorem ipsum dolor sit amet consectetur adipiscing elit. </a:t>
            </a:r>
            <a:r>
              <a:rPr lang="en-US" err="1"/>
              <a:t>Quisque</a:t>
            </a:r>
            <a:r>
              <a:rPr lang="en-US"/>
              <a:t> </a:t>
            </a:r>
            <a:r>
              <a:rPr lang="en-US" err="1"/>
              <a:t>faucibus</a:t>
            </a:r>
            <a:r>
              <a:rPr lang="en-US"/>
              <a:t> ex </a:t>
            </a:r>
            <a:r>
              <a:rPr lang="en-US" err="1"/>
              <a:t>sapien</a:t>
            </a:r>
            <a:r>
              <a:rPr lang="en-US"/>
              <a:t> vitae </a:t>
            </a:r>
            <a:r>
              <a:rPr lang="en-US" err="1"/>
              <a:t>pellentesque</a:t>
            </a:r>
            <a:r>
              <a:rPr lang="en-US"/>
              <a:t> </a:t>
            </a:r>
            <a:r>
              <a:rPr lang="en-US" err="1"/>
              <a:t>sem</a:t>
            </a:r>
            <a:r>
              <a:rPr lang="en-US"/>
              <a:t> </a:t>
            </a:r>
            <a:r>
              <a:rPr lang="en-US" err="1"/>
              <a:t>placerat</a:t>
            </a:r>
            <a:r>
              <a:rPr lang="en-US"/>
              <a:t>.</a:t>
            </a:r>
          </a:p>
        </p:txBody>
      </p:sp>
      <p:sp>
        <p:nvSpPr>
          <p:cNvPr id="3" name="Text Placeholder 5">
            <a:extLst>
              <a:ext uri="{FF2B5EF4-FFF2-40B4-BE49-F238E27FC236}">
                <a16:creationId xmlns:a16="http://schemas.microsoft.com/office/drawing/2014/main" id="{D073E4E0-7481-ECD1-D7EC-26409A31DD5B}"/>
              </a:ext>
            </a:extLst>
          </p:cNvPr>
          <p:cNvSpPr>
            <a:spLocks noGrp="1"/>
          </p:cNvSpPr>
          <p:nvPr>
            <p:ph type="body" sz="quarter" idx="14" hasCustomPrompt="1"/>
          </p:nvPr>
        </p:nvSpPr>
        <p:spPr>
          <a:xfrm>
            <a:off x="385572" y="1122680"/>
            <a:ext cx="11420856" cy="421958"/>
          </a:xfrm>
        </p:spPr>
        <p:txBody>
          <a:bodyPr anchor="t"/>
          <a:lstStyle>
            <a:lvl1pPr>
              <a:defRPr sz="1600">
                <a:solidFill>
                  <a:schemeClr val="tx2"/>
                </a:solidFill>
                <a:latin typeface="+mn-lt"/>
              </a:defRPr>
            </a:lvl1pPr>
          </a:lstStyle>
          <a:p>
            <a:pPr lvl="0"/>
            <a:r>
              <a:rPr lang="en-US"/>
              <a:t>Place subtitle here, lorem ipsum dolor</a:t>
            </a:r>
          </a:p>
        </p:txBody>
      </p:sp>
      <p:sp>
        <p:nvSpPr>
          <p:cNvPr id="4" name="Text Placeholder 5">
            <a:extLst>
              <a:ext uri="{FF2B5EF4-FFF2-40B4-BE49-F238E27FC236}">
                <a16:creationId xmlns:a16="http://schemas.microsoft.com/office/drawing/2014/main" id="{31D2ECF2-FAC2-1ABA-293D-BD42DC8E7DAC}"/>
              </a:ext>
            </a:extLst>
          </p:cNvPr>
          <p:cNvSpPr>
            <a:spLocks noGrp="1"/>
          </p:cNvSpPr>
          <p:nvPr>
            <p:ph type="body" sz="quarter" idx="17" hasCustomPrompt="1"/>
          </p:nvPr>
        </p:nvSpPr>
        <p:spPr>
          <a:xfrm>
            <a:off x="385572" y="5686332"/>
            <a:ext cx="4572000" cy="421958"/>
          </a:xfrm>
        </p:spPr>
        <p:txBody>
          <a:bodyPr anchor="b"/>
          <a:lstStyle>
            <a:lvl1pPr>
              <a:defRPr sz="800">
                <a:solidFill>
                  <a:schemeClr val="tx2"/>
                </a:solidFill>
                <a:latin typeface="+mn-lt"/>
              </a:defRPr>
            </a:lvl1pPr>
          </a:lstStyle>
          <a:p>
            <a:pPr lvl="0"/>
            <a:r>
              <a:rPr lang="en-US"/>
              <a:t>Place source here</a:t>
            </a:r>
          </a:p>
        </p:txBody>
      </p:sp>
    </p:spTree>
    <p:extLst>
      <p:ext uri="{BB962C8B-B14F-4D97-AF65-F5344CB8AC3E}">
        <p14:creationId xmlns:p14="http://schemas.microsoft.com/office/powerpoint/2010/main" val="2145867325"/>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6x icons">
    <p:bg>
      <p:bgRef idx="1001">
        <a:schemeClr val="bg2"/>
      </p:bgRef>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222F156D-CC02-5CAE-E6EB-16D8F602C022}"/>
              </a:ext>
            </a:extLst>
          </p:cNvPr>
          <p:cNvSpPr>
            <a:spLocks noGrp="1"/>
          </p:cNvSpPr>
          <p:nvPr>
            <p:ph type="title" hasCustomPrompt="1"/>
          </p:nvPr>
        </p:nvSpPr>
        <p:spPr/>
        <p:txBody>
          <a:bodyPr/>
          <a:lstStyle>
            <a:lvl1pPr>
              <a:defRPr>
                <a:solidFill>
                  <a:schemeClr val="tx2"/>
                </a:solidFill>
              </a:defRPr>
            </a:lvl1pPr>
          </a:lstStyle>
          <a:p>
            <a:r>
              <a:rPr lang="en-US"/>
              <a:t>Place headline here</a:t>
            </a:r>
            <a:endParaRPr lang="en-IN"/>
          </a:p>
        </p:txBody>
      </p:sp>
      <p:sp>
        <p:nvSpPr>
          <p:cNvPr id="4" name="Text Placeholder 5">
            <a:extLst>
              <a:ext uri="{FF2B5EF4-FFF2-40B4-BE49-F238E27FC236}">
                <a16:creationId xmlns:a16="http://schemas.microsoft.com/office/drawing/2014/main" id="{9CBAFC60-CB8F-9899-0CB6-FF7F7FF45482}"/>
              </a:ext>
            </a:extLst>
          </p:cNvPr>
          <p:cNvSpPr>
            <a:spLocks noGrp="1"/>
          </p:cNvSpPr>
          <p:nvPr>
            <p:ph type="body" sz="quarter" idx="18" hasCustomPrompt="1"/>
          </p:nvPr>
        </p:nvSpPr>
        <p:spPr>
          <a:xfrm>
            <a:off x="1225450" y="2253507"/>
            <a:ext cx="2599204" cy="329184"/>
          </a:xfrm>
        </p:spPr>
        <p:txBody>
          <a:bodyPr anchor="b"/>
          <a:lstStyle>
            <a:lvl1pPr>
              <a:lnSpc>
                <a:spcPct val="80000"/>
              </a:lnSpc>
              <a:defRPr sz="1800" b="0" cap="none" baseline="0">
                <a:solidFill>
                  <a:schemeClr val="tx2"/>
                </a:solidFill>
                <a:latin typeface="+mj-lt"/>
              </a:defRPr>
            </a:lvl1pPr>
          </a:lstStyle>
          <a:p>
            <a:pPr lvl="0"/>
            <a:r>
              <a:rPr lang="en-US"/>
              <a:t>Lorem  Ipsum</a:t>
            </a:r>
          </a:p>
        </p:txBody>
      </p:sp>
      <p:sp>
        <p:nvSpPr>
          <p:cNvPr id="6" name="Text Placeholder 5">
            <a:extLst>
              <a:ext uri="{FF2B5EF4-FFF2-40B4-BE49-F238E27FC236}">
                <a16:creationId xmlns:a16="http://schemas.microsoft.com/office/drawing/2014/main" id="{B90089F5-FB6B-78BB-CCEC-E2C5917AD623}"/>
              </a:ext>
            </a:extLst>
          </p:cNvPr>
          <p:cNvSpPr>
            <a:spLocks noGrp="1"/>
          </p:cNvSpPr>
          <p:nvPr>
            <p:ph type="body" sz="quarter" idx="20" hasCustomPrompt="1"/>
          </p:nvPr>
        </p:nvSpPr>
        <p:spPr>
          <a:xfrm>
            <a:off x="4796398" y="2253507"/>
            <a:ext cx="2599204" cy="329184"/>
          </a:xfrm>
        </p:spPr>
        <p:txBody>
          <a:bodyPr anchor="b"/>
          <a:lstStyle>
            <a:lvl1pPr>
              <a:lnSpc>
                <a:spcPct val="80000"/>
              </a:lnSpc>
              <a:defRPr sz="1800" b="0" cap="none" baseline="0">
                <a:solidFill>
                  <a:schemeClr val="tx2"/>
                </a:solidFill>
                <a:latin typeface="+mj-lt"/>
              </a:defRPr>
            </a:lvl1pPr>
          </a:lstStyle>
          <a:p>
            <a:pPr lvl="0"/>
            <a:r>
              <a:rPr lang="en-US"/>
              <a:t>Lorem  Ipsum</a:t>
            </a:r>
          </a:p>
        </p:txBody>
      </p:sp>
      <p:sp>
        <p:nvSpPr>
          <p:cNvPr id="8" name="Text Placeholder 5">
            <a:extLst>
              <a:ext uri="{FF2B5EF4-FFF2-40B4-BE49-F238E27FC236}">
                <a16:creationId xmlns:a16="http://schemas.microsoft.com/office/drawing/2014/main" id="{AC37E1D6-AC6E-84E3-3654-766098D88641}"/>
              </a:ext>
            </a:extLst>
          </p:cNvPr>
          <p:cNvSpPr>
            <a:spLocks noGrp="1"/>
          </p:cNvSpPr>
          <p:nvPr>
            <p:ph type="body" sz="quarter" idx="22" hasCustomPrompt="1"/>
          </p:nvPr>
        </p:nvSpPr>
        <p:spPr>
          <a:xfrm>
            <a:off x="8367347" y="2253507"/>
            <a:ext cx="2599204" cy="329184"/>
          </a:xfrm>
        </p:spPr>
        <p:txBody>
          <a:bodyPr anchor="b"/>
          <a:lstStyle>
            <a:lvl1pPr>
              <a:lnSpc>
                <a:spcPct val="80000"/>
              </a:lnSpc>
              <a:defRPr sz="1800" b="0" cap="none" baseline="0">
                <a:solidFill>
                  <a:schemeClr val="tx2"/>
                </a:solidFill>
                <a:latin typeface="+mj-lt"/>
              </a:defRPr>
            </a:lvl1pPr>
          </a:lstStyle>
          <a:p>
            <a:pPr lvl="0"/>
            <a:r>
              <a:rPr lang="en-US"/>
              <a:t>Lorem  Ipsum</a:t>
            </a:r>
          </a:p>
        </p:txBody>
      </p:sp>
      <p:sp>
        <p:nvSpPr>
          <p:cNvPr id="28" name="Picture Placeholder 27">
            <a:extLst>
              <a:ext uri="{FF2B5EF4-FFF2-40B4-BE49-F238E27FC236}">
                <a16:creationId xmlns:a16="http://schemas.microsoft.com/office/drawing/2014/main" id="{2DA9AECA-D64E-2576-25CE-03350378FE47}"/>
              </a:ext>
            </a:extLst>
          </p:cNvPr>
          <p:cNvSpPr>
            <a:spLocks noGrp="1"/>
          </p:cNvSpPr>
          <p:nvPr>
            <p:ph type="pic" sz="quarter" idx="24"/>
          </p:nvPr>
        </p:nvSpPr>
        <p:spPr>
          <a:xfrm>
            <a:off x="1225450" y="1788773"/>
            <a:ext cx="329184" cy="329184"/>
          </a:xfrm>
          <a:noFill/>
        </p:spPr>
        <p:txBody>
          <a:bodyPr/>
          <a:lstStyle>
            <a:lvl1pPr>
              <a:defRPr>
                <a:solidFill>
                  <a:schemeClr val="tx2"/>
                </a:solidFill>
              </a:defRPr>
            </a:lvl1pPr>
          </a:lstStyle>
          <a:p>
            <a:r>
              <a:rPr lang="en-US"/>
              <a:t>Click icon to add picture</a:t>
            </a:r>
            <a:endParaRPr lang="en-IN"/>
          </a:p>
        </p:txBody>
      </p:sp>
      <p:sp>
        <p:nvSpPr>
          <p:cNvPr id="30" name="Picture Placeholder 27">
            <a:extLst>
              <a:ext uri="{FF2B5EF4-FFF2-40B4-BE49-F238E27FC236}">
                <a16:creationId xmlns:a16="http://schemas.microsoft.com/office/drawing/2014/main" id="{AFAED025-6393-D52D-2BC4-020CF263355E}"/>
              </a:ext>
            </a:extLst>
          </p:cNvPr>
          <p:cNvSpPr>
            <a:spLocks noGrp="1"/>
          </p:cNvSpPr>
          <p:nvPr>
            <p:ph type="pic" sz="quarter" idx="26"/>
          </p:nvPr>
        </p:nvSpPr>
        <p:spPr>
          <a:xfrm>
            <a:off x="4796398" y="1788773"/>
            <a:ext cx="329184" cy="329184"/>
          </a:xfrm>
          <a:noFill/>
        </p:spPr>
        <p:txBody>
          <a:bodyPr/>
          <a:lstStyle>
            <a:lvl1pPr>
              <a:defRPr>
                <a:solidFill>
                  <a:schemeClr val="tx2"/>
                </a:solidFill>
              </a:defRPr>
            </a:lvl1pPr>
          </a:lstStyle>
          <a:p>
            <a:r>
              <a:rPr lang="en-US"/>
              <a:t>Click icon to add picture</a:t>
            </a:r>
            <a:endParaRPr lang="en-IN"/>
          </a:p>
        </p:txBody>
      </p:sp>
      <p:sp>
        <p:nvSpPr>
          <p:cNvPr id="34" name="Picture Placeholder 27">
            <a:extLst>
              <a:ext uri="{FF2B5EF4-FFF2-40B4-BE49-F238E27FC236}">
                <a16:creationId xmlns:a16="http://schemas.microsoft.com/office/drawing/2014/main" id="{C1D5E6E9-6610-DE5B-7154-DD2EAE9065EE}"/>
              </a:ext>
            </a:extLst>
          </p:cNvPr>
          <p:cNvSpPr>
            <a:spLocks noGrp="1"/>
          </p:cNvSpPr>
          <p:nvPr>
            <p:ph type="pic" sz="quarter" idx="28"/>
          </p:nvPr>
        </p:nvSpPr>
        <p:spPr>
          <a:xfrm>
            <a:off x="8367347" y="1788773"/>
            <a:ext cx="329184" cy="329184"/>
          </a:xfrm>
          <a:noFill/>
        </p:spPr>
        <p:txBody>
          <a:bodyPr/>
          <a:lstStyle>
            <a:lvl1pPr>
              <a:defRPr>
                <a:solidFill>
                  <a:schemeClr val="tx2"/>
                </a:solidFill>
              </a:defRPr>
            </a:lvl1pPr>
          </a:lstStyle>
          <a:p>
            <a:r>
              <a:rPr lang="en-US"/>
              <a:t>Click icon to add picture</a:t>
            </a:r>
            <a:endParaRPr lang="en-IN"/>
          </a:p>
        </p:txBody>
      </p:sp>
      <p:sp>
        <p:nvSpPr>
          <p:cNvPr id="15" name="Picture Placeholder 27">
            <a:extLst>
              <a:ext uri="{FF2B5EF4-FFF2-40B4-BE49-F238E27FC236}">
                <a16:creationId xmlns:a16="http://schemas.microsoft.com/office/drawing/2014/main" id="{54464881-624F-D11E-C25B-C1D1249B59D3}"/>
              </a:ext>
            </a:extLst>
          </p:cNvPr>
          <p:cNvSpPr>
            <a:spLocks noGrp="1"/>
          </p:cNvSpPr>
          <p:nvPr>
            <p:ph type="pic" sz="quarter" idx="32"/>
          </p:nvPr>
        </p:nvSpPr>
        <p:spPr>
          <a:xfrm>
            <a:off x="1225450" y="4166916"/>
            <a:ext cx="329184" cy="329184"/>
          </a:xfrm>
          <a:noFill/>
        </p:spPr>
        <p:txBody>
          <a:bodyPr/>
          <a:lstStyle>
            <a:lvl1pPr>
              <a:defRPr>
                <a:solidFill>
                  <a:schemeClr val="tx2"/>
                </a:solidFill>
                <a:latin typeface="+mn-lt"/>
              </a:defRPr>
            </a:lvl1pPr>
          </a:lstStyle>
          <a:p>
            <a:r>
              <a:rPr lang="en-US"/>
              <a:t>Click icon to add picture</a:t>
            </a:r>
            <a:endParaRPr lang="en-IN"/>
          </a:p>
        </p:txBody>
      </p:sp>
      <p:sp>
        <p:nvSpPr>
          <p:cNvPr id="16" name="Picture Placeholder 27">
            <a:extLst>
              <a:ext uri="{FF2B5EF4-FFF2-40B4-BE49-F238E27FC236}">
                <a16:creationId xmlns:a16="http://schemas.microsoft.com/office/drawing/2014/main" id="{B2C61E56-56AD-A9D7-5724-1C297D7E272A}"/>
              </a:ext>
            </a:extLst>
          </p:cNvPr>
          <p:cNvSpPr>
            <a:spLocks noGrp="1"/>
          </p:cNvSpPr>
          <p:nvPr>
            <p:ph type="pic" sz="quarter" idx="33"/>
          </p:nvPr>
        </p:nvSpPr>
        <p:spPr>
          <a:xfrm>
            <a:off x="4796398" y="4166916"/>
            <a:ext cx="329184" cy="329184"/>
          </a:xfrm>
          <a:noFill/>
        </p:spPr>
        <p:txBody>
          <a:bodyPr/>
          <a:lstStyle>
            <a:lvl1pPr>
              <a:defRPr>
                <a:solidFill>
                  <a:schemeClr val="tx2"/>
                </a:solidFill>
                <a:latin typeface="+mn-lt"/>
              </a:defRPr>
            </a:lvl1pPr>
          </a:lstStyle>
          <a:p>
            <a:r>
              <a:rPr lang="en-US"/>
              <a:t>Click icon to add picture</a:t>
            </a:r>
            <a:endParaRPr lang="en-IN"/>
          </a:p>
        </p:txBody>
      </p:sp>
      <p:sp>
        <p:nvSpPr>
          <p:cNvPr id="17" name="Picture Placeholder 27">
            <a:extLst>
              <a:ext uri="{FF2B5EF4-FFF2-40B4-BE49-F238E27FC236}">
                <a16:creationId xmlns:a16="http://schemas.microsoft.com/office/drawing/2014/main" id="{2884F4C8-1276-3D91-8E41-C710186987A3}"/>
              </a:ext>
            </a:extLst>
          </p:cNvPr>
          <p:cNvSpPr>
            <a:spLocks noGrp="1"/>
          </p:cNvSpPr>
          <p:nvPr>
            <p:ph type="pic" sz="quarter" idx="34"/>
          </p:nvPr>
        </p:nvSpPr>
        <p:spPr>
          <a:xfrm>
            <a:off x="8367347" y="4166916"/>
            <a:ext cx="329184" cy="329184"/>
          </a:xfrm>
          <a:noFill/>
        </p:spPr>
        <p:txBody>
          <a:bodyPr/>
          <a:lstStyle>
            <a:lvl1pPr>
              <a:defRPr>
                <a:solidFill>
                  <a:schemeClr val="tx2"/>
                </a:solidFill>
                <a:latin typeface="+mn-lt"/>
              </a:defRPr>
            </a:lvl1pPr>
          </a:lstStyle>
          <a:p>
            <a:r>
              <a:rPr lang="en-US"/>
              <a:t>Click icon to add picture</a:t>
            </a:r>
            <a:endParaRPr lang="en-IN"/>
          </a:p>
        </p:txBody>
      </p:sp>
      <p:sp>
        <p:nvSpPr>
          <p:cNvPr id="20" name="Text Placeholder 5">
            <a:extLst>
              <a:ext uri="{FF2B5EF4-FFF2-40B4-BE49-F238E27FC236}">
                <a16:creationId xmlns:a16="http://schemas.microsoft.com/office/drawing/2014/main" id="{B10911CD-04AA-9347-3221-301119496795}"/>
              </a:ext>
            </a:extLst>
          </p:cNvPr>
          <p:cNvSpPr>
            <a:spLocks noGrp="1"/>
          </p:cNvSpPr>
          <p:nvPr>
            <p:ph type="body" sz="quarter" idx="37" hasCustomPrompt="1"/>
          </p:nvPr>
        </p:nvSpPr>
        <p:spPr>
          <a:xfrm>
            <a:off x="1225450" y="4627901"/>
            <a:ext cx="2599204" cy="329184"/>
          </a:xfrm>
        </p:spPr>
        <p:txBody>
          <a:bodyPr anchor="b"/>
          <a:lstStyle>
            <a:lvl1pPr>
              <a:lnSpc>
                <a:spcPct val="80000"/>
              </a:lnSpc>
              <a:defRPr sz="1800" b="0" cap="none" baseline="0">
                <a:solidFill>
                  <a:schemeClr val="tx2"/>
                </a:solidFill>
                <a:latin typeface="+mj-lt"/>
              </a:defRPr>
            </a:lvl1pPr>
          </a:lstStyle>
          <a:p>
            <a:pPr lvl="0"/>
            <a:r>
              <a:rPr lang="en-US"/>
              <a:t>Lorem  Ipsum</a:t>
            </a:r>
          </a:p>
        </p:txBody>
      </p:sp>
      <p:sp>
        <p:nvSpPr>
          <p:cNvPr id="21" name="Text Placeholder 5">
            <a:extLst>
              <a:ext uri="{FF2B5EF4-FFF2-40B4-BE49-F238E27FC236}">
                <a16:creationId xmlns:a16="http://schemas.microsoft.com/office/drawing/2014/main" id="{8F646692-54F6-EF86-D8B8-58FC33CCAD60}"/>
              </a:ext>
            </a:extLst>
          </p:cNvPr>
          <p:cNvSpPr>
            <a:spLocks noGrp="1"/>
          </p:cNvSpPr>
          <p:nvPr>
            <p:ph type="body" sz="quarter" idx="38" hasCustomPrompt="1"/>
          </p:nvPr>
        </p:nvSpPr>
        <p:spPr>
          <a:xfrm>
            <a:off x="4796398" y="4627901"/>
            <a:ext cx="2599204" cy="329184"/>
          </a:xfrm>
        </p:spPr>
        <p:txBody>
          <a:bodyPr anchor="b"/>
          <a:lstStyle>
            <a:lvl1pPr>
              <a:lnSpc>
                <a:spcPct val="80000"/>
              </a:lnSpc>
              <a:defRPr sz="1800" b="0" cap="none" baseline="0">
                <a:solidFill>
                  <a:schemeClr val="tx2"/>
                </a:solidFill>
                <a:latin typeface="+mj-lt"/>
              </a:defRPr>
            </a:lvl1pPr>
          </a:lstStyle>
          <a:p>
            <a:pPr lvl="0"/>
            <a:r>
              <a:rPr lang="en-US"/>
              <a:t>Lorem  Ipsum</a:t>
            </a:r>
          </a:p>
        </p:txBody>
      </p:sp>
      <p:sp>
        <p:nvSpPr>
          <p:cNvPr id="22" name="Text Placeholder 5">
            <a:extLst>
              <a:ext uri="{FF2B5EF4-FFF2-40B4-BE49-F238E27FC236}">
                <a16:creationId xmlns:a16="http://schemas.microsoft.com/office/drawing/2014/main" id="{B88FBECD-C072-DF94-E48B-CE2F54ED63AE}"/>
              </a:ext>
            </a:extLst>
          </p:cNvPr>
          <p:cNvSpPr>
            <a:spLocks noGrp="1"/>
          </p:cNvSpPr>
          <p:nvPr>
            <p:ph type="body" sz="quarter" idx="39" hasCustomPrompt="1"/>
          </p:nvPr>
        </p:nvSpPr>
        <p:spPr>
          <a:xfrm>
            <a:off x="8367347" y="4627901"/>
            <a:ext cx="2599204" cy="329184"/>
          </a:xfrm>
        </p:spPr>
        <p:txBody>
          <a:bodyPr anchor="b"/>
          <a:lstStyle>
            <a:lvl1pPr>
              <a:lnSpc>
                <a:spcPct val="80000"/>
              </a:lnSpc>
              <a:defRPr sz="1800" b="0" cap="none" baseline="0">
                <a:solidFill>
                  <a:schemeClr val="tx2"/>
                </a:solidFill>
                <a:latin typeface="+mj-lt"/>
              </a:defRPr>
            </a:lvl1pPr>
          </a:lstStyle>
          <a:p>
            <a:pPr lvl="0"/>
            <a:r>
              <a:rPr lang="en-US"/>
              <a:t>Lorem  Ipsum</a:t>
            </a:r>
          </a:p>
        </p:txBody>
      </p:sp>
      <p:sp>
        <p:nvSpPr>
          <p:cNvPr id="36" name="Text Placeholder 35">
            <a:extLst>
              <a:ext uri="{FF2B5EF4-FFF2-40B4-BE49-F238E27FC236}">
                <a16:creationId xmlns:a16="http://schemas.microsoft.com/office/drawing/2014/main" id="{AD9A9A30-D870-BF73-0863-1B3515982A89}"/>
              </a:ext>
            </a:extLst>
          </p:cNvPr>
          <p:cNvSpPr>
            <a:spLocks noGrp="1"/>
          </p:cNvSpPr>
          <p:nvPr>
            <p:ph type="body" sz="quarter" idx="43" hasCustomPrompt="1"/>
          </p:nvPr>
        </p:nvSpPr>
        <p:spPr>
          <a:xfrm>
            <a:off x="1227758" y="2731455"/>
            <a:ext cx="2596896" cy="722376"/>
          </a:xfrm>
        </p:spPr>
        <p:txBody>
          <a:bodyPr/>
          <a:lstStyle>
            <a:lvl1pPr>
              <a:spcBef>
                <a:spcPts val="0"/>
              </a:spcBef>
              <a:defRPr>
                <a:solidFill>
                  <a:schemeClr val="tx2"/>
                </a:solidFill>
              </a:defRPr>
            </a:lvl1pPr>
          </a:lstStyle>
          <a:p>
            <a:pPr lvl="0"/>
            <a:r>
              <a:rPr lang="en-US"/>
              <a:t>Lorem ipsum dolor sit amet consectetur adipiscing elit. </a:t>
            </a:r>
            <a:r>
              <a:rPr lang="en-US" err="1"/>
              <a:t>Quisque</a:t>
            </a:r>
            <a:r>
              <a:rPr lang="en-US"/>
              <a:t> </a:t>
            </a:r>
            <a:r>
              <a:rPr lang="en-US" err="1"/>
              <a:t>faucibus</a:t>
            </a:r>
            <a:r>
              <a:rPr lang="en-US"/>
              <a:t> ex </a:t>
            </a:r>
            <a:r>
              <a:rPr lang="en-US" err="1"/>
              <a:t>sapien</a:t>
            </a:r>
            <a:r>
              <a:rPr lang="en-US"/>
              <a:t> vitae </a:t>
            </a:r>
            <a:r>
              <a:rPr lang="en-US" err="1"/>
              <a:t>pellentesque</a:t>
            </a:r>
            <a:r>
              <a:rPr lang="en-US"/>
              <a:t> </a:t>
            </a:r>
            <a:r>
              <a:rPr lang="en-US" err="1"/>
              <a:t>sem</a:t>
            </a:r>
            <a:r>
              <a:rPr lang="en-US"/>
              <a:t> </a:t>
            </a:r>
            <a:r>
              <a:rPr lang="en-US" err="1"/>
              <a:t>placerat</a:t>
            </a:r>
            <a:r>
              <a:rPr lang="en-US"/>
              <a:t>.</a:t>
            </a:r>
          </a:p>
        </p:txBody>
      </p:sp>
      <p:sp>
        <p:nvSpPr>
          <p:cNvPr id="37" name="Text Placeholder 35">
            <a:extLst>
              <a:ext uri="{FF2B5EF4-FFF2-40B4-BE49-F238E27FC236}">
                <a16:creationId xmlns:a16="http://schemas.microsoft.com/office/drawing/2014/main" id="{27A86845-F0AF-A65E-D61C-4B38E92D5FF0}"/>
              </a:ext>
            </a:extLst>
          </p:cNvPr>
          <p:cNvSpPr>
            <a:spLocks noGrp="1"/>
          </p:cNvSpPr>
          <p:nvPr>
            <p:ph type="body" sz="quarter" idx="44" hasCustomPrompt="1"/>
          </p:nvPr>
        </p:nvSpPr>
        <p:spPr>
          <a:xfrm>
            <a:off x="4798706" y="2731455"/>
            <a:ext cx="2596896" cy="722376"/>
          </a:xfrm>
        </p:spPr>
        <p:txBody>
          <a:bodyPr/>
          <a:lstStyle>
            <a:lvl1pPr>
              <a:spcBef>
                <a:spcPts val="0"/>
              </a:spcBef>
              <a:defRPr>
                <a:solidFill>
                  <a:schemeClr val="tx2"/>
                </a:solidFill>
              </a:defRPr>
            </a:lvl1pPr>
          </a:lstStyle>
          <a:p>
            <a:pPr lvl="0"/>
            <a:r>
              <a:rPr lang="en-US"/>
              <a:t>Lorem ipsum dolor sit amet consectetur adipiscing elit. </a:t>
            </a:r>
            <a:r>
              <a:rPr lang="en-US" err="1"/>
              <a:t>Quisque</a:t>
            </a:r>
            <a:r>
              <a:rPr lang="en-US"/>
              <a:t> </a:t>
            </a:r>
            <a:r>
              <a:rPr lang="en-US" err="1"/>
              <a:t>faucibus</a:t>
            </a:r>
            <a:r>
              <a:rPr lang="en-US"/>
              <a:t> ex </a:t>
            </a:r>
            <a:r>
              <a:rPr lang="en-US" err="1"/>
              <a:t>sapien</a:t>
            </a:r>
            <a:r>
              <a:rPr lang="en-US"/>
              <a:t> vitae </a:t>
            </a:r>
            <a:r>
              <a:rPr lang="en-US" err="1"/>
              <a:t>pellentesque</a:t>
            </a:r>
            <a:r>
              <a:rPr lang="en-US"/>
              <a:t> </a:t>
            </a:r>
            <a:r>
              <a:rPr lang="en-US" err="1"/>
              <a:t>sem</a:t>
            </a:r>
            <a:r>
              <a:rPr lang="en-US"/>
              <a:t> </a:t>
            </a:r>
            <a:r>
              <a:rPr lang="en-US" err="1"/>
              <a:t>placerat</a:t>
            </a:r>
            <a:r>
              <a:rPr lang="en-US"/>
              <a:t>.</a:t>
            </a:r>
          </a:p>
        </p:txBody>
      </p:sp>
      <p:sp>
        <p:nvSpPr>
          <p:cNvPr id="38" name="Text Placeholder 35">
            <a:extLst>
              <a:ext uri="{FF2B5EF4-FFF2-40B4-BE49-F238E27FC236}">
                <a16:creationId xmlns:a16="http://schemas.microsoft.com/office/drawing/2014/main" id="{658F2DC2-DF2F-4FF0-2779-40871346525C}"/>
              </a:ext>
            </a:extLst>
          </p:cNvPr>
          <p:cNvSpPr>
            <a:spLocks noGrp="1"/>
          </p:cNvSpPr>
          <p:nvPr>
            <p:ph type="body" sz="quarter" idx="45" hasCustomPrompt="1"/>
          </p:nvPr>
        </p:nvSpPr>
        <p:spPr>
          <a:xfrm>
            <a:off x="8369655" y="2731455"/>
            <a:ext cx="2596896" cy="722376"/>
          </a:xfrm>
        </p:spPr>
        <p:txBody>
          <a:bodyPr/>
          <a:lstStyle>
            <a:lvl1pPr>
              <a:spcBef>
                <a:spcPts val="0"/>
              </a:spcBef>
              <a:defRPr>
                <a:solidFill>
                  <a:schemeClr val="tx2"/>
                </a:solidFill>
              </a:defRPr>
            </a:lvl1pPr>
          </a:lstStyle>
          <a:p>
            <a:pPr lvl="0"/>
            <a:r>
              <a:rPr lang="en-US"/>
              <a:t>Lorem ipsum dolor sit amet consectetur adipiscing elit. </a:t>
            </a:r>
            <a:r>
              <a:rPr lang="en-US" err="1"/>
              <a:t>Quisque</a:t>
            </a:r>
            <a:r>
              <a:rPr lang="en-US"/>
              <a:t> </a:t>
            </a:r>
            <a:r>
              <a:rPr lang="en-US" err="1"/>
              <a:t>faucibus</a:t>
            </a:r>
            <a:r>
              <a:rPr lang="en-US"/>
              <a:t> ex </a:t>
            </a:r>
            <a:r>
              <a:rPr lang="en-US" err="1"/>
              <a:t>sapien</a:t>
            </a:r>
            <a:r>
              <a:rPr lang="en-US"/>
              <a:t> vitae </a:t>
            </a:r>
            <a:r>
              <a:rPr lang="en-US" err="1"/>
              <a:t>pellentesque</a:t>
            </a:r>
            <a:r>
              <a:rPr lang="en-US"/>
              <a:t> </a:t>
            </a:r>
            <a:r>
              <a:rPr lang="en-US" err="1"/>
              <a:t>sem</a:t>
            </a:r>
            <a:r>
              <a:rPr lang="en-US"/>
              <a:t> </a:t>
            </a:r>
            <a:r>
              <a:rPr lang="en-US" err="1"/>
              <a:t>placerat</a:t>
            </a:r>
            <a:r>
              <a:rPr lang="en-US"/>
              <a:t>.</a:t>
            </a:r>
          </a:p>
        </p:txBody>
      </p:sp>
      <p:sp>
        <p:nvSpPr>
          <p:cNvPr id="39" name="Text Placeholder 35">
            <a:extLst>
              <a:ext uri="{FF2B5EF4-FFF2-40B4-BE49-F238E27FC236}">
                <a16:creationId xmlns:a16="http://schemas.microsoft.com/office/drawing/2014/main" id="{5401B3F4-5618-AF8D-CEC6-C9036781F14E}"/>
              </a:ext>
            </a:extLst>
          </p:cNvPr>
          <p:cNvSpPr>
            <a:spLocks noGrp="1"/>
          </p:cNvSpPr>
          <p:nvPr>
            <p:ph type="body" sz="quarter" idx="46" hasCustomPrompt="1"/>
          </p:nvPr>
        </p:nvSpPr>
        <p:spPr>
          <a:xfrm>
            <a:off x="1227758" y="5107112"/>
            <a:ext cx="2596896" cy="722376"/>
          </a:xfrm>
        </p:spPr>
        <p:txBody>
          <a:bodyPr/>
          <a:lstStyle>
            <a:lvl1pPr>
              <a:spcBef>
                <a:spcPts val="0"/>
              </a:spcBef>
              <a:defRPr>
                <a:solidFill>
                  <a:schemeClr val="tx2"/>
                </a:solidFill>
              </a:defRPr>
            </a:lvl1pPr>
          </a:lstStyle>
          <a:p>
            <a:pPr lvl="0"/>
            <a:r>
              <a:rPr lang="en-US"/>
              <a:t>Lorem ipsum dolor sit amet consectetur adipiscing elit. </a:t>
            </a:r>
            <a:r>
              <a:rPr lang="en-US" err="1"/>
              <a:t>Quisque</a:t>
            </a:r>
            <a:r>
              <a:rPr lang="en-US"/>
              <a:t> </a:t>
            </a:r>
            <a:r>
              <a:rPr lang="en-US" err="1"/>
              <a:t>faucibus</a:t>
            </a:r>
            <a:r>
              <a:rPr lang="en-US"/>
              <a:t> ex </a:t>
            </a:r>
            <a:r>
              <a:rPr lang="en-US" err="1"/>
              <a:t>sapien</a:t>
            </a:r>
            <a:r>
              <a:rPr lang="en-US"/>
              <a:t> vitae </a:t>
            </a:r>
            <a:r>
              <a:rPr lang="en-US" err="1"/>
              <a:t>pellentesque</a:t>
            </a:r>
            <a:r>
              <a:rPr lang="en-US"/>
              <a:t> </a:t>
            </a:r>
            <a:r>
              <a:rPr lang="en-US" err="1"/>
              <a:t>sem</a:t>
            </a:r>
            <a:r>
              <a:rPr lang="en-US"/>
              <a:t> </a:t>
            </a:r>
            <a:r>
              <a:rPr lang="en-US" err="1"/>
              <a:t>placerat</a:t>
            </a:r>
            <a:r>
              <a:rPr lang="en-US"/>
              <a:t>.</a:t>
            </a:r>
          </a:p>
        </p:txBody>
      </p:sp>
      <p:sp>
        <p:nvSpPr>
          <p:cNvPr id="40" name="Text Placeholder 35">
            <a:extLst>
              <a:ext uri="{FF2B5EF4-FFF2-40B4-BE49-F238E27FC236}">
                <a16:creationId xmlns:a16="http://schemas.microsoft.com/office/drawing/2014/main" id="{F153D8A1-10C4-99B3-62BE-B7938FB270A6}"/>
              </a:ext>
            </a:extLst>
          </p:cNvPr>
          <p:cNvSpPr>
            <a:spLocks noGrp="1"/>
          </p:cNvSpPr>
          <p:nvPr>
            <p:ph type="body" sz="quarter" idx="47" hasCustomPrompt="1"/>
          </p:nvPr>
        </p:nvSpPr>
        <p:spPr>
          <a:xfrm>
            <a:off x="4798706" y="5107112"/>
            <a:ext cx="2596896" cy="722376"/>
          </a:xfrm>
        </p:spPr>
        <p:txBody>
          <a:bodyPr/>
          <a:lstStyle>
            <a:lvl1pPr>
              <a:spcBef>
                <a:spcPts val="0"/>
              </a:spcBef>
              <a:defRPr>
                <a:solidFill>
                  <a:schemeClr val="tx2"/>
                </a:solidFill>
              </a:defRPr>
            </a:lvl1pPr>
          </a:lstStyle>
          <a:p>
            <a:pPr lvl="0"/>
            <a:r>
              <a:rPr lang="en-US"/>
              <a:t>Lorem ipsum dolor sit amet consectetur adipiscing elit. </a:t>
            </a:r>
            <a:r>
              <a:rPr lang="en-US" err="1"/>
              <a:t>Quisque</a:t>
            </a:r>
            <a:r>
              <a:rPr lang="en-US"/>
              <a:t> </a:t>
            </a:r>
            <a:r>
              <a:rPr lang="en-US" err="1"/>
              <a:t>faucibus</a:t>
            </a:r>
            <a:r>
              <a:rPr lang="en-US"/>
              <a:t> ex </a:t>
            </a:r>
            <a:r>
              <a:rPr lang="en-US" err="1"/>
              <a:t>sapien</a:t>
            </a:r>
            <a:r>
              <a:rPr lang="en-US"/>
              <a:t> vitae </a:t>
            </a:r>
            <a:r>
              <a:rPr lang="en-US" err="1"/>
              <a:t>pellentesque</a:t>
            </a:r>
            <a:r>
              <a:rPr lang="en-US"/>
              <a:t> </a:t>
            </a:r>
            <a:r>
              <a:rPr lang="en-US" err="1"/>
              <a:t>sem</a:t>
            </a:r>
            <a:r>
              <a:rPr lang="en-US"/>
              <a:t> </a:t>
            </a:r>
            <a:r>
              <a:rPr lang="en-US" err="1"/>
              <a:t>placerat</a:t>
            </a:r>
            <a:r>
              <a:rPr lang="en-US"/>
              <a:t>.</a:t>
            </a:r>
          </a:p>
        </p:txBody>
      </p:sp>
      <p:sp>
        <p:nvSpPr>
          <p:cNvPr id="41" name="Text Placeholder 35">
            <a:extLst>
              <a:ext uri="{FF2B5EF4-FFF2-40B4-BE49-F238E27FC236}">
                <a16:creationId xmlns:a16="http://schemas.microsoft.com/office/drawing/2014/main" id="{8C798425-F826-E8F6-7B3E-51834D6CA88C}"/>
              </a:ext>
            </a:extLst>
          </p:cNvPr>
          <p:cNvSpPr>
            <a:spLocks noGrp="1"/>
          </p:cNvSpPr>
          <p:nvPr>
            <p:ph type="body" sz="quarter" idx="48" hasCustomPrompt="1"/>
          </p:nvPr>
        </p:nvSpPr>
        <p:spPr>
          <a:xfrm>
            <a:off x="8369655" y="5107112"/>
            <a:ext cx="2596896" cy="722376"/>
          </a:xfrm>
        </p:spPr>
        <p:txBody>
          <a:bodyPr/>
          <a:lstStyle>
            <a:lvl1pPr>
              <a:spcBef>
                <a:spcPts val="0"/>
              </a:spcBef>
              <a:defRPr>
                <a:solidFill>
                  <a:schemeClr val="tx2"/>
                </a:solidFill>
              </a:defRPr>
            </a:lvl1pPr>
          </a:lstStyle>
          <a:p>
            <a:pPr lvl="0"/>
            <a:r>
              <a:rPr lang="en-US"/>
              <a:t>Lorem ipsum dolor sit amet consectetur adipiscing elit. </a:t>
            </a:r>
            <a:r>
              <a:rPr lang="en-US" err="1"/>
              <a:t>Quisque</a:t>
            </a:r>
            <a:r>
              <a:rPr lang="en-US"/>
              <a:t> </a:t>
            </a:r>
            <a:r>
              <a:rPr lang="en-US" err="1"/>
              <a:t>faucibus</a:t>
            </a:r>
            <a:r>
              <a:rPr lang="en-US"/>
              <a:t> ex </a:t>
            </a:r>
            <a:r>
              <a:rPr lang="en-US" err="1"/>
              <a:t>sapien</a:t>
            </a:r>
            <a:r>
              <a:rPr lang="en-US"/>
              <a:t> vitae </a:t>
            </a:r>
            <a:r>
              <a:rPr lang="en-US" err="1"/>
              <a:t>pellentesque</a:t>
            </a:r>
            <a:r>
              <a:rPr lang="en-US"/>
              <a:t> </a:t>
            </a:r>
            <a:r>
              <a:rPr lang="en-US" err="1"/>
              <a:t>sem</a:t>
            </a:r>
            <a:r>
              <a:rPr lang="en-US"/>
              <a:t> </a:t>
            </a:r>
            <a:r>
              <a:rPr lang="en-US" err="1"/>
              <a:t>placerat</a:t>
            </a:r>
            <a:r>
              <a:rPr lang="en-US"/>
              <a:t>.</a:t>
            </a:r>
          </a:p>
        </p:txBody>
      </p:sp>
      <p:sp>
        <p:nvSpPr>
          <p:cNvPr id="2" name="Text Placeholder 1">
            <a:extLst>
              <a:ext uri="{FF2B5EF4-FFF2-40B4-BE49-F238E27FC236}">
                <a16:creationId xmlns:a16="http://schemas.microsoft.com/office/drawing/2014/main" id="{C545B699-BFB2-9DD9-B945-8D9EBB068E82}"/>
              </a:ext>
            </a:extLst>
          </p:cNvPr>
          <p:cNvSpPr>
            <a:spLocks noGrp="1"/>
          </p:cNvSpPr>
          <p:nvPr>
            <p:ph type="body" sz="quarter" idx="14" hasCustomPrompt="1"/>
          </p:nvPr>
        </p:nvSpPr>
        <p:spPr>
          <a:xfrm>
            <a:off x="385572" y="1122680"/>
            <a:ext cx="11420856" cy="421958"/>
          </a:xfrm>
        </p:spPr>
        <p:txBody>
          <a:bodyPr/>
          <a:lstStyle>
            <a:lvl1pPr>
              <a:defRPr sz="1600">
                <a:solidFill>
                  <a:schemeClr val="tx2"/>
                </a:solidFill>
              </a:defRPr>
            </a:lvl1pPr>
          </a:lstStyle>
          <a:p>
            <a:pPr lvl="0"/>
            <a:r>
              <a:rPr lang="en-US"/>
              <a:t>Place subtitle here, lorem ipsum dolor</a:t>
            </a:r>
          </a:p>
        </p:txBody>
      </p:sp>
      <p:sp>
        <p:nvSpPr>
          <p:cNvPr id="5" name="Footer Placeholder 4">
            <a:extLst>
              <a:ext uri="{FF2B5EF4-FFF2-40B4-BE49-F238E27FC236}">
                <a16:creationId xmlns:a16="http://schemas.microsoft.com/office/drawing/2014/main" id="{69178F33-8998-0B3C-FB11-F36DA83C4DE9}"/>
              </a:ext>
            </a:extLst>
          </p:cNvPr>
          <p:cNvSpPr>
            <a:spLocks noGrp="1"/>
          </p:cNvSpPr>
          <p:nvPr>
            <p:ph type="ftr" sz="quarter" idx="49"/>
          </p:nvPr>
        </p:nvSpPr>
        <p:spPr/>
        <p:txBody>
          <a:bodyPr/>
          <a:lstStyle>
            <a:lvl1pPr>
              <a:defRPr>
                <a:solidFill>
                  <a:schemeClr val="tx2"/>
                </a:solidFill>
              </a:defRPr>
            </a:lvl1pPr>
          </a:lstStyle>
          <a:p>
            <a:r>
              <a:rPr lang="en-US"/>
              <a:t>Footer</a:t>
            </a:r>
            <a:endParaRPr lang="en-IN"/>
          </a:p>
        </p:txBody>
      </p:sp>
      <p:sp>
        <p:nvSpPr>
          <p:cNvPr id="7" name="Slide Number Placeholder 6">
            <a:extLst>
              <a:ext uri="{FF2B5EF4-FFF2-40B4-BE49-F238E27FC236}">
                <a16:creationId xmlns:a16="http://schemas.microsoft.com/office/drawing/2014/main" id="{CD881A82-3215-A8DD-80BE-5FCCAAF34DEB}"/>
              </a:ext>
            </a:extLst>
          </p:cNvPr>
          <p:cNvSpPr>
            <a:spLocks noGrp="1"/>
          </p:cNvSpPr>
          <p:nvPr>
            <p:ph type="sldNum" sz="quarter" idx="50"/>
          </p:nvPr>
        </p:nvSpPr>
        <p:spPr/>
        <p:txBody>
          <a:bodyPr/>
          <a:lstStyle>
            <a:lvl1pPr>
              <a:defRPr>
                <a:solidFill>
                  <a:schemeClr val="tx2"/>
                </a:solidFill>
              </a:defRPr>
            </a:lvl1pPr>
          </a:lstStyle>
          <a:p>
            <a:fld id="{85AC2185-BC10-47CC-BB5A-D3C63A4C1365}" type="slidenum">
              <a:rPr lang="en-IN" smtClean="0"/>
              <a:pPr/>
              <a:t>‹#›</a:t>
            </a:fld>
            <a:endParaRPr lang="en-IN"/>
          </a:p>
        </p:txBody>
      </p:sp>
      <p:pic>
        <p:nvPicPr>
          <p:cNvPr id="9" name="Graphic 8">
            <a:extLst>
              <a:ext uri="{FF2B5EF4-FFF2-40B4-BE49-F238E27FC236}">
                <a16:creationId xmlns:a16="http://schemas.microsoft.com/office/drawing/2014/main" id="{3ED52AC9-F835-B950-5853-3B5A82D0356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18135" y="6317218"/>
            <a:ext cx="1135261" cy="411480"/>
          </a:xfrm>
          <a:prstGeom prst="rect">
            <a:avLst/>
          </a:prstGeom>
        </p:spPr>
      </p:pic>
    </p:spTree>
    <p:extLst>
      <p:ext uri="{BB962C8B-B14F-4D97-AF65-F5344CB8AC3E}">
        <p14:creationId xmlns:p14="http://schemas.microsoft.com/office/powerpoint/2010/main" val="588069394"/>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6x icons Light">
    <p:bg>
      <p:bgRef idx="1001">
        <a:schemeClr val="bg2"/>
      </p:bgRef>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222F156D-CC02-5CAE-E6EB-16D8F602C022}"/>
              </a:ext>
            </a:extLst>
          </p:cNvPr>
          <p:cNvSpPr>
            <a:spLocks noGrp="1"/>
          </p:cNvSpPr>
          <p:nvPr>
            <p:ph type="title" hasCustomPrompt="1"/>
          </p:nvPr>
        </p:nvSpPr>
        <p:spPr/>
        <p:txBody>
          <a:bodyPr/>
          <a:lstStyle>
            <a:lvl1pPr>
              <a:defRPr>
                <a:solidFill>
                  <a:schemeClr val="tx2"/>
                </a:solidFill>
              </a:defRPr>
            </a:lvl1pPr>
          </a:lstStyle>
          <a:p>
            <a:r>
              <a:rPr lang="en-US"/>
              <a:t>Place headline here</a:t>
            </a:r>
            <a:endParaRPr lang="en-IN"/>
          </a:p>
        </p:txBody>
      </p:sp>
      <p:sp>
        <p:nvSpPr>
          <p:cNvPr id="12" name="Footer Placeholder 11">
            <a:extLst>
              <a:ext uri="{FF2B5EF4-FFF2-40B4-BE49-F238E27FC236}">
                <a16:creationId xmlns:a16="http://schemas.microsoft.com/office/drawing/2014/main" id="{6E23BB0F-4CDE-D684-FD46-ABCEEEF9DABB}"/>
              </a:ext>
            </a:extLst>
          </p:cNvPr>
          <p:cNvSpPr>
            <a:spLocks noGrp="1"/>
          </p:cNvSpPr>
          <p:nvPr>
            <p:ph type="ftr" sz="quarter" idx="15"/>
          </p:nvPr>
        </p:nvSpPr>
        <p:spPr/>
        <p:txBody>
          <a:bodyPr/>
          <a:lstStyle>
            <a:lvl1pPr>
              <a:defRPr>
                <a:solidFill>
                  <a:schemeClr val="tx2"/>
                </a:solidFill>
              </a:defRPr>
            </a:lvl1pPr>
          </a:lstStyle>
          <a:p>
            <a:r>
              <a:rPr lang="en-IN"/>
              <a:t>Footer</a:t>
            </a:r>
          </a:p>
        </p:txBody>
      </p:sp>
      <p:sp>
        <p:nvSpPr>
          <p:cNvPr id="13" name="Slide Number Placeholder 12">
            <a:extLst>
              <a:ext uri="{FF2B5EF4-FFF2-40B4-BE49-F238E27FC236}">
                <a16:creationId xmlns:a16="http://schemas.microsoft.com/office/drawing/2014/main" id="{181288D2-A04E-B0BB-8144-CAE25CF7D338}"/>
              </a:ext>
            </a:extLst>
          </p:cNvPr>
          <p:cNvSpPr>
            <a:spLocks noGrp="1"/>
          </p:cNvSpPr>
          <p:nvPr>
            <p:ph type="sldNum" sz="quarter" idx="16"/>
          </p:nvPr>
        </p:nvSpPr>
        <p:spPr/>
        <p:txBody>
          <a:bodyPr/>
          <a:lstStyle>
            <a:lvl1pPr>
              <a:defRPr>
                <a:solidFill>
                  <a:schemeClr val="tx2"/>
                </a:solidFill>
              </a:defRPr>
            </a:lvl1pPr>
          </a:lstStyle>
          <a:p>
            <a:fld id="{85AC2185-BC10-47CC-BB5A-D3C63A4C1365}" type="slidenum">
              <a:rPr lang="en-IN" smtClean="0"/>
              <a:pPr/>
              <a:t>‹#›</a:t>
            </a:fld>
            <a:endParaRPr lang="en-IN"/>
          </a:p>
        </p:txBody>
      </p:sp>
      <p:sp>
        <p:nvSpPr>
          <p:cNvPr id="4" name="Text Placeholder 5">
            <a:extLst>
              <a:ext uri="{FF2B5EF4-FFF2-40B4-BE49-F238E27FC236}">
                <a16:creationId xmlns:a16="http://schemas.microsoft.com/office/drawing/2014/main" id="{9CBAFC60-CB8F-9899-0CB6-FF7F7FF45482}"/>
              </a:ext>
            </a:extLst>
          </p:cNvPr>
          <p:cNvSpPr>
            <a:spLocks noGrp="1"/>
          </p:cNvSpPr>
          <p:nvPr>
            <p:ph type="body" sz="quarter" idx="18" hasCustomPrompt="1"/>
          </p:nvPr>
        </p:nvSpPr>
        <p:spPr>
          <a:xfrm>
            <a:off x="1225450" y="2253507"/>
            <a:ext cx="2599204" cy="329184"/>
          </a:xfrm>
        </p:spPr>
        <p:txBody>
          <a:bodyPr anchor="b"/>
          <a:lstStyle>
            <a:lvl1pPr>
              <a:lnSpc>
                <a:spcPct val="80000"/>
              </a:lnSpc>
              <a:defRPr sz="1800" b="0" cap="none" baseline="0">
                <a:solidFill>
                  <a:schemeClr val="tx2"/>
                </a:solidFill>
                <a:latin typeface="+mj-lt"/>
              </a:defRPr>
            </a:lvl1pPr>
          </a:lstStyle>
          <a:p>
            <a:pPr lvl="0"/>
            <a:r>
              <a:rPr lang="en-US"/>
              <a:t>Lorem  Ipsum</a:t>
            </a:r>
          </a:p>
        </p:txBody>
      </p:sp>
      <p:sp>
        <p:nvSpPr>
          <p:cNvPr id="6" name="Text Placeholder 5">
            <a:extLst>
              <a:ext uri="{FF2B5EF4-FFF2-40B4-BE49-F238E27FC236}">
                <a16:creationId xmlns:a16="http://schemas.microsoft.com/office/drawing/2014/main" id="{B90089F5-FB6B-78BB-CCEC-E2C5917AD623}"/>
              </a:ext>
            </a:extLst>
          </p:cNvPr>
          <p:cNvSpPr>
            <a:spLocks noGrp="1"/>
          </p:cNvSpPr>
          <p:nvPr>
            <p:ph type="body" sz="quarter" idx="20" hasCustomPrompt="1"/>
          </p:nvPr>
        </p:nvSpPr>
        <p:spPr>
          <a:xfrm>
            <a:off x="4796398" y="2253507"/>
            <a:ext cx="2599204" cy="329184"/>
          </a:xfrm>
        </p:spPr>
        <p:txBody>
          <a:bodyPr anchor="b"/>
          <a:lstStyle>
            <a:lvl1pPr>
              <a:lnSpc>
                <a:spcPct val="80000"/>
              </a:lnSpc>
              <a:defRPr sz="1800" b="0" cap="none" baseline="0">
                <a:solidFill>
                  <a:schemeClr val="tx2"/>
                </a:solidFill>
                <a:latin typeface="+mj-lt"/>
              </a:defRPr>
            </a:lvl1pPr>
          </a:lstStyle>
          <a:p>
            <a:pPr lvl="0"/>
            <a:r>
              <a:rPr lang="en-US"/>
              <a:t>Lorem  Ipsum</a:t>
            </a:r>
          </a:p>
        </p:txBody>
      </p:sp>
      <p:sp>
        <p:nvSpPr>
          <p:cNvPr id="8" name="Text Placeholder 5">
            <a:extLst>
              <a:ext uri="{FF2B5EF4-FFF2-40B4-BE49-F238E27FC236}">
                <a16:creationId xmlns:a16="http://schemas.microsoft.com/office/drawing/2014/main" id="{AC37E1D6-AC6E-84E3-3654-766098D88641}"/>
              </a:ext>
            </a:extLst>
          </p:cNvPr>
          <p:cNvSpPr>
            <a:spLocks noGrp="1"/>
          </p:cNvSpPr>
          <p:nvPr>
            <p:ph type="body" sz="quarter" idx="22" hasCustomPrompt="1"/>
          </p:nvPr>
        </p:nvSpPr>
        <p:spPr>
          <a:xfrm>
            <a:off x="8367347" y="2253507"/>
            <a:ext cx="2599204" cy="329184"/>
          </a:xfrm>
        </p:spPr>
        <p:txBody>
          <a:bodyPr anchor="b"/>
          <a:lstStyle>
            <a:lvl1pPr>
              <a:lnSpc>
                <a:spcPct val="80000"/>
              </a:lnSpc>
              <a:defRPr sz="1800" b="0" cap="none" baseline="0">
                <a:solidFill>
                  <a:schemeClr val="tx2"/>
                </a:solidFill>
                <a:latin typeface="+mj-lt"/>
              </a:defRPr>
            </a:lvl1pPr>
          </a:lstStyle>
          <a:p>
            <a:pPr lvl="0"/>
            <a:r>
              <a:rPr lang="en-US"/>
              <a:t>Lorem  Ipsum</a:t>
            </a:r>
          </a:p>
        </p:txBody>
      </p:sp>
      <p:sp>
        <p:nvSpPr>
          <p:cNvPr id="28" name="Picture Placeholder 27">
            <a:extLst>
              <a:ext uri="{FF2B5EF4-FFF2-40B4-BE49-F238E27FC236}">
                <a16:creationId xmlns:a16="http://schemas.microsoft.com/office/drawing/2014/main" id="{2DA9AECA-D64E-2576-25CE-03350378FE47}"/>
              </a:ext>
            </a:extLst>
          </p:cNvPr>
          <p:cNvSpPr>
            <a:spLocks noGrp="1"/>
          </p:cNvSpPr>
          <p:nvPr>
            <p:ph type="pic" sz="quarter" idx="24"/>
          </p:nvPr>
        </p:nvSpPr>
        <p:spPr>
          <a:xfrm>
            <a:off x="1225450" y="1788773"/>
            <a:ext cx="329184" cy="329184"/>
          </a:xfrm>
          <a:noFill/>
        </p:spPr>
        <p:txBody>
          <a:bodyPr/>
          <a:lstStyle>
            <a:lvl1pPr>
              <a:defRPr>
                <a:solidFill>
                  <a:schemeClr val="tx2"/>
                </a:solidFill>
              </a:defRPr>
            </a:lvl1pPr>
          </a:lstStyle>
          <a:p>
            <a:r>
              <a:rPr lang="en-US"/>
              <a:t>Click icon to add picture</a:t>
            </a:r>
            <a:endParaRPr lang="en-IN"/>
          </a:p>
        </p:txBody>
      </p:sp>
      <p:sp>
        <p:nvSpPr>
          <p:cNvPr id="30" name="Picture Placeholder 27">
            <a:extLst>
              <a:ext uri="{FF2B5EF4-FFF2-40B4-BE49-F238E27FC236}">
                <a16:creationId xmlns:a16="http://schemas.microsoft.com/office/drawing/2014/main" id="{AFAED025-6393-D52D-2BC4-020CF263355E}"/>
              </a:ext>
            </a:extLst>
          </p:cNvPr>
          <p:cNvSpPr>
            <a:spLocks noGrp="1"/>
          </p:cNvSpPr>
          <p:nvPr>
            <p:ph type="pic" sz="quarter" idx="26"/>
          </p:nvPr>
        </p:nvSpPr>
        <p:spPr>
          <a:xfrm>
            <a:off x="4796398" y="1788773"/>
            <a:ext cx="329184" cy="329184"/>
          </a:xfrm>
          <a:noFill/>
        </p:spPr>
        <p:txBody>
          <a:bodyPr/>
          <a:lstStyle>
            <a:lvl1pPr>
              <a:defRPr>
                <a:solidFill>
                  <a:schemeClr val="tx2"/>
                </a:solidFill>
              </a:defRPr>
            </a:lvl1pPr>
          </a:lstStyle>
          <a:p>
            <a:r>
              <a:rPr lang="en-US"/>
              <a:t>Click icon to add picture</a:t>
            </a:r>
            <a:endParaRPr lang="en-IN"/>
          </a:p>
        </p:txBody>
      </p:sp>
      <p:sp>
        <p:nvSpPr>
          <p:cNvPr id="34" name="Picture Placeholder 27">
            <a:extLst>
              <a:ext uri="{FF2B5EF4-FFF2-40B4-BE49-F238E27FC236}">
                <a16:creationId xmlns:a16="http://schemas.microsoft.com/office/drawing/2014/main" id="{C1D5E6E9-6610-DE5B-7154-DD2EAE9065EE}"/>
              </a:ext>
            </a:extLst>
          </p:cNvPr>
          <p:cNvSpPr>
            <a:spLocks noGrp="1"/>
          </p:cNvSpPr>
          <p:nvPr>
            <p:ph type="pic" sz="quarter" idx="28"/>
          </p:nvPr>
        </p:nvSpPr>
        <p:spPr>
          <a:xfrm>
            <a:off x="8367347" y="1788773"/>
            <a:ext cx="329184" cy="329184"/>
          </a:xfrm>
          <a:noFill/>
        </p:spPr>
        <p:txBody>
          <a:bodyPr/>
          <a:lstStyle>
            <a:lvl1pPr>
              <a:defRPr>
                <a:solidFill>
                  <a:schemeClr val="tx2"/>
                </a:solidFill>
              </a:defRPr>
            </a:lvl1pPr>
          </a:lstStyle>
          <a:p>
            <a:r>
              <a:rPr lang="en-US"/>
              <a:t>Click icon to add picture</a:t>
            </a:r>
            <a:endParaRPr lang="en-IN"/>
          </a:p>
        </p:txBody>
      </p:sp>
      <p:sp>
        <p:nvSpPr>
          <p:cNvPr id="15" name="Picture Placeholder 27">
            <a:extLst>
              <a:ext uri="{FF2B5EF4-FFF2-40B4-BE49-F238E27FC236}">
                <a16:creationId xmlns:a16="http://schemas.microsoft.com/office/drawing/2014/main" id="{54464881-624F-D11E-C25B-C1D1249B59D3}"/>
              </a:ext>
            </a:extLst>
          </p:cNvPr>
          <p:cNvSpPr>
            <a:spLocks noGrp="1"/>
          </p:cNvSpPr>
          <p:nvPr>
            <p:ph type="pic" sz="quarter" idx="32"/>
          </p:nvPr>
        </p:nvSpPr>
        <p:spPr>
          <a:xfrm>
            <a:off x="1225450" y="4166916"/>
            <a:ext cx="329184" cy="329184"/>
          </a:xfrm>
          <a:noFill/>
        </p:spPr>
        <p:txBody>
          <a:bodyPr/>
          <a:lstStyle>
            <a:lvl1pPr>
              <a:defRPr>
                <a:solidFill>
                  <a:schemeClr val="tx2"/>
                </a:solidFill>
                <a:latin typeface="+mn-lt"/>
              </a:defRPr>
            </a:lvl1pPr>
          </a:lstStyle>
          <a:p>
            <a:r>
              <a:rPr lang="en-US"/>
              <a:t>Click icon to add picture</a:t>
            </a:r>
            <a:endParaRPr lang="en-IN"/>
          </a:p>
        </p:txBody>
      </p:sp>
      <p:sp>
        <p:nvSpPr>
          <p:cNvPr id="16" name="Picture Placeholder 27">
            <a:extLst>
              <a:ext uri="{FF2B5EF4-FFF2-40B4-BE49-F238E27FC236}">
                <a16:creationId xmlns:a16="http://schemas.microsoft.com/office/drawing/2014/main" id="{B2C61E56-56AD-A9D7-5724-1C297D7E272A}"/>
              </a:ext>
            </a:extLst>
          </p:cNvPr>
          <p:cNvSpPr>
            <a:spLocks noGrp="1"/>
          </p:cNvSpPr>
          <p:nvPr>
            <p:ph type="pic" sz="quarter" idx="33"/>
          </p:nvPr>
        </p:nvSpPr>
        <p:spPr>
          <a:xfrm>
            <a:off x="4796398" y="4166916"/>
            <a:ext cx="329184" cy="329184"/>
          </a:xfrm>
          <a:noFill/>
        </p:spPr>
        <p:txBody>
          <a:bodyPr/>
          <a:lstStyle>
            <a:lvl1pPr>
              <a:defRPr>
                <a:solidFill>
                  <a:schemeClr val="tx2"/>
                </a:solidFill>
                <a:latin typeface="+mn-lt"/>
              </a:defRPr>
            </a:lvl1pPr>
          </a:lstStyle>
          <a:p>
            <a:r>
              <a:rPr lang="en-US"/>
              <a:t>Click icon to add picture</a:t>
            </a:r>
            <a:endParaRPr lang="en-IN"/>
          </a:p>
        </p:txBody>
      </p:sp>
      <p:sp>
        <p:nvSpPr>
          <p:cNvPr id="17" name="Picture Placeholder 27">
            <a:extLst>
              <a:ext uri="{FF2B5EF4-FFF2-40B4-BE49-F238E27FC236}">
                <a16:creationId xmlns:a16="http://schemas.microsoft.com/office/drawing/2014/main" id="{2884F4C8-1276-3D91-8E41-C710186987A3}"/>
              </a:ext>
            </a:extLst>
          </p:cNvPr>
          <p:cNvSpPr>
            <a:spLocks noGrp="1"/>
          </p:cNvSpPr>
          <p:nvPr>
            <p:ph type="pic" sz="quarter" idx="34"/>
          </p:nvPr>
        </p:nvSpPr>
        <p:spPr>
          <a:xfrm>
            <a:off x="8367347" y="4166916"/>
            <a:ext cx="329184" cy="329184"/>
          </a:xfrm>
          <a:noFill/>
        </p:spPr>
        <p:txBody>
          <a:bodyPr/>
          <a:lstStyle>
            <a:lvl1pPr>
              <a:defRPr>
                <a:solidFill>
                  <a:schemeClr val="tx2"/>
                </a:solidFill>
                <a:latin typeface="+mn-lt"/>
              </a:defRPr>
            </a:lvl1pPr>
          </a:lstStyle>
          <a:p>
            <a:r>
              <a:rPr lang="en-US"/>
              <a:t>Click icon to add picture</a:t>
            </a:r>
            <a:endParaRPr lang="en-IN"/>
          </a:p>
        </p:txBody>
      </p:sp>
      <p:sp>
        <p:nvSpPr>
          <p:cNvPr id="20" name="Text Placeholder 5">
            <a:extLst>
              <a:ext uri="{FF2B5EF4-FFF2-40B4-BE49-F238E27FC236}">
                <a16:creationId xmlns:a16="http://schemas.microsoft.com/office/drawing/2014/main" id="{B10911CD-04AA-9347-3221-301119496795}"/>
              </a:ext>
            </a:extLst>
          </p:cNvPr>
          <p:cNvSpPr>
            <a:spLocks noGrp="1"/>
          </p:cNvSpPr>
          <p:nvPr>
            <p:ph type="body" sz="quarter" idx="37" hasCustomPrompt="1"/>
          </p:nvPr>
        </p:nvSpPr>
        <p:spPr>
          <a:xfrm>
            <a:off x="1225450" y="4627901"/>
            <a:ext cx="2599204" cy="329184"/>
          </a:xfrm>
        </p:spPr>
        <p:txBody>
          <a:bodyPr anchor="b"/>
          <a:lstStyle>
            <a:lvl1pPr>
              <a:lnSpc>
                <a:spcPct val="80000"/>
              </a:lnSpc>
              <a:defRPr sz="1800" b="0" cap="none" baseline="0">
                <a:solidFill>
                  <a:schemeClr val="tx2"/>
                </a:solidFill>
                <a:latin typeface="+mj-lt"/>
              </a:defRPr>
            </a:lvl1pPr>
          </a:lstStyle>
          <a:p>
            <a:pPr lvl="0"/>
            <a:r>
              <a:rPr lang="en-US"/>
              <a:t>Lorem  Ipsum</a:t>
            </a:r>
          </a:p>
        </p:txBody>
      </p:sp>
      <p:sp>
        <p:nvSpPr>
          <p:cNvPr id="21" name="Text Placeholder 5">
            <a:extLst>
              <a:ext uri="{FF2B5EF4-FFF2-40B4-BE49-F238E27FC236}">
                <a16:creationId xmlns:a16="http://schemas.microsoft.com/office/drawing/2014/main" id="{8F646692-54F6-EF86-D8B8-58FC33CCAD60}"/>
              </a:ext>
            </a:extLst>
          </p:cNvPr>
          <p:cNvSpPr>
            <a:spLocks noGrp="1"/>
          </p:cNvSpPr>
          <p:nvPr>
            <p:ph type="body" sz="quarter" idx="38" hasCustomPrompt="1"/>
          </p:nvPr>
        </p:nvSpPr>
        <p:spPr>
          <a:xfrm>
            <a:off x="4796398" y="4627901"/>
            <a:ext cx="2599204" cy="329184"/>
          </a:xfrm>
        </p:spPr>
        <p:txBody>
          <a:bodyPr anchor="b"/>
          <a:lstStyle>
            <a:lvl1pPr>
              <a:lnSpc>
                <a:spcPct val="80000"/>
              </a:lnSpc>
              <a:defRPr sz="1800" b="0" cap="none" baseline="0">
                <a:solidFill>
                  <a:schemeClr val="tx2"/>
                </a:solidFill>
                <a:latin typeface="+mj-lt"/>
              </a:defRPr>
            </a:lvl1pPr>
          </a:lstStyle>
          <a:p>
            <a:pPr lvl="0"/>
            <a:r>
              <a:rPr lang="en-US"/>
              <a:t>Lorem  Ipsum</a:t>
            </a:r>
          </a:p>
        </p:txBody>
      </p:sp>
      <p:sp>
        <p:nvSpPr>
          <p:cNvPr id="22" name="Text Placeholder 5">
            <a:extLst>
              <a:ext uri="{FF2B5EF4-FFF2-40B4-BE49-F238E27FC236}">
                <a16:creationId xmlns:a16="http://schemas.microsoft.com/office/drawing/2014/main" id="{B88FBECD-C072-DF94-E48B-CE2F54ED63AE}"/>
              </a:ext>
            </a:extLst>
          </p:cNvPr>
          <p:cNvSpPr>
            <a:spLocks noGrp="1"/>
          </p:cNvSpPr>
          <p:nvPr>
            <p:ph type="body" sz="quarter" idx="39" hasCustomPrompt="1"/>
          </p:nvPr>
        </p:nvSpPr>
        <p:spPr>
          <a:xfrm>
            <a:off x="8367347" y="4627901"/>
            <a:ext cx="2599204" cy="329184"/>
          </a:xfrm>
        </p:spPr>
        <p:txBody>
          <a:bodyPr anchor="b"/>
          <a:lstStyle>
            <a:lvl1pPr>
              <a:lnSpc>
                <a:spcPct val="80000"/>
              </a:lnSpc>
              <a:defRPr sz="1800" b="0" cap="none" baseline="0">
                <a:solidFill>
                  <a:schemeClr val="tx2"/>
                </a:solidFill>
                <a:latin typeface="+mj-lt"/>
              </a:defRPr>
            </a:lvl1pPr>
          </a:lstStyle>
          <a:p>
            <a:pPr lvl="0"/>
            <a:r>
              <a:rPr lang="en-US"/>
              <a:t>Lorem  Ipsum</a:t>
            </a:r>
          </a:p>
        </p:txBody>
      </p:sp>
      <p:sp>
        <p:nvSpPr>
          <p:cNvPr id="36" name="Text Placeholder 35">
            <a:extLst>
              <a:ext uri="{FF2B5EF4-FFF2-40B4-BE49-F238E27FC236}">
                <a16:creationId xmlns:a16="http://schemas.microsoft.com/office/drawing/2014/main" id="{AD9A9A30-D870-BF73-0863-1B3515982A89}"/>
              </a:ext>
            </a:extLst>
          </p:cNvPr>
          <p:cNvSpPr>
            <a:spLocks noGrp="1"/>
          </p:cNvSpPr>
          <p:nvPr>
            <p:ph type="body" sz="quarter" idx="43" hasCustomPrompt="1"/>
          </p:nvPr>
        </p:nvSpPr>
        <p:spPr>
          <a:xfrm>
            <a:off x="1227758" y="2731455"/>
            <a:ext cx="2596896" cy="722376"/>
          </a:xfrm>
        </p:spPr>
        <p:txBody>
          <a:bodyPr/>
          <a:lstStyle>
            <a:lvl1pPr>
              <a:spcBef>
                <a:spcPts val="0"/>
              </a:spcBef>
              <a:defRPr>
                <a:solidFill>
                  <a:schemeClr val="tx2"/>
                </a:solidFill>
              </a:defRPr>
            </a:lvl1pPr>
          </a:lstStyle>
          <a:p>
            <a:pPr lvl="0"/>
            <a:r>
              <a:rPr lang="en-US"/>
              <a:t>Lorem ipsum dolor sit amet consectetur adipiscing elit. </a:t>
            </a:r>
            <a:r>
              <a:rPr lang="en-US" err="1"/>
              <a:t>Quisque</a:t>
            </a:r>
            <a:r>
              <a:rPr lang="en-US"/>
              <a:t> </a:t>
            </a:r>
            <a:r>
              <a:rPr lang="en-US" err="1"/>
              <a:t>faucibus</a:t>
            </a:r>
            <a:r>
              <a:rPr lang="en-US"/>
              <a:t> ex </a:t>
            </a:r>
            <a:r>
              <a:rPr lang="en-US" err="1"/>
              <a:t>sapien</a:t>
            </a:r>
            <a:r>
              <a:rPr lang="en-US"/>
              <a:t> vitae </a:t>
            </a:r>
            <a:r>
              <a:rPr lang="en-US" err="1"/>
              <a:t>pellentesque</a:t>
            </a:r>
            <a:r>
              <a:rPr lang="en-US"/>
              <a:t> </a:t>
            </a:r>
            <a:r>
              <a:rPr lang="en-US" err="1"/>
              <a:t>sem</a:t>
            </a:r>
            <a:r>
              <a:rPr lang="en-US"/>
              <a:t> </a:t>
            </a:r>
            <a:r>
              <a:rPr lang="en-US" err="1"/>
              <a:t>placerat</a:t>
            </a:r>
            <a:r>
              <a:rPr lang="en-US"/>
              <a:t>.</a:t>
            </a:r>
          </a:p>
        </p:txBody>
      </p:sp>
      <p:sp>
        <p:nvSpPr>
          <p:cNvPr id="37" name="Text Placeholder 35">
            <a:extLst>
              <a:ext uri="{FF2B5EF4-FFF2-40B4-BE49-F238E27FC236}">
                <a16:creationId xmlns:a16="http://schemas.microsoft.com/office/drawing/2014/main" id="{27A86845-F0AF-A65E-D61C-4B38E92D5FF0}"/>
              </a:ext>
            </a:extLst>
          </p:cNvPr>
          <p:cNvSpPr>
            <a:spLocks noGrp="1"/>
          </p:cNvSpPr>
          <p:nvPr>
            <p:ph type="body" sz="quarter" idx="44" hasCustomPrompt="1"/>
          </p:nvPr>
        </p:nvSpPr>
        <p:spPr>
          <a:xfrm>
            <a:off x="4798706" y="2731455"/>
            <a:ext cx="2596896" cy="722376"/>
          </a:xfrm>
        </p:spPr>
        <p:txBody>
          <a:bodyPr/>
          <a:lstStyle>
            <a:lvl1pPr>
              <a:spcBef>
                <a:spcPts val="0"/>
              </a:spcBef>
              <a:defRPr>
                <a:solidFill>
                  <a:schemeClr val="tx2"/>
                </a:solidFill>
              </a:defRPr>
            </a:lvl1pPr>
          </a:lstStyle>
          <a:p>
            <a:pPr lvl="0"/>
            <a:r>
              <a:rPr lang="en-US"/>
              <a:t>Lorem ipsum dolor sit amet consectetur adipiscing elit. </a:t>
            </a:r>
            <a:r>
              <a:rPr lang="en-US" err="1"/>
              <a:t>Quisque</a:t>
            </a:r>
            <a:r>
              <a:rPr lang="en-US"/>
              <a:t> </a:t>
            </a:r>
            <a:r>
              <a:rPr lang="en-US" err="1"/>
              <a:t>faucibus</a:t>
            </a:r>
            <a:r>
              <a:rPr lang="en-US"/>
              <a:t> ex </a:t>
            </a:r>
            <a:r>
              <a:rPr lang="en-US" err="1"/>
              <a:t>sapien</a:t>
            </a:r>
            <a:r>
              <a:rPr lang="en-US"/>
              <a:t> vitae </a:t>
            </a:r>
            <a:r>
              <a:rPr lang="en-US" err="1"/>
              <a:t>pellentesque</a:t>
            </a:r>
            <a:r>
              <a:rPr lang="en-US"/>
              <a:t> </a:t>
            </a:r>
            <a:r>
              <a:rPr lang="en-US" err="1"/>
              <a:t>sem</a:t>
            </a:r>
            <a:r>
              <a:rPr lang="en-US"/>
              <a:t> </a:t>
            </a:r>
            <a:r>
              <a:rPr lang="en-US" err="1"/>
              <a:t>placerat</a:t>
            </a:r>
            <a:r>
              <a:rPr lang="en-US"/>
              <a:t>.</a:t>
            </a:r>
          </a:p>
        </p:txBody>
      </p:sp>
      <p:sp>
        <p:nvSpPr>
          <p:cNvPr id="38" name="Text Placeholder 35">
            <a:extLst>
              <a:ext uri="{FF2B5EF4-FFF2-40B4-BE49-F238E27FC236}">
                <a16:creationId xmlns:a16="http://schemas.microsoft.com/office/drawing/2014/main" id="{658F2DC2-DF2F-4FF0-2779-40871346525C}"/>
              </a:ext>
            </a:extLst>
          </p:cNvPr>
          <p:cNvSpPr>
            <a:spLocks noGrp="1"/>
          </p:cNvSpPr>
          <p:nvPr>
            <p:ph type="body" sz="quarter" idx="45" hasCustomPrompt="1"/>
          </p:nvPr>
        </p:nvSpPr>
        <p:spPr>
          <a:xfrm>
            <a:off x="8369655" y="2731455"/>
            <a:ext cx="2596896" cy="722376"/>
          </a:xfrm>
        </p:spPr>
        <p:txBody>
          <a:bodyPr/>
          <a:lstStyle>
            <a:lvl1pPr>
              <a:spcBef>
                <a:spcPts val="0"/>
              </a:spcBef>
              <a:defRPr>
                <a:solidFill>
                  <a:schemeClr val="tx2"/>
                </a:solidFill>
              </a:defRPr>
            </a:lvl1pPr>
          </a:lstStyle>
          <a:p>
            <a:pPr lvl="0"/>
            <a:r>
              <a:rPr lang="en-US"/>
              <a:t>Lorem ipsum dolor sit amet consectetur adipiscing elit. </a:t>
            </a:r>
            <a:r>
              <a:rPr lang="en-US" err="1"/>
              <a:t>Quisque</a:t>
            </a:r>
            <a:r>
              <a:rPr lang="en-US"/>
              <a:t> </a:t>
            </a:r>
            <a:r>
              <a:rPr lang="en-US" err="1"/>
              <a:t>faucibus</a:t>
            </a:r>
            <a:r>
              <a:rPr lang="en-US"/>
              <a:t> ex </a:t>
            </a:r>
            <a:r>
              <a:rPr lang="en-US" err="1"/>
              <a:t>sapien</a:t>
            </a:r>
            <a:r>
              <a:rPr lang="en-US"/>
              <a:t> vitae </a:t>
            </a:r>
            <a:r>
              <a:rPr lang="en-US" err="1"/>
              <a:t>pellentesque</a:t>
            </a:r>
            <a:r>
              <a:rPr lang="en-US"/>
              <a:t> </a:t>
            </a:r>
            <a:r>
              <a:rPr lang="en-US" err="1"/>
              <a:t>sem</a:t>
            </a:r>
            <a:r>
              <a:rPr lang="en-US"/>
              <a:t> </a:t>
            </a:r>
            <a:r>
              <a:rPr lang="en-US" err="1"/>
              <a:t>placerat</a:t>
            </a:r>
            <a:r>
              <a:rPr lang="en-US"/>
              <a:t>.</a:t>
            </a:r>
          </a:p>
        </p:txBody>
      </p:sp>
      <p:sp>
        <p:nvSpPr>
          <p:cNvPr id="39" name="Text Placeholder 35">
            <a:extLst>
              <a:ext uri="{FF2B5EF4-FFF2-40B4-BE49-F238E27FC236}">
                <a16:creationId xmlns:a16="http://schemas.microsoft.com/office/drawing/2014/main" id="{5401B3F4-5618-AF8D-CEC6-C9036781F14E}"/>
              </a:ext>
            </a:extLst>
          </p:cNvPr>
          <p:cNvSpPr>
            <a:spLocks noGrp="1"/>
          </p:cNvSpPr>
          <p:nvPr>
            <p:ph type="body" sz="quarter" idx="46" hasCustomPrompt="1"/>
          </p:nvPr>
        </p:nvSpPr>
        <p:spPr>
          <a:xfrm>
            <a:off x="1227758" y="5107112"/>
            <a:ext cx="2596896" cy="722376"/>
          </a:xfrm>
        </p:spPr>
        <p:txBody>
          <a:bodyPr/>
          <a:lstStyle>
            <a:lvl1pPr>
              <a:spcBef>
                <a:spcPts val="0"/>
              </a:spcBef>
              <a:defRPr>
                <a:solidFill>
                  <a:schemeClr val="tx2"/>
                </a:solidFill>
              </a:defRPr>
            </a:lvl1pPr>
          </a:lstStyle>
          <a:p>
            <a:pPr lvl="0"/>
            <a:r>
              <a:rPr lang="en-US"/>
              <a:t>Lorem ipsum dolor sit amet consectetur adipiscing elit. </a:t>
            </a:r>
            <a:r>
              <a:rPr lang="en-US" err="1"/>
              <a:t>Quisque</a:t>
            </a:r>
            <a:r>
              <a:rPr lang="en-US"/>
              <a:t> </a:t>
            </a:r>
            <a:r>
              <a:rPr lang="en-US" err="1"/>
              <a:t>faucibus</a:t>
            </a:r>
            <a:r>
              <a:rPr lang="en-US"/>
              <a:t> ex </a:t>
            </a:r>
            <a:r>
              <a:rPr lang="en-US" err="1"/>
              <a:t>sapien</a:t>
            </a:r>
            <a:r>
              <a:rPr lang="en-US"/>
              <a:t> vitae </a:t>
            </a:r>
            <a:r>
              <a:rPr lang="en-US" err="1"/>
              <a:t>pellentesque</a:t>
            </a:r>
            <a:r>
              <a:rPr lang="en-US"/>
              <a:t> </a:t>
            </a:r>
            <a:r>
              <a:rPr lang="en-US" err="1"/>
              <a:t>sem</a:t>
            </a:r>
            <a:r>
              <a:rPr lang="en-US"/>
              <a:t> </a:t>
            </a:r>
            <a:r>
              <a:rPr lang="en-US" err="1"/>
              <a:t>placerat</a:t>
            </a:r>
            <a:r>
              <a:rPr lang="en-US"/>
              <a:t>.</a:t>
            </a:r>
          </a:p>
        </p:txBody>
      </p:sp>
      <p:sp>
        <p:nvSpPr>
          <p:cNvPr id="40" name="Text Placeholder 35">
            <a:extLst>
              <a:ext uri="{FF2B5EF4-FFF2-40B4-BE49-F238E27FC236}">
                <a16:creationId xmlns:a16="http://schemas.microsoft.com/office/drawing/2014/main" id="{F153D8A1-10C4-99B3-62BE-B7938FB270A6}"/>
              </a:ext>
            </a:extLst>
          </p:cNvPr>
          <p:cNvSpPr>
            <a:spLocks noGrp="1"/>
          </p:cNvSpPr>
          <p:nvPr>
            <p:ph type="body" sz="quarter" idx="47" hasCustomPrompt="1"/>
          </p:nvPr>
        </p:nvSpPr>
        <p:spPr>
          <a:xfrm>
            <a:off x="4798706" y="5107112"/>
            <a:ext cx="2596896" cy="722376"/>
          </a:xfrm>
        </p:spPr>
        <p:txBody>
          <a:bodyPr/>
          <a:lstStyle>
            <a:lvl1pPr>
              <a:spcBef>
                <a:spcPts val="0"/>
              </a:spcBef>
              <a:defRPr>
                <a:solidFill>
                  <a:schemeClr val="tx2"/>
                </a:solidFill>
              </a:defRPr>
            </a:lvl1pPr>
          </a:lstStyle>
          <a:p>
            <a:pPr lvl="0"/>
            <a:r>
              <a:rPr lang="en-US"/>
              <a:t>Lorem ipsum dolor sit amet consectetur adipiscing elit. </a:t>
            </a:r>
            <a:r>
              <a:rPr lang="en-US" err="1"/>
              <a:t>Quisque</a:t>
            </a:r>
            <a:r>
              <a:rPr lang="en-US"/>
              <a:t> </a:t>
            </a:r>
            <a:r>
              <a:rPr lang="en-US" err="1"/>
              <a:t>faucibus</a:t>
            </a:r>
            <a:r>
              <a:rPr lang="en-US"/>
              <a:t> ex </a:t>
            </a:r>
            <a:r>
              <a:rPr lang="en-US" err="1"/>
              <a:t>sapien</a:t>
            </a:r>
            <a:r>
              <a:rPr lang="en-US"/>
              <a:t> vitae </a:t>
            </a:r>
            <a:r>
              <a:rPr lang="en-US" err="1"/>
              <a:t>pellentesque</a:t>
            </a:r>
            <a:r>
              <a:rPr lang="en-US"/>
              <a:t> </a:t>
            </a:r>
            <a:r>
              <a:rPr lang="en-US" err="1"/>
              <a:t>sem</a:t>
            </a:r>
            <a:r>
              <a:rPr lang="en-US"/>
              <a:t> </a:t>
            </a:r>
            <a:r>
              <a:rPr lang="en-US" err="1"/>
              <a:t>placerat</a:t>
            </a:r>
            <a:r>
              <a:rPr lang="en-US"/>
              <a:t>.</a:t>
            </a:r>
          </a:p>
        </p:txBody>
      </p:sp>
      <p:sp>
        <p:nvSpPr>
          <p:cNvPr id="41" name="Text Placeholder 35">
            <a:extLst>
              <a:ext uri="{FF2B5EF4-FFF2-40B4-BE49-F238E27FC236}">
                <a16:creationId xmlns:a16="http://schemas.microsoft.com/office/drawing/2014/main" id="{8C798425-F826-E8F6-7B3E-51834D6CA88C}"/>
              </a:ext>
            </a:extLst>
          </p:cNvPr>
          <p:cNvSpPr>
            <a:spLocks noGrp="1"/>
          </p:cNvSpPr>
          <p:nvPr>
            <p:ph type="body" sz="quarter" idx="48" hasCustomPrompt="1"/>
          </p:nvPr>
        </p:nvSpPr>
        <p:spPr>
          <a:xfrm>
            <a:off x="8369655" y="5107112"/>
            <a:ext cx="2596896" cy="722376"/>
          </a:xfrm>
        </p:spPr>
        <p:txBody>
          <a:bodyPr/>
          <a:lstStyle>
            <a:lvl1pPr>
              <a:spcBef>
                <a:spcPts val="0"/>
              </a:spcBef>
              <a:defRPr>
                <a:solidFill>
                  <a:schemeClr val="tx2"/>
                </a:solidFill>
              </a:defRPr>
            </a:lvl1pPr>
          </a:lstStyle>
          <a:p>
            <a:pPr lvl="0"/>
            <a:r>
              <a:rPr lang="en-US"/>
              <a:t>Lorem ipsum dolor sit amet consectetur adipiscing elit. </a:t>
            </a:r>
            <a:r>
              <a:rPr lang="en-US" err="1"/>
              <a:t>Quisque</a:t>
            </a:r>
            <a:r>
              <a:rPr lang="en-US"/>
              <a:t> </a:t>
            </a:r>
            <a:r>
              <a:rPr lang="en-US" err="1"/>
              <a:t>faucibus</a:t>
            </a:r>
            <a:r>
              <a:rPr lang="en-US"/>
              <a:t> ex </a:t>
            </a:r>
            <a:r>
              <a:rPr lang="en-US" err="1"/>
              <a:t>sapien</a:t>
            </a:r>
            <a:r>
              <a:rPr lang="en-US"/>
              <a:t> vitae </a:t>
            </a:r>
            <a:r>
              <a:rPr lang="en-US" err="1"/>
              <a:t>pellentesque</a:t>
            </a:r>
            <a:r>
              <a:rPr lang="en-US"/>
              <a:t> </a:t>
            </a:r>
            <a:r>
              <a:rPr lang="en-US" err="1"/>
              <a:t>sem</a:t>
            </a:r>
            <a:r>
              <a:rPr lang="en-US"/>
              <a:t> </a:t>
            </a:r>
            <a:r>
              <a:rPr lang="en-US" err="1"/>
              <a:t>placerat</a:t>
            </a:r>
            <a:r>
              <a:rPr lang="en-US"/>
              <a:t>.</a:t>
            </a:r>
          </a:p>
        </p:txBody>
      </p:sp>
      <p:sp>
        <p:nvSpPr>
          <p:cNvPr id="2" name="Text Placeholder 1">
            <a:extLst>
              <a:ext uri="{FF2B5EF4-FFF2-40B4-BE49-F238E27FC236}">
                <a16:creationId xmlns:a16="http://schemas.microsoft.com/office/drawing/2014/main" id="{D8E4B931-A92A-CC50-D32B-B323D37C10C5}"/>
              </a:ext>
            </a:extLst>
          </p:cNvPr>
          <p:cNvSpPr>
            <a:spLocks noGrp="1"/>
          </p:cNvSpPr>
          <p:nvPr>
            <p:ph type="body" sz="quarter" idx="14" hasCustomPrompt="1"/>
          </p:nvPr>
        </p:nvSpPr>
        <p:spPr>
          <a:xfrm>
            <a:off x="385572" y="1122680"/>
            <a:ext cx="11420856" cy="421958"/>
          </a:xfrm>
        </p:spPr>
        <p:txBody>
          <a:bodyPr/>
          <a:lstStyle>
            <a:lvl1pPr>
              <a:defRPr sz="1600">
                <a:solidFill>
                  <a:schemeClr val="tx2"/>
                </a:solidFill>
              </a:defRPr>
            </a:lvl1pPr>
          </a:lstStyle>
          <a:p>
            <a:pPr lvl="0"/>
            <a:r>
              <a:rPr lang="en-US"/>
              <a:t>Place subtitle here, lorem ipsum dolor</a:t>
            </a:r>
          </a:p>
        </p:txBody>
      </p:sp>
    </p:spTree>
    <p:extLst>
      <p:ext uri="{BB962C8B-B14F-4D97-AF65-F5344CB8AC3E}">
        <p14:creationId xmlns:p14="http://schemas.microsoft.com/office/powerpoint/2010/main" val="556593448"/>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3col. Image">
    <p:bg>
      <p:bgRef idx="1001">
        <a:schemeClr val="bg2"/>
      </p:bgRef>
    </p:bg>
    <p:spTree>
      <p:nvGrpSpPr>
        <p:cNvPr id="1" name=""/>
        <p:cNvGrpSpPr/>
        <p:nvPr/>
      </p:nvGrpSpPr>
      <p:grpSpPr>
        <a:xfrm>
          <a:off x="0" y="0"/>
          <a:ext cx="0" cy="0"/>
          <a:chOff x="0" y="0"/>
          <a:chExt cx="0" cy="0"/>
        </a:xfrm>
      </p:grpSpPr>
      <p:sp>
        <p:nvSpPr>
          <p:cNvPr id="41" name="Picture Placeholder 40">
            <a:extLst>
              <a:ext uri="{FF2B5EF4-FFF2-40B4-BE49-F238E27FC236}">
                <a16:creationId xmlns:a16="http://schemas.microsoft.com/office/drawing/2014/main" id="{78C1C551-B206-3DF7-EEE2-40EEDDC4E803}"/>
              </a:ext>
            </a:extLst>
          </p:cNvPr>
          <p:cNvSpPr>
            <a:spLocks noGrp="1"/>
          </p:cNvSpPr>
          <p:nvPr>
            <p:ph type="pic" sz="quarter" idx="18"/>
          </p:nvPr>
        </p:nvSpPr>
        <p:spPr>
          <a:xfrm>
            <a:off x="215266" y="1759776"/>
            <a:ext cx="3794760" cy="4325112"/>
          </a:xfrm>
          <a:custGeom>
            <a:avLst/>
            <a:gdLst>
              <a:gd name="csX0" fmla="*/ 137181 w 3794760"/>
              <a:gd name="csY0" fmla="*/ 0 h 4325112"/>
              <a:gd name="csX1" fmla="*/ 3657579 w 3794760"/>
              <a:gd name="csY1" fmla="*/ 0 h 4325112"/>
              <a:gd name="csX2" fmla="*/ 3794760 w 3794760"/>
              <a:gd name="csY2" fmla="*/ 137181 h 4325112"/>
              <a:gd name="csX3" fmla="*/ 3794760 w 3794760"/>
              <a:gd name="csY3" fmla="*/ 3804986 h 4325112"/>
              <a:gd name="csX4" fmla="*/ 3787141 w 3794760"/>
              <a:gd name="csY4" fmla="*/ 2952305 h 4325112"/>
              <a:gd name="csX5" fmla="*/ 3371380 w 3794760"/>
              <a:gd name="csY5" fmla="*/ 2952305 h 4325112"/>
              <a:gd name="csX6" fmla="*/ 2977472 w 3794760"/>
              <a:gd name="csY6" fmla="*/ 3254542 h 4325112"/>
              <a:gd name="csX7" fmla="*/ 2690643 w 3794760"/>
              <a:gd name="csY7" fmla="*/ 4325112 h 4325112"/>
              <a:gd name="csX8" fmla="*/ 2478466 w 3794760"/>
              <a:gd name="csY8" fmla="*/ 4325112 h 4325112"/>
              <a:gd name="csX9" fmla="*/ 2764820 w 3794760"/>
              <a:gd name="csY9" fmla="*/ 3260225 h 4325112"/>
              <a:gd name="csX10" fmla="*/ 2527563 w 3794760"/>
              <a:gd name="csY10" fmla="*/ 2952306 h 4325112"/>
              <a:gd name="csX11" fmla="*/ 0 w 3794760"/>
              <a:gd name="csY11" fmla="*/ 2952306 h 4325112"/>
              <a:gd name="csX12" fmla="*/ 0 w 3794760"/>
              <a:gd name="csY12" fmla="*/ 137181 h 4325112"/>
              <a:gd name="csX13" fmla="*/ 137181 w 3794760"/>
              <a:gd name="csY13" fmla="*/ 0 h 43251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3794760" h="4325112">
                <a:moveTo>
                  <a:pt x="137181" y="0"/>
                </a:moveTo>
                <a:lnTo>
                  <a:pt x="3657579" y="0"/>
                </a:lnTo>
                <a:cubicBezTo>
                  <a:pt x="3733342" y="0"/>
                  <a:pt x="3794760" y="61418"/>
                  <a:pt x="3794760" y="137181"/>
                </a:cubicBezTo>
                <a:lnTo>
                  <a:pt x="3794760" y="3804986"/>
                </a:lnTo>
                <a:lnTo>
                  <a:pt x="3787141" y="2952305"/>
                </a:lnTo>
                <a:lnTo>
                  <a:pt x="3371380" y="2952305"/>
                </a:lnTo>
                <a:cubicBezTo>
                  <a:pt x="3186821" y="2952305"/>
                  <a:pt x="3025247" y="3076264"/>
                  <a:pt x="2977472" y="3254542"/>
                </a:cubicBezTo>
                <a:lnTo>
                  <a:pt x="2690643" y="4325112"/>
                </a:lnTo>
                <a:lnTo>
                  <a:pt x="2478466" y="4325112"/>
                </a:lnTo>
                <a:lnTo>
                  <a:pt x="2764820" y="3260225"/>
                </a:lnTo>
                <a:cubicBezTo>
                  <a:pt x="2806638" y="3104845"/>
                  <a:pt x="2689133" y="2952306"/>
                  <a:pt x="2527563" y="2952306"/>
                </a:cubicBezTo>
                <a:lnTo>
                  <a:pt x="0" y="2952306"/>
                </a:lnTo>
                <a:lnTo>
                  <a:pt x="0" y="137181"/>
                </a:lnTo>
                <a:cubicBezTo>
                  <a:pt x="0" y="61418"/>
                  <a:pt x="61418" y="0"/>
                  <a:pt x="137181" y="0"/>
                </a:cubicBezTo>
                <a:close/>
              </a:path>
            </a:pathLst>
          </a:custGeom>
          <a:solidFill>
            <a:schemeClr val="tx2"/>
          </a:solidFill>
        </p:spPr>
        <p:txBody>
          <a:bodyPr wrap="square">
            <a:noAutofit/>
          </a:bodyPr>
          <a:lstStyle>
            <a:lvl1pPr>
              <a:defRPr>
                <a:solidFill>
                  <a:schemeClr val="tx2"/>
                </a:solidFill>
              </a:defRPr>
            </a:lvl1pPr>
          </a:lstStyle>
          <a:p>
            <a:r>
              <a:rPr lang="en-US"/>
              <a:t>Click icon to add picture</a:t>
            </a:r>
            <a:endParaRPr lang="en-IN"/>
          </a:p>
        </p:txBody>
      </p:sp>
      <p:sp>
        <p:nvSpPr>
          <p:cNvPr id="10" name="Title 9">
            <a:extLst>
              <a:ext uri="{FF2B5EF4-FFF2-40B4-BE49-F238E27FC236}">
                <a16:creationId xmlns:a16="http://schemas.microsoft.com/office/drawing/2014/main" id="{222F156D-CC02-5CAE-E6EB-16D8F602C022}"/>
              </a:ext>
            </a:extLst>
          </p:cNvPr>
          <p:cNvSpPr>
            <a:spLocks noGrp="1"/>
          </p:cNvSpPr>
          <p:nvPr>
            <p:ph type="title" hasCustomPrompt="1"/>
          </p:nvPr>
        </p:nvSpPr>
        <p:spPr>
          <a:xfrm>
            <a:off x="385572" y="411480"/>
            <a:ext cx="11420856" cy="664844"/>
          </a:xfrm>
        </p:spPr>
        <p:txBody>
          <a:bodyPr/>
          <a:lstStyle>
            <a:lvl1pPr algn="ctr">
              <a:defRPr>
                <a:solidFill>
                  <a:schemeClr val="tx2"/>
                </a:solidFill>
              </a:defRPr>
            </a:lvl1pPr>
          </a:lstStyle>
          <a:p>
            <a:r>
              <a:rPr lang="en-US"/>
              <a:t>Place headline here</a:t>
            </a:r>
            <a:endParaRPr lang="en-IN"/>
          </a:p>
        </p:txBody>
      </p:sp>
      <p:sp>
        <p:nvSpPr>
          <p:cNvPr id="42" name="Picture Placeholder 41">
            <a:extLst>
              <a:ext uri="{FF2B5EF4-FFF2-40B4-BE49-F238E27FC236}">
                <a16:creationId xmlns:a16="http://schemas.microsoft.com/office/drawing/2014/main" id="{EAFEDBAE-4EEA-A895-1D6B-90D6A7D2326D}"/>
              </a:ext>
            </a:extLst>
          </p:cNvPr>
          <p:cNvSpPr>
            <a:spLocks noGrp="1"/>
          </p:cNvSpPr>
          <p:nvPr>
            <p:ph type="pic" sz="quarter" idx="21"/>
          </p:nvPr>
        </p:nvSpPr>
        <p:spPr>
          <a:xfrm>
            <a:off x="4195610" y="1759776"/>
            <a:ext cx="3794760" cy="4325112"/>
          </a:xfrm>
          <a:custGeom>
            <a:avLst/>
            <a:gdLst>
              <a:gd name="csX0" fmla="*/ 3757759 w 3794760"/>
              <a:gd name="csY0" fmla="*/ 4280219 h 4325112"/>
              <a:gd name="csX1" fmla="*/ 3754581 w 3794760"/>
              <a:gd name="csY1" fmla="*/ 4284933 h 4325112"/>
              <a:gd name="csX2" fmla="*/ 3745459 w 3794760"/>
              <a:gd name="csY2" fmla="*/ 4291083 h 4325112"/>
              <a:gd name="csX3" fmla="*/ 3788235 w 3794760"/>
              <a:gd name="csY3" fmla="*/ 4220254 h 4325112"/>
              <a:gd name="csX4" fmla="*/ 3783980 w 3794760"/>
              <a:gd name="csY4" fmla="*/ 4241328 h 4325112"/>
              <a:gd name="csX5" fmla="*/ 3777210 w 3794760"/>
              <a:gd name="csY5" fmla="*/ 4251369 h 4325112"/>
              <a:gd name="csX6" fmla="*/ 137181 w 3794760"/>
              <a:gd name="csY6" fmla="*/ 0 h 4325112"/>
              <a:gd name="csX7" fmla="*/ 3657579 w 3794760"/>
              <a:gd name="csY7" fmla="*/ 0 h 4325112"/>
              <a:gd name="csX8" fmla="*/ 3794760 w 3794760"/>
              <a:gd name="csY8" fmla="*/ 137181 h 4325112"/>
              <a:gd name="csX9" fmla="*/ 3794760 w 3794760"/>
              <a:gd name="csY9" fmla="*/ 4187931 h 4325112"/>
              <a:gd name="csX10" fmla="*/ 3794641 w 3794760"/>
              <a:gd name="csY10" fmla="*/ 4188521 h 4325112"/>
              <a:gd name="csX11" fmla="*/ 3783595 w 3794760"/>
              <a:gd name="csY11" fmla="*/ 2952305 h 4325112"/>
              <a:gd name="csX12" fmla="*/ 3367834 w 3794760"/>
              <a:gd name="csY12" fmla="*/ 2952305 h 4325112"/>
              <a:gd name="csX13" fmla="*/ 2973926 w 3794760"/>
              <a:gd name="csY13" fmla="*/ 3254542 h 4325112"/>
              <a:gd name="csX14" fmla="*/ 2687097 w 3794760"/>
              <a:gd name="csY14" fmla="*/ 4325112 h 4325112"/>
              <a:gd name="csX15" fmla="*/ 2474920 w 3794760"/>
              <a:gd name="csY15" fmla="*/ 4325112 h 4325112"/>
              <a:gd name="csX16" fmla="*/ 2761274 w 3794760"/>
              <a:gd name="csY16" fmla="*/ 3260225 h 4325112"/>
              <a:gd name="csX17" fmla="*/ 2524017 w 3794760"/>
              <a:gd name="csY17" fmla="*/ 2952306 h 4325112"/>
              <a:gd name="csX18" fmla="*/ 0 w 3794760"/>
              <a:gd name="csY18" fmla="*/ 2952306 h 4325112"/>
              <a:gd name="csX19" fmla="*/ 0 w 3794760"/>
              <a:gd name="csY19" fmla="*/ 137181 h 4325112"/>
              <a:gd name="csX20" fmla="*/ 137181 w 3794760"/>
              <a:gd name="csY20" fmla="*/ 0 h 43251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3794760" h="4325112">
                <a:moveTo>
                  <a:pt x="3757759" y="4280219"/>
                </a:moveTo>
                <a:lnTo>
                  <a:pt x="3754581" y="4284933"/>
                </a:lnTo>
                <a:lnTo>
                  <a:pt x="3745459" y="4291083"/>
                </a:lnTo>
                <a:close/>
                <a:moveTo>
                  <a:pt x="3788235" y="4220254"/>
                </a:moveTo>
                <a:lnTo>
                  <a:pt x="3783980" y="4241328"/>
                </a:lnTo>
                <a:lnTo>
                  <a:pt x="3777210" y="4251369"/>
                </a:lnTo>
                <a:close/>
                <a:moveTo>
                  <a:pt x="137181" y="0"/>
                </a:moveTo>
                <a:lnTo>
                  <a:pt x="3657579" y="0"/>
                </a:lnTo>
                <a:cubicBezTo>
                  <a:pt x="3733342" y="0"/>
                  <a:pt x="3794760" y="61418"/>
                  <a:pt x="3794760" y="137181"/>
                </a:cubicBezTo>
                <a:lnTo>
                  <a:pt x="3794760" y="4187931"/>
                </a:lnTo>
                <a:lnTo>
                  <a:pt x="3794641" y="4188521"/>
                </a:lnTo>
                <a:lnTo>
                  <a:pt x="3783595" y="2952305"/>
                </a:lnTo>
                <a:lnTo>
                  <a:pt x="3367834" y="2952305"/>
                </a:lnTo>
                <a:cubicBezTo>
                  <a:pt x="3183275" y="2952305"/>
                  <a:pt x="3021701" y="3076264"/>
                  <a:pt x="2973926" y="3254542"/>
                </a:cubicBezTo>
                <a:lnTo>
                  <a:pt x="2687097" y="4325112"/>
                </a:lnTo>
                <a:lnTo>
                  <a:pt x="2474920" y="4325112"/>
                </a:lnTo>
                <a:lnTo>
                  <a:pt x="2761274" y="3260225"/>
                </a:lnTo>
                <a:cubicBezTo>
                  <a:pt x="2803092" y="3104845"/>
                  <a:pt x="2685587" y="2952306"/>
                  <a:pt x="2524017" y="2952306"/>
                </a:cubicBezTo>
                <a:lnTo>
                  <a:pt x="0" y="2952306"/>
                </a:lnTo>
                <a:lnTo>
                  <a:pt x="0" y="137181"/>
                </a:lnTo>
                <a:cubicBezTo>
                  <a:pt x="0" y="61418"/>
                  <a:pt x="61418" y="0"/>
                  <a:pt x="137181" y="0"/>
                </a:cubicBezTo>
                <a:close/>
              </a:path>
            </a:pathLst>
          </a:custGeom>
          <a:solidFill>
            <a:schemeClr val="tx2"/>
          </a:solidFill>
        </p:spPr>
        <p:txBody>
          <a:bodyPr wrap="square">
            <a:noAutofit/>
          </a:bodyPr>
          <a:lstStyle>
            <a:lvl1pPr>
              <a:defRPr>
                <a:solidFill>
                  <a:schemeClr val="tx2"/>
                </a:solidFill>
              </a:defRPr>
            </a:lvl1pPr>
          </a:lstStyle>
          <a:p>
            <a:r>
              <a:rPr lang="en-US"/>
              <a:t>Click icon to add picture</a:t>
            </a:r>
            <a:endParaRPr lang="en-IN"/>
          </a:p>
        </p:txBody>
      </p:sp>
      <p:sp>
        <p:nvSpPr>
          <p:cNvPr id="43" name="Picture Placeholder 42">
            <a:extLst>
              <a:ext uri="{FF2B5EF4-FFF2-40B4-BE49-F238E27FC236}">
                <a16:creationId xmlns:a16="http://schemas.microsoft.com/office/drawing/2014/main" id="{C57D015C-14C2-C92E-3A62-D900D65CE170}"/>
              </a:ext>
            </a:extLst>
          </p:cNvPr>
          <p:cNvSpPr>
            <a:spLocks noGrp="1"/>
          </p:cNvSpPr>
          <p:nvPr>
            <p:ph type="pic" sz="quarter" idx="22"/>
          </p:nvPr>
        </p:nvSpPr>
        <p:spPr>
          <a:xfrm>
            <a:off x="8175953" y="1759776"/>
            <a:ext cx="3794760" cy="4325112"/>
          </a:xfrm>
          <a:custGeom>
            <a:avLst/>
            <a:gdLst>
              <a:gd name="csX0" fmla="*/ 3757759 w 3794760"/>
              <a:gd name="csY0" fmla="*/ 4280219 h 4325112"/>
              <a:gd name="csX1" fmla="*/ 3754581 w 3794760"/>
              <a:gd name="csY1" fmla="*/ 4284933 h 4325112"/>
              <a:gd name="csX2" fmla="*/ 3745459 w 3794760"/>
              <a:gd name="csY2" fmla="*/ 4291083 h 4325112"/>
              <a:gd name="csX3" fmla="*/ 3788234 w 3794760"/>
              <a:gd name="csY3" fmla="*/ 4220254 h 4325112"/>
              <a:gd name="csX4" fmla="*/ 3783980 w 3794760"/>
              <a:gd name="csY4" fmla="*/ 4241328 h 4325112"/>
              <a:gd name="csX5" fmla="*/ 3777210 w 3794760"/>
              <a:gd name="csY5" fmla="*/ 4251369 h 4325112"/>
              <a:gd name="csX6" fmla="*/ 137181 w 3794760"/>
              <a:gd name="csY6" fmla="*/ 0 h 4325112"/>
              <a:gd name="csX7" fmla="*/ 3657579 w 3794760"/>
              <a:gd name="csY7" fmla="*/ 0 h 4325112"/>
              <a:gd name="csX8" fmla="*/ 3794760 w 3794760"/>
              <a:gd name="csY8" fmla="*/ 137181 h 4325112"/>
              <a:gd name="csX9" fmla="*/ 3794760 w 3794760"/>
              <a:gd name="csY9" fmla="*/ 4187931 h 4325112"/>
              <a:gd name="csX10" fmla="*/ 3794641 w 3794760"/>
              <a:gd name="csY10" fmla="*/ 4188521 h 4325112"/>
              <a:gd name="csX11" fmla="*/ 3783595 w 3794760"/>
              <a:gd name="csY11" fmla="*/ 2952305 h 4325112"/>
              <a:gd name="csX12" fmla="*/ 3367834 w 3794760"/>
              <a:gd name="csY12" fmla="*/ 2952305 h 4325112"/>
              <a:gd name="csX13" fmla="*/ 2973926 w 3794760"/>
              <a:gd name="csY13" fmla="*/ 3254542 h 4325112"/>
              <a:gd name="csX14" fmla="*/ 2687097 w 3794760"/>
              <a:gd name="csY14" fmla="*/ 4325112 h 4325112"/>
              <a:gd name="csX15" fmla="*/ 2474919 w 3794760"/>
              <a:gd name="csY15" fmla="*/ 4325112 h 4325112"/>
              <a:gd name="csX16" fmla="*/ 2761274 w 3794760"/>
              <a:gd name="csY16" fmla="*/ 3260225 h 4325112"/>
              <a:gd name="csX17" fmla="*/ 2524017 w 3794760"/>
              <a:gd name="csY17" fmla="*/ 2952306 h 4325112"/>
              <a:gd name="csX18" fmla="*/ 0 w 3794760"/>
              <a:gd name="csY18" fmla="*/ 2952306 h 4325112"/>
              <a:gd name="csX19" fmla="*/ 0 w 3794760"/>
              <a:gd name="csY19" fmla="*/ 137181 h 4325112"/>
              <a:gd name="csX20" fmla="*/ 137181 w 3794760"/>
              <a:gd name="csY20" fmla="*/ 0 h 43251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3794760" h="4325112">
                <a:moveTo>
                  <a:pt x="3757759" y="4280219"/>
                </a:moveTo>
                <a:lnTo>
                  <a:pt x="3754581" y="4284933"/>
                </a:lnTo>
                <a:lnTo>
                  <a:pt x="3745459" y="4291083"/>
                </a:lnTo>
                <a:close/>
                <a:moveTo>
                  <a:pt x="3788234" y="4220254"/>
                </a:moveTo>
                <a:lnTo>
                  <a:pt x="3783980" y="4241328"/>
                </a:lnTo>
                <a:lnTo>
                  <a:pt x="3777210" y="4251369"/>
                </a:lnTo>
                <a:close/>
                <a:moveTo>
                  <a:pt x="137181" y="0"/>
                </a:moveTo>
                <a:lnTo>
                  <a:pt x="3657579" y="0"/>
                </a:lnTo>
                <a:cubicBezTo>
                  <a:pt x="3733342" y="0"/>
                  <a:pt x="3794760" y="61418"/>
                  <a:pt x="3794760" y="137181"/>
                </a:cubicBezTo>
                <a:lnTo>
                  <a:pt x="3794760" y="4187931"/>
                </a:lnTo>
                <a:lnTo>
                  <a:pt x="3794641" y="4188521"/>
                </a:lnTo>
                <a:lnTo>
                  <a:pt x="3783595" y="2952305"/>
                </a:lnTo>
                <a:lnTo>
                  <a:pt x="3367834" y="2952305"/>
                </a:lnTo>
                <a:cubicBezTo>
                  <a:pt x="3183275" y="2952305"/>
                  <a:pt x="3021701" y="3076264"/>
                  <a:pt x="2973926" y="3254542"/>
                </a:cubicBezTo>
                <a:lnTo>
                  <a:pt x="2687097" y="4325112"/>
                </a:lnTo>
                <a:lnTo>
                  <a:pt x="2474919" y="4325112"/>
                </a:lnTo>
                <a:lnTo>
                  <a:pt x="2761274" y="3260225"/>
                </a:lnTo>
                <a:cubicBezTo>
                  <a:pt x="2803092" y="3104845"/>
                  <a:pt x="2685587" y="2952306"/>
                  <a:pt x="2524017" y="2952306"/>
                </a:cubicBezTo>
                <a:lnTo>
                  <a:pt x="0" y="2952306"/>
                </a:lnTo>
                <a:lnTo>
                  <a:pt x="0" y="137181"/>
                </a:lnTo>
                <a:cubicBezTo>
                  <a:pt x="0" y="61418"/>
                  <a:pt x="61418" y="0"/>
                  <a:pt x="137181" y="0"/>
                </a:cubicBezTo>
                <a:close/>
              </a:path>
            </a:pathLst>
          </a:custGeom>
          <a:solidFill>
            <a:schemeClr val="tx2"/>
          </a:solidFill>
        </p:spPr>
        <p:txBody>
          <a:bodyPr wrap="square">
            <a:noAutofit/>
          </a:bodyPr>
          <a:lstStyle>
            <a:lvl1pPr>
              <a:defRPr>
                <a:solidFill>
                  <a:schemeClr val="tx2"/>
                </a:solidFill>
              </a:defRPr>
            </a:lvl1pPr>
          </a:lstStyle>
          <a:p>
            <a:r>
              <a:rPr lang="en-US"/>
              <a:t>Click icon to add picture</a:t>
            </a:r>
            <a:endParaRPr lang="en-IN"/>
          </a:p>
        </p:txBody>
      </p:sp>
      <p:grpSp>
        <p:nvGrpSpPr>
          <p:cNvPr id="73" name="Group 72">
            <a:extLst>
              <a:ext uri="{FF2B5EF4-FFF2-40B4-BE49-F238E27FC236}">
                <a16:creationId xmlns:a16="http://schemas.microsoft.com/office/drawing/2014/main" id="{46730340-18F0-F08F-D5CD-B23C0AA99A81}"/>
              </a:ext>
            </a:extLst>
          </p:cNvPr>
          <p:cNvGrpSpPr/>
          <p:nvPr userDrawn="1"/>
        </p:nvGrpSpPr>
        <p:grpSpPr>
          <a:xfrm>
            <a:off x="207646" y="4712081"/>
            <a:ext cx="3805926" cy="1380090"/>
            <a:chOff x="207646" y="4712081"/>
            <a:chExt cx="3805926" cy="1380090"/>
          </a:xfrm>
        </p:grpSpPr>
        <p:sp>
          <p:nvSpPr>
            <p:cNvPr id="45" name="Freeform: Shape 44">
              <a:extLst>
                <a:ext uri="{FF2B5EF4-FFF2-40B4-BE49-F238E27FC236}">
                  <a16:creationId xmlns:a16="http://schemas.microsoft.com/office/drawing/2014/main" id="{64CC2F5B-964B-BBC9-F30D-D9DFF3F3891B}"/>
                </a:ext>
              </a:extLst>
            </p:cNvPr>
            <p:cNvSpPr/>
            <p:nvPr userDrawn="1"/>
          </p:nvSpPr>
          <p:spPr>
            <a:xfrm>
              <a:off x="207646" y="4712082"/>
              <a:ext cx="2780953" cy="1377310"/>
            </a:xfrm>
            <a:custGeom>
              <a:avLst/>
              <a:gdLst>
                <a:gd name="csX0" fmla="*/ 0 w 2780953"/>
                <a:gd name="csY0" fmla="*/ 0 h 1377166"/>
                <a:gd name="csX1" fmla="*/ 2535183 w 2780953"/>
                <a:gd name="csY1" fmla="*/ 0 h 1377166"/>
                <a:gd name="csX2" fmla="*/ 2772440 w 2780953"/>
                <a:gd name="csY2" fmla="*/ 307919 h 1377166"/>
                <a:gd name="csX3" fmla="*/ 2484913 w 2780953"/>
                <a:gd name="csY3" fmla="*/ 1377166 h 1377166"/>
                <a:gd name="csX4" fmla="*/ 2426 w 2780953"/>
                <a:gd name="csY4" fmla="*/ 1377166 h 1377166"/>
                <a:gd name="csX5" fmla="*/ 2178 w 2780953"/>
                <a:gd name="csY5" fmla="*/ 1203244 h 1377166"/>
                <a:gd name="csX6" fmla="*/ 0 w 2780953"/>
                <a:gd name="csY6" fmla="*/ 0 h 1377166"/>
                <a:gd name="csX0" fmla="*/ 0 w 2780953"/>
                <a:gd name="csY0" fmla="*/ 0 h 1377166"/>
                <a:gd name="csX1" fmla="*/ 2535183 w 2780953"/>
                <a:gd name="csY1" fmla="*/ 0 h 1377166"/>
                <a:gd name="csX2" fmla="*/ 2772440 w 2780953"/>
                <a:gd name="csY2" fmla="*/ 307919 h 1377166"/>
                <a:gd name="csX3" fmla="*/ 2484913 w 2780953"/>
                <a:gd name="csY3" fmla="*/ 1377166 h 1377166"/>
                <a:gd name="csX4" fmla="*/ 177686 w 2780953"/>
                <a:gd name="csY4" fmla="*/ 1377166 h 1377166"/>
                <a:gd name="csX5" fmla="*/ 2178 w 2780953"/>
                <a:gd name="csY5" fmla="*/ 1203244 h 1377166"/>
                <a:gd name="csX6" fmla="*/ 0 w 2780953"/>
                <a:gd name="csY6" fmla="*/ 0 h 1377166"/>
                <a:gd name="csX0" fmla="*/ 0 w 2780953"/>
                <a:gd name="csY0" fmla="*/ 0 h 1377166"/>
                <a:gd name="csX1" fmla="*/ 2535183 w 2780953"/>
                <a:gd name="csY1" fmla="*/ 0 h 1377166"/>
                <a:gd name="csX2" fmla="*/ 2772440 w 2780953"/>
                <a:gd name="csY2" fmla="*/ 307919 h 1377166"/>
                <a:gd name="csX3" fmla="*/ 2484913 w 2780953"/>
                <a:gd name="csY3" fmla="*/ 1377166 h 1377166"/>
                <a:gd name="csX4" fmla="*/ 139586 w 2780953"/>
                <a:gd name="csY4" fmla="*/ 1377166 h 1377166"/>
                <a:gd name="csX5" fmla="*/ 2178 w 2780953"/>
                <a:gd name="csY5" fmla="*/ 1203244 h 1377166"/>
                <a:gd name="csX6" fmla="*/ 0 w 2780953"/>
                <a:gd name="csY6" fmla="*/ 0 h 1377166"/>
                <a:gd name="csX0" fmla="*/ 0 w 2780953"/>
                <a:gd name="csY0" fmla="*/ 0 h 1377166"/>
                <a:gd name="csX1" fmla="*/ 2535183 w 2780953"/>
                <a:gd name="csY1" fmla="*/ 0 h 1377166"/>
                <a:gd name="csX2" fmla="*/ 2772440 w 2780953"/>
                <a:gd name="csY2" fmla="*/ 307919 h 1377166"/>
                <a:gd name="csX3" fmla="*/ 2484913 w 2780953"/>
                <a:gd name="csY3" fmla="*/ 1377166 h 1377166"/>
                <a:gd name="csX4" fmla="*/ 166256 w 2780953"/>
                <a:gd name="csY4" fmla="*/ 1377166 h 1377166"/>
                <a:gd name="csX5" fmla="*/ 2178 w 2780953"/>
                <a:gd name="csY5" fmla="*/ 1203244 h 1377166"/>
                <a:gd name="csX6" fmla="*/ 0 w 2780953"/>
                <a:gd name="csY6" fmla="*/ 0 h 1377166"/>
                <a:gd name="csX0" fmla="*/ 0 w 2780953"/>
                <a:gd name="csY0" fmla="*/ 0 h 1377166"/>
                <a:gd name="csX1" fmla="*/ 2535183 w 2780953"/>
                <a:gd name="csY1" fmla="*/ 0 h 1377166"/>
                <a:gd name="csX2" fmla="*/ 2772440 w 2780953"/>
                <a:gd name="csY2" fmla="*/ 307919 h 1377166"/>
                <a:gd name="csX3" fmla="*/ 2484913 w 2780953"/>
                <a:gd name="csY3" fmla="*/ 1377166 h 1377166"/>
                <a:gd name="csX4" fmla="*/ 166256 w 2780953"/>
                <a:gd name="csY4" fmla="*/ 1377166 h 1377166"/>
                <a:gd name="csX5" fmla="*/ 2178 w 2780953"/>
                <a:gd name="csY5" fmla="*/ 1203244 h 1377166"/>
                <a:gd name="csX6" fmla="*/ 0 w 2780953"/>
                <a:gd name="csY6" fmla="*/ 0 h 1377166"/>
                <a:gd name="csX0" fmla="*/ 0 w 2780953"/>
                <a:gd name="csY0" fmla="*/ 0 h 1377310"/>
                <a:gd name="csX1" fmla="*/ 2535183 w 2780953"/>
                <a:gd name="csY1" fmla="*/ 0 h 1377310"/>
                <a:gd name="csX2" fmla="*/ 2772440 w 2780953"/>
                <a:gd name="csY2" fmla="*/ 307919 h 1377310"/>
                <a:gd name="csX3" fmla="*/ 2484913 w 2780953"/>
                <a:gd name="csY3" fmla="*/ 1377166 h 1377310"/>
                <a:gd name="csX4" fmla="*/ 166256 w 2780953"/>
                <a:gd name="csY4" fmla="*/ 1377166 h 1377310"/>
                <a:gd name="csX5" fmla="*/ 2178 w 2780953"/>
                <a:gd name="csY5" fmla="*/ 1203244 h 1377310"/>
                <a:gd name="csX6" fmla="*/ 0 w 2780953"/>
                <a:gd name="csY6" fmla="*/ 0 h 137731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780953" h="1377310">
                  <a:moveTo>
                    <a:pt x="0" y="0"/>
                  </a:moveTo>
                  <a:lnTo>
                    <a:pt x="2535183" y="0"/>
                  </a:lnTo>
                  <a:cubicBezTo>
                    <a:pt x="2696753" y="0"/>
                    <a:pt x="2814258" y="152539"/>
                    <a:pt x="2772440" y="307919"/>
                  </a:cubicBezTo>
                  <a:lnTo>
                    <a:pt x="2484913" y="1377166"/>
                  </a:lnTo>
                  <a:lnTo>
                    <a:pt x="166256" y="1377166"/>
                  </a:lnTo>
                  <a:cubicBezTo>
                    <a:pt x="6153" y="1382057"/>
                    <a:pt x="2261" y="1261218"/>
                    <a:pt x="2178" y="1203244"/>
                  </a:cubicBezTo>
                  <a:cubicBezTo>
                    <a:pt x="1452" y="802163"/>
                    <a:pt x="0" y="446667"/>
                    <a:pt x="0" y="0"/>
                  </a:cubicBezTo>
                  <a:close/>
                </a:path>
              </a:pathLst>
            </a:custGeom>
            <a:solidFill>
              <a:schemeClr val="accent1"/>
            </a:solidFill>
            <a:ln w="4606" cap="flat">
              <a:noFill/>
              <a:prstDash val="solid"/>
              <a:miter/>
            </a:ln>
          </p:spPr>
          <p:txBody>
            <a:bodyPr wrap="square">
              <a:noAutofit/>
            </a:bodyPr>
            <a:lstStyle/>
            <a:p>
              <a:endParaRPr lang="en-IN">
                <a:solidFill>
                  <a:schemeClr val="tx2"/>
                </a:solidFill>
              </a:endParaRPr>
            </a:p>
          </p:txBody>
        </p:sp>
        <p:sp>
          <p:nvSpPr>
            <p:cNvPr id="46" name="Freeform: Shape 45">
              <a:extLst>
                <a:ext uri="{FF2B5EF4-FFF2-40B4-BE49-F238E27FC236}">
                  <a16:creationId xmlns:a16="http://schemas.microsoft.com/office/drawing/2014/main" id="{93763015-D513-A2C1-D0D4-0D7969DF7662}"/>
                </a:ext>
              </a:extLst>
            </p:cNvPr>
            <p:cNvSpPr/>
            <p:nvPr userDrawn="1"/>
          </p:nvSpPr>
          <p:spPr>
            <a:xfrm>
              <a:off x="2904741" y="4712081"/>
              <a:ext cx="1108831" cy="1380090"/>
            </a:xfrm>
            <a:custGeom>
              <a:avLst/>
              <a:gdLst>
                <a:gd name="csX0" fmla="*/ 681905 w 1097666"/>
                <a:gd name="csY0" fmla="*/ 0 h 1377166"/>
                <a:gd name="csX1" fmla="*/ 1097666 w 1097666"/>
                <a:gd name="csY1" fmla="*/ 0 h 1377166"/>
                <a:gd name="csX2" fmla="*/ 1095496 w 1097666"/>
                <a:gd name="csY2" fmla="*/ 1377166 h 1377166"/>
                <a:gd name="csX3" fmla="*/ 0 w 1097666"/>
                <a:gd name="csY3" fmla="*/ 1377166 h 1377166"/>
                <a:gd name="csX4" fmla="*/ 287997 w 1097666"/>
                <a:gd name="csY4" fmla="*/ 302237 h 1377166"/>
                <a:gd name="csX5" fmla="*/ 681905 w 1097666"/>
                <a:gd name="csY5" fmla="*/ 0 h 1377166"/>
                <a:gd name="csX0" fmla="*/ 681905 w 1097666"/>
                <a:gd name="csY0" fmla="*/ 0 h 1377166"/>
                <a:gd name="csX1" fmla="*/ 1097666 w 1097666"/>
                <a:gd name="csY1" fmla="*/ 0 h 1377166"/>
                <a:gd name="csX2" fmla="*/ 1085971 w 1097666"/>
                <a:gd name="csY2" fmla="*/ 1302871 h 1377166"/>
                <a:gd name="csX3" fmla="*/ 0 w 1097666"/>
                <a:gd name="csY3" fmla="*/ 1377166 h 1377166"/>
                <a:gd name="csX4" fmla="*/ 287997 w 1097666"/>
                <a:gd name="csY4" fmla="*/ 302237 h 1377166"/>
                <a:gd name="csX5" fmla="*/ 681905 w 1097666"/>
                <a:gd name="csY5" fmla="*/ 0 h 1377166"/>
                <a:gd name="csX0" fmla="*/ 681905 w 1097666"/>
                <a:gd name="csY0" fmla="*/ 0 h 1377166"/>
                <a:gd name="csX1" fmla="*/ 1097666 w 1097666"/>
                <a:gd name="csY1" fmla="*/ 0 h 1377166"/>
                <a:gd name="csX2" fmla="*/ 1085971 w 1097666"/>
                <a:gd name="csY2" fmla="*/ 1302871 h 1377166"/>
                <a:gd name="csX3" fmla="*/ 861444 w 1097666"/>
                <a:gd name="csY3" fmla="*/ 1319148 h 1377166"/>
                <a:gd name="csX4" fmla="*/ 0 w 1097666"/>
                <a:gd name="csY4" fmla="*/ 1377166 h 1377166"/>
                <a:gd name="csX5" fmla="*/ 287997 w 1097666"/>
                <a:gd name="csY5" fmla="*/ 302237 h 1377166"/>
                <a:gd name="csX6" fmla="*/ 681905 w 1097666"/>
                <a:gd name="csY6" fmla="*/ 0 h 1377166"/>
                <a:gd name="csX0" fmla="*/ 681905 w 1097666"/>
                <a:gd name="csY0" fmla="*/ 0 h 1377166"/>
                <a:gd name="csX1" fmla="*/ 1097666 w 1097666"/>
                <a:gd name="csY1" fmla="*/ 0 h 1377166"/>
                <a:gd name="csX2" fmla="*/ 1085971 w 1097666"/>
                <a:gd name="csY2" fmla="*/ 1302871 h 1377166"/>
                <a:gd name="csX3" fmla="*/ 853824 w 1097666"/>
                <a:gd name="csY3" fmla="*/ 1376298 h 1377166"/>
                <a:gd name="csX4" fmla="*/ 0 w 1097666"/>
                <a:gd name="csY4" fmla="*/ 1377166 h 1377166"/>
                <a:gd name="csX5" fmla="*/ 287997 w 1097666"/>
                <a:gd name="csY5" fmla="*/ 302237 h 1377166"/>
                <a:gd name="csX6" fmla="*/ 681905 w 1097666"/>
                <a:gd name="csY6" fmla="*/ 0 h 1377166"/>
                <a:gd name="csX0" fmla="*/ 681905 w 1116451"/>
                <a:gd name="csY0" fmla="*/ 0 h 1377166"/>
                <a:gd name="csX1" fmla="*/ 1097666 w 1116451"/>
                <a:gd name="csY1" fmla="*/ 0 h 1377166"/>
                <a:gd name="csX2" fmla="*/ 1116451 w 1116451"/>
                <a:gd name="csY2" fmla="*/ 1245721 h 1377166"/>
                <a:gd name="csX3" fmla="*/ 853824 w 1116451"/>
                <a:gd name="csY3" fmla="*/ 1376298 h 1377166"/>
                <a:gd name="csX4" fmla="*/ 0 w 1116451"/>
                <a:gd name="csY4" fmla="*/ 1377166 h 1377166"/>
                <a:gd name="csX5" fmla="*/ 287997 w 1116451"/>
                <a:gd name="csY5" fmla="*/ 302237 h 1377166"/>
                <a:gd name="csX6" fmla="*/ 681905 w 1116451"/>
                <a:gd name="csY6" fmla="*/ 0 h 1377166"/>
                <a:gd name="csX0" fmla="*/ 681905 w 1097666"/>
                <a:gd name="csY0" fmla="*/ 0 h 1377166"/>
                <a:gd name="csX1" fmla="*/ 1097666 w 1097666"/>
                <a:gd name="csY1" fmla="*/ 0 h 1377166"/>
                <a:gd name="csX2" fmla="*/ 1085971 w 1097666"/>
                <a:gd name="csY2" fmla="*/ 1249531 h 1377166"/>
                <a:gd name="csX3" fmla="*/ 853824 w 1097666"/>
                <a:gd name="csY3" fmla="*/ 1376298 h 1377166"/>
                <a:gd name="csX4" fmla="*/ 0 w 1097666"/>
                <a:gd name="csY4" fmla="*/ 1377166 h 1377166"/>
                <a:gd name="csX5" fmla="*/ 287997 w 1097666"/>
                <a:gd name="csY5" fmla="*/ 302237 h 1377166"/>
                <a:gd name="csX6" fmla="*/ 681905 w 1097666"/>
                <a:gd name="csY6" fmla="*/ 0 h 1377166"/>
                <a:gd name="csX0" fmla="*/ 681905 w 1108831"/>
                <a:gd name="csY0" fmla="*/ 0 h 1377166"/>
                <a:gd name="csX1" fmla="*/ 1097666 w 1108831"/>
                <a:gd name="csY1" fmla="*/ 0 h 1377166"/>
                <a:gd name="csX2" fmla="*/ 1108831 w 1108831"/>
                <a:gd name="csY2" fmla="*/ 1249531 h 1377166"/>
                <a:gd name="csX3" fmla="*/ 853824 w 1108831"/>
                <a:gd name="csY3" fmla="*/ 1376298 h 1377166"/>
                <a:gd name="csX4" fmla="*/ 0 w 1108831"/>
                <a:gd name="csY4" fmla="*/ 1377166 h 1377166"/>
                <a:gd name="csX5" fmla="*/ 287997 w 1108831"/>
                <a:gd name="csY5" fmla="*/ 302237 h 1377166"/>
                <a:gd name="csX6" fmla="*/ 681905 w 1108831"/>
                <a:gd name="csY6" fmla="*/ 0 h 1377166"/>
                <a:gd name="csX0" fmla="*/ 681905 w 1108831"/>
                <a:gd name="csY0" fmla="*/ 0 h 1377166"/>
                <a:gd name="csX1" fmla="*/ 1097666 w 1108831"/>
                <a:gd name="csY1" fmla="*/ 0 h 1377166"/>
                <a:gd name="csX2" fmla="*/ 1108831 w 1108831"/>
                <a:gd name="csY2" fmla="*/ 1249531 h 1377166"/>
                <a:gd name="csX3" fmla="*/ 853824 w 1108831"/>
                <a:gd name="csY3" fmla="*/ 1376298 h 1377166"/>
                <a:gd name="csX4" fmla="*/ 0 w 1108831"/>
                <a:gd name="csY4" fmla="*/ 1377166 h 1377166"/>
                <a:gd name="csX5" fmla="*/ 287997 w 1108831"/>
                <a:gd name="csY5" fmla="*/ 302237 h 1377166"/>
                <a:gd name="csX6" fmla="*/ 681905 w 1108831"/>
                <a:gd name="csY6" fmla="*/ 0 h 1377166"/>
                <a:gd name="csX0" fmla="*/ 681905 w 1108831"/>
                <a:gd name="csY0" fmla="*/ 0 h 1378382"/>
                <a:gd name="csX1" fmla="*/ 1097666 w 1108831"/>
                <a:gd name="csY1" fmla="*/ 0 h 1378382"/>
                <a:gd name="csX2" fmla="*/ 1108831 w 1108831"/>
                <a:gd name="csY2" fmla="*/ 1249531 h 1378382"/>
                <a:gd name="csX3" fmla="*/ 853824 w 1108831"/>
                <a:gd name="csY3" fmla="*/ 1376298 h 1378382"/>
                <a:gd name="csX4" fmla="*/ 0 w 1108831"/>
                <a:gd name="csY4" fmla="*/ 1377166 h 1378382"/>
                <a:gd name="csX5" fmla="*/ 287997 w 1108831"/>
                <a:gd name="csY5" fmla="*/ 302237 h 1378382"/>
                <a:gd name="csX6" fmla="*/ 681905 w 1108831"/>
                <a:gd name="csY6" fmla="*/ 0 h 1378382"/>
                <a:gd name="csX0" fmla="*/ 681905 w 1108831"/>
                <a:gd name="csY0" fmla="*/ 0 h 1378033"/>
                <a:gd name="csX1" fmla="*/ 1097666 w 1108831"/>
                <a:gd name="csY1" fmla="*/ 0 h 1378033"/>
                <a:gd name="csX2" fmla="*/ 1108831 w 1108831"/>
                <a:gd name="csY2" fmla="*/ 1249531 h 1378033"/>
                <a:gd name="csX3" fmla="*/ 853824 w 1108831"/>
                <a:gd name="csY3" fmla="*/ 1376298 h 1378033"/>
                <a:gd name="csX4" fmla="*/ 0 w 1108831"/>
                <a:gd name="csY4" fmla="*/ 1377166 h 1378033"/>
                <a:gd name="csX5" fmla="*/ 287997 w 1108831"/>
                <a:gd name="csY5" fmla="*/ 302237 h 1378033"/>
                <a:gd name="csX6" fmla="*/ 681905 w 1108831"/>
                <a:gd name="csY6" fmla="*/ 0 h 1378033"/>
                <a:gd name="csX0" fmla="*/ 681905 w 1108831"/>
                <a:gd name="csY0" fmla="*/ 0 h 1380441"/>
                <a:gd name="csX1" fmla="*/ 1097666 w 1108831"/>
                <a:gd name="csY1" fmla="*/ 0 h 1380441"/>
                <a:gd name="csX2" fmla="*/ 1108831 w 1108831"/>
                <a:gd name="csY2" fmla="*/ 1249531 h 1380441"/>
                <a:gd name="csX3" fmla="*/ 853824 w 1108831"/>
                <a:gd name="csY3" fmla="*/ 1376298 h 1380441"/>
                <a:gd name="csX4" fmla="*/ 0 w 1108831"/>
                <a:gd name="csY4" fmla="*/ 1377166 h 1380441"/>
                <a:gd name="csX5" fmla="*/ 287997 w 1108831"/>
                <a:gd name="csY5" fmla="*/ 302237 h 1380441"/>
                <a:gd name="csX6" fmla="*/ 681905 w 1108831"/>
                <a:gd name="csY6" fmla="*/ 0 h 1380441"/>
                <a:gd name="csX0" fmla="*/ 681905 w 1108831"/>
                <a:gd name="csY0" fmla="*/ 0 h 1380090"/>
                <a:gd name="csX1" fmla="*/ 1097666 w 1108831"/>
                <a:gd name="csY1" fmla="*/ 0 h 1380090"/>
                <a:gd name="csX2" fmla="*/ 1108831 w 1108831"/>
                <a:gd name="csY2" fmla="*/ 1249531 h 1380090"/>
                <a:gd name="csX3" fmla="*/ 853824 w 1108831"/>
                <a:gd name="csY3" fmla="*/ 1376298 h 1380090"/>
                <a:gd name="csX4" fmla="*/ 0 w 1108831"/>
                <a:gd name="csY4" fmla="*/ 1377166 h 1380090"/>
                <a:gd name="csX5" fmla="*/ 287997 w 1108831"/>
                <a:gd name="csY5" fmla="*/ 302237 h 1380090"/>
                <a:gd name="csX6" fmla="*/ 681905 w 1108831"/>
                <a:gd name="csY6" fmla="*/ 0 h 138009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08831" h="1380090">
                  <a:moveTo>
                    <a:pt x="681905" y="0"/>
                  </a:moveTo>
                  <a:lnTo>
                    <a:pt x="1097666" y="0"/>
                  </a:lnTo>
                  <a:cubicBezTo>
                    <a:pt x="1101388" y="416510"/>
                    <a:pt x="1105109" y="833021"/>
                    <a:pt x="1108831" y="1249531"/>
                  </a:cubicBezTo>
                  <a:cubicBezTo>
                    <a:pt x="1092409" y="1354652"/>
                    <a:pt x="1018836" y="1393097"/>
                    <a:pt x="853824" y="1376298"/>
                  </a:cubicBezTo>
                  <a:lnTo>
                    <a:pt x="0" y="1377166"/>
                  </a:lnTo>
                  <a:lnTo>
                    <a:pt x="287997" y="302237"/>
                  </a:lnTo>
                  <a:cubicBezTo>
                    <a:pt x="335772" y="123959"/>
                    <a:pt x="497346" y="0"/>
                    <a:pt x="681905" y="0"/>
                  </a:cubicBezTo>
                  <a:close/>
                </a:path>
              </a:pathLst>
            </a:custGeom>
            <a:solidFill>
              <a:schemeClr val="accent1"/>
            </a:solidFill>
            <a:ln w="4606" cap="flat">
              <a:noFill/>
              <a:prstDash val="solid"/>
              <a:miter/>
            </a:ln>
          </p:spPr>
          <p:txBody>
            <a:bodyPr wrap="square">
              <a:noAutofit/>
            </a:bodyPr>
            <a:lstStyle/>
            <a:p>
              <a:endParaRPr lang="en-IN">
                <a:solidFill>
                  <a:schemeClr val="tx2"/>
                </a:solidFill>
              </a:endParaRPr>
            </a:p>
          </p:txBody>
        </p:sp>
      </p:grpSp>
      <p:grpSp>
        <p:nvGrpSpPr>
          <p:cNvPr id="72" name="Group 71">
            <a:extLst>
              <a:ext uri="{FF2B5EF4-FFF2-40B4-BE49-F238E27FC236}">
                <a16:creationId xmlns:a16="http://schemas.microsoft.com/office/drawing/2014/main" id="{6FB4FC83-55C7-3AE6-BCC4-8F32C2BCFBB5}"/>
              </a:ext>
            </a:extLst>
          </p:cNvPr>
          <p:cNvGrpSpPr/>
          <p:nvPr userDrawn="1"/>
        </p:nvGrpSpPr>
        <p:grpSpPr>
          <a:xfrm>
            <a:off x="4184444" y="4712081"/>
            <a:ext cx="3805926" cy="1380090"/>
            <a:chOff x="4184444" y="4712081"/>
            <a:chExt cx="3805926" cy="1380090"/>
          </a:xfrm>
        </p:grpSpPr>
        <p:sp>
          <p:nvSpPr>
            <p:cNvPr id="47" name="Freeform: Shape 46">
              <a:extLst>
                <a:ext uri="{FF2B5EF4-FFF2-40B4-BE49-F238E27FC236}">
                  <a16:creationId xmlns:a16="http://schemas.microsoft.com/office/drawing/2014/main" id="{CCCEE81C-90FC-613D-400D-CF8DF1E2FAF7}"/>
                </a:ext>
              </a:extLst>
            </p:cNvPr>
            <p:cNvSpPr/>
            <p:nvPr userDrawn="1"/>
          </p:nvSpPr>
          <p:spPr>
            <a:xfrm>
              <a:off x="4184444" y="4712082"/>
              <a:ext cx="2780953" cy="1377310"/>
            </a:xfrm>
            <a:custGeom>
              <a:avLst/>
              <a:gdLst>
                <a:gd name="csX0" fmla="*/ 0 w 2780953"/>
                <a:gd name="csY0" fmla="*/ 0 h 1377166"/>
                <a:gd name="csX1" fmla="*/ 2535183 w 2780953"/>
                <a:gd name="csY1" fmla="*/ 0 h 1377166"/>
                <a:gd name="csX2" fmla="*/ 2772440 w 2780953"/>
                <a:gd name="csY2" fmla="*/ 307919 h 1377166"/>
                <a:gd name="csX3" fmla="*/ 2484913 w 2780953"/>
                <a:gd name="csY3" fmla="*/ 1377166 h 1377166"/>
                <a:gd name="csX4" fmla="*/ 2426 w 2780953"/>
                <a:gd name="csY4" fmla="*/ 1377166 h 1377166"/>
                <a:gd name="csX5" fmla="*/ 2178 w 2780953"/>
                <a:gd name="csY5" fmla="*/ 1203244 h 1377166"/>
                <a:gd name="csX6" fmla="*/ 0 w 2780953"/>
                <a:gd name="csY6" fmla="*/ 0 h 1377166"/>
                <a:gd name="csX0" fmla="*/ 0 w 2780953"/>
                <a:gd name="csY0" fmla="*/ 0 h 1377166"/>
                <a:gd name="csX1" fmla="*/ 2535183 w 2780953"/>
                <a:gd name="csY1" fmla="*/ 0 h 1377166"/>
                <a:gd name="csX2" fmla="*/ 2772440 w 2780953"/>
                <a:gd name="csY2" fmla="*/ 307919 h 1377166"/>
                <a:gd name="csX3" fmla="*/ 2484913 w 2780953"/>
                <a:gd name="csY3" fmla="*/ 1377166 h 1377166"/>
                <a:gd name="csX4" fmla="*/ 177686 w 2780953"/>
                <a:gd name="csY4" fmla="*/ 1377166 h 1377166"/>
                <a:gd name="csX5" fmla="*/ 2178 w 2780953"/>
                <a:gd name="csY5" fmla="*/ 1203244 h 1377166"/>
                <a:gd name="csX6" fmla="*/ 0 w 2780953"/>
                <a:gd name="csY6" fmla="*/ 0 h 1377166"/>
                <a:gd name="csX0" fmla="*/ 0 w 2780953"/>
                <a:gd name="csY0" fmla="*/ 0 h 1377166"/>
                <a:gd name="csX1" fmla="*/ 2535183 w 2780953"/>
                <a:gd name="csY1" fmla="*/ 0 h 1377166"/>
                <a:gd name="csX2" fmla="*/ 2772440 w 2780953"/>
                <a:gd name="csY2" fmla="*/ 307919 h 1377166"/>
                <a:gd name="csX3" fmla="*/ 2484913 w 2780953"/>
                <a:gd name="csY3" fmla="*/ 1377166 h 1377166"/>
                <a:gd name="csX4" fmla="*/ 139586 w 2780953"/>
                <a:gd name="csY4" fmla="*/ 1377166 h 1377166"/>
                <a:gd name="csX5" fmla="*/ 2178 w 2780953"/>
                <a:gd name="csY5" fmla="*/ 1203244 h 1377166"/>
                <a:gd name="csX6" fmla="*/ 0 w 2780953"/>
                <a:gd name="csY6" fmla="*/ 0 h 1377166"/>
                <a:gd name="csX0" fmla="*/ 0 w 2780953"/>
                <a:gd name="csY0" fmla="*/ 0 h 1377166"/>
                <a:gd name="csX1" fmla="*/ 2535183 w 2780953"/>
                <a:gd name="csY1" fmla="*/ 0 h 1377166"/>
                <a:gd name="csX2" fmla="*/ 2772440 w 2780953"/>
                <a:gd name="csY2" fmla="*/ 307919 h 1377166"/>
                <a:gd name="csX3" fmla="*/ 2484913 w 2780953"/>
                <a:gd name="csY3" fmla="*/ 1377166 h 1377166"/>
                <a:gd name="csX4" fmla="*/ 166256 w 2780953"/>
                <a:gd name="csY4" fmla="*/ 1377166 h 1377166"/>
                <a:gd name="csX5" fmla="*/ 2178 w 2780953"/>
                <a:gd name="csY5" fmla="*/ 1203244 h 1377166"/>
                <a:gd name="csX6" fmla="*/ 0 w 2780953"/>
                <a:gd name="csY6" fmla="*/ 0 h 1377166"/>
                <a:gd name="csX0" fmla="*/ 0 w 2780953"/>
                <a:gd name="csY0" fmla="*/ 0 h 1377166"/>
                <a:gd name="csX1" fmla="*/ 2535183 w 2780953"/>
                <a:gd name="csY1" fmla="*/ 0 h 1377166"/>
                <a:gd name="csX2" fmla="*/ 2772440 w 2780953"/>
                <a:gd name="csY2" fmla="*/ 307919 h 1377166"/>
                <a:gd name="csX3" fmla="*/ 2484913 w 2780953"/>
                <a:gd name="csY3" fmla="*/ 1377166 h 1377166"/>
                <a:gd name="csX4" fmla="*/ 166256 w 2780953"/>
                <a:gd name="csY4" fmla="*/ 1377166 h 1377166"/>
                <a:gd name="csX5" fmla="*/ 2178 w 2780953"/>
                <a:gd name="csY5" fmla="*/ 1203244 h 1377166"/>
                <a:gd name="csX6" fmla="*/ 0 w 2780953"/>
                <a:gd name="csY6" fmla="*/ 0 h 1377166"/>
                <a:gd name="csX0" fmla="*/ 0 w 2780953"/>
                <a:gd name="csY0" fmla="*/ 0 h 1377310"/>
                <a:gd name="csX1" fmla="*/ 2535183 w 2780953"/>
                <a:gd name="csY1" fmla="*/ 0 h 1377310"/>
                <a:gd name="csX2" fmla="*/ 2772440 w 2780953"/>
                <a:gd name="csY2" fmla="*/ 307919 h 1377310"/>
                <a:gd name="csX3" fmla="*/ 2484913 w 2780953"/>
                <a:gd name="csY3" fmla="*/ 1377166 h 1377310"/>
                <a:gd name="csX4" fmla="*/ 166256 w 2780953"/>
                <a:gd name="csY4" fmla="*/ 1377166 h 1377310"/>
                <a:gd name="csX5" fmla="*/ 2178 w 2780953"/>
                <a:gd name="csY5" fmla="*/ 1203244 h 1377310"/>
                <a:gd name="csX6" fmla="*/ 0 w 2780953"/>
                <a:gd name="csY6" fmla="*/ 0 h 137731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780953" h="1377310">
                  <a:moveTo>
                    <a:pt x="0" y="0"/>
                  </a:moveTo>
                  <a:lnTo>
                    <a:pt x="2535183" y="0"/>
                  </a:lnTo>
                  <a:cubicBezTo>
                    <a:pt x="2696753" y="0"/>
                    <a:pt x="2814258" y="152539"/>
                    <a:pt x="2772440" y="307919"/>
                  </a:cubicBezTo>
                  <a:lnTo>
                    <a:pt x="2484913" y="1377166"/>
                  </a:lnTo>
                  <a:lnTo>
                    <a:pt x="166256" y="1377166"/>
                  </a:lnTo>
                  <a:cubicBezTo>
                    <a:pt x="6153" y="1382057"/>
                    <a:pt x="2261" y="1261218"/>
                    <a:pt x="2178" y="1203244"/>
                  </a:cubicBezTo>
                  <a:cubicBezTo>
                    <a:pt x="1452" y="802163"/>
                    <a:pt x="0" y="446667"/>
                    <a:pt x="0" y="0"/>
                  </a:cubicBezTo>
                  <a:close/>
                </a:path>
              </a:pathLst>
            </a:custGeom>
            <a:solidFill>
              <a:schemeClr val="accent1"/>
            </a:solidFill>
            <a:ln w="4606" cap="flat">
              <a:noFill/>
              <a:prstDash val="solid"/>
              <a:miter/>
            </a:ln>
          </p:spPr>
          <p:txBody>
            <a:bodyPr wrap="square">
              <a:noAutofit/>
            </a:bodyPr>
            <a:lstStyle/>
            <a:p>
              <a:endParaRPr lang="en-IN">
                <a:solidFill>
                  <a:schemeClr val="tx2"/>
                </a:solidFill>
              </a:endParaRPr>
            </a:p>
          </p:txBody>
        </p:sp>
        <p:sp>
          <p:nvSpPr>
            <p:cNvPr id="48" name="Freeform: Shape 47">
              <a:extLst>
                <a:ext uri="{FF2B5EF4-FFF2-40B4-BE49-F238E27FC236}">
                  <a16:creationId xmlns:a16="http://schemas.microsoft.com/office/drawing/2014/main" id="{32629723-FE0D-8461-2064-F21E3D2F40E8}"/>
                </a:ext>
              </a:extLst>
            </p:cNvPr>
            <p:cNvSpPr/>
            <p:nvPr userDrawn="1"/>
          </p:nvSpPr>
          <p:spPr>
            <a:xfrm>
              <a:off x="6881539" y="4712081"/>
              <a:ext cx="1108831" cy="1380090"/>
            </a:xfrm>
            <a:custGeom>
              <a:avLst/>
              <a:gdLst>
                <a:gd name="csX0" fmla="*/ 681905 w 1097666"/>
                <a:gd name="csY0" fmla="*/ 0 h 1377166"/>
                <a:gd name="csX1" fmla="*/ 1097666 w 1097666"/>
                <a:gd name="csY1" fmla="*/ 0 h 1377166"/>
                <a:gd name="csX2" fmla="*/ 1095496 w 1097666"/>
                <a:gd name="csY2" fmla="*/ 1377166 h 1377166"/>
                <a:gd name="csX3" fmla="*/ 0 w 1097666"/>
                <a:gd name="csY3" fmla="*/ 1377166 h 1377166"/>
                <a:gd name="csX4" fmla="*/ 287997 w 1097666"/>
                <a:gd name="csY4" fmla="*/ 302237 h 1377166"/>
                <a:gd name="csX5" fmla="*/ 681905 w 1097666"/>
                <a:gd name="csY5" fmla="*/ 0 h 1377166"/>
                <a:gd name="csX0" fmla="*/ 681905 w 1097666"/>
                <a:gd name="csY0" fmla="*/ 0 h 1377166"/>
                <a:gd name="csX1" fmla="*/ 1097666 w 1097666"/>
                <a:gd name="csY1" fmla="*/ 0 h 1377166"/>
                <a:gd name="csX2" fmla="*/ 1085971 w 1097666"/>
                <a:gd name="csY2" fmla="*/ 1302871 h 1377166"/>
                <a:gd name="csX3" fmla="*/ 0 w 1097666"/>
                <a:gd name="csY3" fmla="*/ 1377166 h 1377166"/>
                <a:gd name="csX4" fmla="*/ 287997 w 1097666"/>
                <a:gd name="csY4" fmla="*/ 302237 h 1377166"/>
                <a:gd name="csX5" fmla="*/ 681905 w 1097666"/>
                <a:gd name="csY5" fmla="*/ 0 h 1377166"/>
                <a:gd name="csX0" fmla="*/ 681905 w 1097666"/>
                <a:gd name="csY0" fmla="*/ 0 h 1377166"/>
                <a:gd name="csX1" fmla="*/ 1097666 w 1097666"/>
                <a:gd name="csY1" fmla="*/ 0 h 1377166"/>
                <a:gd name="csX2" fmla="*/ 1085971 w 1097666"/>
                <a:gd name="csY2" fmla="*/ 1302871 h 1377166"/>
                <a:gd name="csX3" fmla="*/ 861444 w 1097666"/>
                <a:gd name="csY3" fmla="*/ 1319148 h 1377166"/>
                <a:gd name="csX4" fmla="*/ 0 w 1097666"/>
                <a:gd name="csY4" fmla="*/ 1377166 h 1377166"/>
                <a:gd name="csX5" fmla="*/ 287997 w 1097666"/>
                <a:gd name="csY5" fmla="*/ 302237 h 1377166"/>
                <a:gd name="csX6" fmla="*/ 681905 w 1097666"/>
                <a:gd name="csY6" fmla="*/ 0 h 1377166"/>
                <a:gd name="csX0" fmla="*/ 681905 w 1097666"/>
                <a:gd name="csY0" fmla="*/ 0 h 1377166"/>
                <a:gd name="csX1" fmla="*/ 1097666 w 1097666"/>
                <a:gd name="csY1" fmla="*/ 0 h 1377166"/>
                <a:gd name="csX2" fmla="*/ 1085971 w 1097666"/>
                <a:gd name="csY2" fmla="*/ 1302871 h 1377166"/>
                <a:gd name="csX3" fmla="*/ 853824 w 1097666"/>
                <a:gd name="csY3" fmla="*/ 1376298 h 1377166"/>
                <a:gd name="csX4" fmla="*/ 0 w 1097666"/>
                <a:gd name="csY4" fmla="*/ 1377166 h 1377166"/>
                <a:gd name="csX5" fmla="*/ 287997 w 1097666"/>
                <a:gd name="csY5" fmla="*/ 302237 h 1377166"/>
                <a:gd name="csX6" fmla="*/ 681905 w 1097666"/>
                <a:gd name="csY6" fmla="*/ 0 h 1377166"/>
                <a:gd name="csX0" fmla="*/ 681905 w 1116451"/>
                <a:gd name="csY0" fmla="*/ 0 h 1377166"/>
                <a:gd name="csX1" fmla="*/ 1097666 w 1116451"/>
                <a:gd name="csY1" fmla="*/ 0 h 1377166"/>
                <a:gd name="csX2" fmla="*/ 1116451 w 1116451"/>
                <a:gd name="csY2" fmla="*/ 1245721 h 1377166"/>
                <a:gd name="csX3" fmla="*/ 853824 w 1116451"/>
                <a:gd name="csY3" fmla="*/ 1376298 h 1377166"/>
                <a:gd name="csX4" fmla="*/ 0 w 1116451"/>
                <a:gd name="csY4" fmla="*/ 1377166 h 1377166"/>
                <a:gd name="csX5" fmla="*/ 287997 w 1116451"/>
                <a:gd name="csY5" fmla="*/ 302237 h 1377166"/>
                <a:gd name="csX6" fmla="*/ 681905 w 1116451"/>
                <a:gd name="csY6" fmla="*/ 0 h 1377166"/>
                <a:gd name="csX0" fmla="*/ 681905 w 1097666"/>
                <a:gd name="csY0" fmla="*/ 0 h 1377166"/>
                <a:gd name="csX1" fmla="*/ 1097666 w 1097666"/>
                <a:gd name="csY1" fmla="*/ 0 h 1377166"/>
                <a:gd name="csX2" fmla="*/ 1085971 w 1097666"/>
                <a:gd name="csY2" fmla="*/ 1249531 h 1377166"/>
                <a:gd name="csX3" fmla="*/ 853824 w 1097666"/>
                <a:gd name="csY3" fmla="*/ 1376298 h 1377166"/>
                <a:gd name="csX4" fmla="*/ 0 w 1097666"/>
                <a:gd name="csY4" fmla="*/ 1377166 h 1377166"/>
                <a:gd name="csX5" fmla="*/ 287997 w 1097666"/>
                <a:gd name="csY5" fmla="*/ 302237 h 1377166"/>
                <a:gd name="csX6" fmla="*/ 681905 w 1097666"/>
                <a:gd name="csY6" fmla="*/ 0 h 1377166"/>
                <a:gd name="csX0" fmla="*/ 681905 w 1108831"/>
                <a:gd name="csY0" fmla="*/ 0 h 1377166"/>
                <a:gd name="csX1" fmla="*/ 1097666 w 1108831"/>
                <a:gd name="csY1" fmla="*/ 0 h 1377166"/>
                <a:gd name="csX2" fmla="*/ 1108831 w 1108831"/>
                <a:gd name="csY2" fmla="*/ 1249531 h 1377166"/>
                <a:gd name="csX3" fmla="*/ 853824 w 1108831"/>
                <a:gd name="csY3" fmla="*/ 1376298 h 1377166"/>
                <a:gd name="csX4" fmla="*/ 0 w 1108831"/>
                <a:gd name="csY4" fmla="*/ 1377166 h 1377166"/>
                <a:gd name="csX5" fmla="*/ 287997 w 1108831"/>
                <a:gd name="csY5" fmla="*/ 302237 h 1377166"/>
                <a:gd name="csX6" fmla="*/ 681905 w 1108831"/>
                <a:gd name="csY6" fmla="*/ 0 h 1377166"/>
                <a:gd name="csX0" fmla="*/ 681905 w 1108831"/>
                <a:gd name="csY0" fmla="*/ 0 h 1377166"/>
                <a:gd name="csX1" fmla="*/ 1097666 w 1108831"/>
                <a:gd name="csY1" fmla="*/ 0 h 1377166"/>
                <a:gd name="csX2" fmla="*/ 1108831 w 1108831"/>
                <a:gd name="csY2" fmla="*/ 1249531 h 1377166"/>
                <a:gd name="csX3" fmla="*/ 853824 w 1108831"/>
                <a:gd name="csY3" fmla="*/ 1376298 h 1377166"/>
                <a:gd name="csX4" fmla="*/ 0 w 1108831"/>
                <a:gd name="csY4" fmla="*/ 1377166 h 1377166"/>
                <a:gd name="csX5" fmla="*/ 287997 w 1108831"/>
                <a:gd name="csY5" fmla="*/ 302237 h 1377166"/>
                <a:gd name="csX6" fmla="*/ 681905 w 1108831"/>
                <a:gd name="csY6" fmla="*/ 0 h 1377166"/>
                <a:gd name="csX0" fmla="*/ 681905 w 1108831"/>
                <a:gd name="csY0" fmla="*/ 0 h 1378382"/>
                <a:gd name="csX1" fmla="*/ 1097666 w 1108831"/>
                <a:gd name="csY1" fmla="*/ 0 h 1378382"/>
                <a:gd name="csX2" fmla="*/ 1108831 w 1108831"/>
                <a:gd name="csY2" fmla="*/ 1249531 h 1378382"/>
                <a:gd name="csX3" fmla="*/ 853824 w 1108831"/>
                <a:gd name="csY3" fmla="*/ 1376298 h 1378382"/>
                <a:gd name="csX4" fmla="*/ 0 w 1108831"/>
                <a:gd name="csY4" fmla="*/ 1377166 h 1378382"/>
                <a:gd name="csX5" fmla="*/ 287997 w 1108831"/>
                <a:gd name="csY5" fmla="*/ 302237 h 1378382"/>
                <a:gd name="csX6" fmla="*/ 681905 w 1108831"/>
                <a:gd name="csY6" fmla="*/ 0 h 1378382"/>
                <a:gd name="csX0" fmla="*/ 681905 w 1108831"/>
                <a:gd name="csY0" fmla="*/ 0 h 1378033"/>
                <a:gd name="csX1" fmla="*/ 1097666 w 1108831"/>
                <a:gd name="csY1" fmla="*/ 0 h 1378033"/>
                <a:gd name="csX2" fmla="*/ 1108831 w 1108831"/>
                <a:gd name="csY2" fmla="*/ 1249531 h 1378033"/>
                <a:gd name="csX3" fmla="*/ 853824 w 1108831"/>
                <a:gd name="csY3" fmla="*/ 1376298 h 1378033"/>
                <a:gd name="csX4" fmla="*/ 0 w 1108831"/>
                <a:gd name="csY4" fmla="*/ 1377166 h 1378033"/>
                <a:gd name="csX5" fmla="*/ 287997 w 1108831"/>
                <a:gd name="csY5" fmla="*/ 302237 h 1378033"/>
                <a:gd name="csX6" fmla="*/ 681905 w 1108831"/>
                <a:gd name="csY6" fmla="*/ 0 h 1378033"/>
                <a:gd name="csX0" fmla="*/ 681905 w 1108831"/>
                <a:gd name="csY0" fmla="*/ 0 h 1380441"/>
                <a:gd name="csX1" fmla="*/ 1097666 w 1108831"/>
                <a:gd name="csY1" fmla="*/ 0 h 1380441"/>
                <a:gd name="csX2" fmla="*/ 1108831 w 1108831"/>
                <a:gd name="csY2" fmla="*/ 1249531 h 1380441"/>
                <a:gd name="csX3" fmla="*/ 853824 w 1108831"/>
                <a:gd name="csY3" fmla="*/ 1376298 h 1380441"/>
                <a:gd name="csX4" fmla="*/ 0 w 1108831"/>
                <a:gd name="csY4" fmla="*/ 1377166 h 1380441"/>
                <a:gd name="csX5" fmla="*/ 287997 w 1108831"/>
                <a:gd name="csY5" fmla="*/ 302237 h 1380441"/>
                <a:gd name="csX6" fmla="*/ 681905 w 1108831"/>
                <a:gd name="csY6" fmla="*/ 0 h 1380441"/>
                <a:gd name="csX0" fmla="*/ 681905 w 1108831"/>
                <a:gd name="csY0" fmla="*/ 0 h 1380090"/>
                <a:gd name="csX1" fmla="*/ 1097666 w 1108831"/>
                <a:gd name="csY1" fmla="*/ 0 h 1380090"/>
                <a:gd name="csX2" fmla="*/ 1108831 w 1108831"/>
                <a:gd name="csY2" fmla="*/ 1249531 h 1380090"/>
                <a:gd name="csX3" fmla="*/ 853824 w 1108831"/>
                <a:gd name="csY3" fmla="*/ 1376298 h 1380090"/>
                <a:gd name="csX4" fmla="*/ 0 w 1108831"/>
                <a:gd name="csY4" fmla="*/ 1377166 h 1380090"/>
                <a:gd name="csX5" fmla="*/ 287997 w 1108831"/>
                <a:gd name="csY5" fmla="*/ 302237 h 1380090"/>
                <a:gd name="csX6" fmla="*/ 681905 w 1108831"/>
                <a:gd name="csY6" fmla="*/ 0 h 138009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08831" h="1380090">
                  <a:moveTo>
                    <a:pt x="681905" y="0"/>
                  </a:moveTo>
                  <a:lnTo>
                    <a:pt x="1097666" y="0"/>
                  </a:lnTo>
                  <a:cubicBezTo>
                    <a:pt x="1101388" y="416510"/>
                    <a:pt x="1105109" y="833021"/>
                    <a:pt x="1108831" y="1249531"/>
                  </a:cubicBezTo>
                  <a:cubicBezTo>
                    <a:pt x="1092409" y="1354652"/>
                    <a:pt x="1018836" y="1393097"/>
                    <a:pt x="853824" y="1376298"/>
                  </a:cubicBezTo>
                  <a:lnTo>
                    <a:pt x="0" y="1377166"/>
                  </a:lnTo>
                  <a:lnTo>
                    <a:pt x="287997" y="302237"/>
                  </a:lnTo>
                  <a:cubicBezTo>
                    <a:pt x="335772" y="123959"/>
                    <a:pt x="497346" y="0"/>
                    <a:pt x="681905" y="0"/>
                  </a:cubicBezTo>
                  <a:close/>
                </a:path>
              </a:pathLst>
            </a:custGeom>
            <a:solidFill>
              <a:schemeClr val="accent1"/>
            </a:solidFill>
            <a:ln w="4606" cap="flat">
              <a:noFill/>
              <a:prstDash val="solid"/>
              <a:miter/>
            </a:ln>
          </p:spPr>
          <p:txBody>
            <a:bodyPr wrap="square">
              <a:noAutofit/>
            </a:bodyPr>
            <a:lstStyle/>
            <a:p>
              <a:endParaRPr lang="en-IN">
                <a:solidFill>
                  <a:schemeClr val="tx2"/>
                </a:solidFill>
              </a:endParaRPr>
            </a:p>
          </p:txBody>
        </p:sp>
      </p:grpSp>
      <p:grpSp>
        <p:nvGrpSpPr>
          <p:cNvPr id="67" name="Group 66">
            <a:extLst>
              <a:ext uri="{FF2B5EF4-FFF2-40B4-BE49-F238E27FC236}">
                <a16:creationId xmlns:a16="http://schemas.microsoft.com/office/drawing/2014/main" id="{1DA00721-0C70-9BEF-3643-CB1FBB24CFBD}"/>
              </a:ext>
            </a:extLst>
          </p:cNvPr>
          <p:cNvGrpSpPr/>
          <p:nvPr userDrawn="1"/>
        </p:nvGrpSpPr>
        <p:grpSpPr>
          <a:xfrm>
            <a:off x="8164787" y="4712081"/>
            <a:ext cx="3805926" cy="1380090"/>
            <a:chOff x="8164787" y="4712081"/>
            <a:chExt cx="3805926" cy="1380090"/>
          </a:xfrm>
        </p:grpSpPr>
        <p:sp>
          <p:nvSpPr>
            <p:cNvPr id="49" name="Freeform: Shape 48">
              <a:extLst>
                <a:ext uri="{FF2B5EF4-FFF2-40B4-BE49-F238E27FC236}">
                  <a16:creationId xmlns:a16="http://schemas.microsoft.com/office/drawing/2014/main" id="{9826B8D1-B3F6-77B0-2A75-C8F0BE0EEA6A}"/>
                </a:ext>
              </a:extLst>
            </p:cNvPr>
            <p:cNvSpPr/>
            <p:nvPr userDrawn="1"/>
          </p:nvSpPr>
          <p:spPr>
            <a:xfrm>
              <a:off x="8164787" y="4712082"/>
              <a:ext cx="2780953" cy="1377310"/>
            </a:xfrm>
            <a:custGeom>
              <a:avLst/>
              <a:gdLst>
                <a:gd name="csX0" fmla="*/ 0 w 2780953"/>
                <a:gd name="csY0" fmla="*/ 0 h 1377166"/>
                <a:gd name="csX1" fmla="*/ 2535183 w 2780953"/>
                <a:gd name="csY1" fmla="*/ 0 h 1377166"/>
                <a:gd name="csX2" fmla="*/ 2772440 w 2780953"/>
                <a:gd name="csY2" fmla="*/ 307919 h 1377166"/>
                <a:gd name="csX3" fmla="*/ 2484913 w 2780953"/>
                <a:gd name="csY3" fmla="*/ 1377166 h 1377166"/>
                <a:gd name="csX4" fmla="*/ 2426 w 2780953"/>
                <a:gd name="csY4" fmla="*/ 1377166 h 1377166"/>
                <a:gd name="csX5" fmla="*/ 2178 w 2780953"/>
                <a:gd name="csY5" fmla="*/ 1203244 h 1377166"/>
                <a:gd name="csX6" fmla="*/ 0 w 2780953"/>
                <a:gd name="csY6" fmla="*/ 0 h 1377166"/>
                <a:gd name="csX0" fmla="*/ 0 w 2780953"/>
                <a:gd name="csY0" fmla="*/ 0 h 1377166"/>
                <a:gd name="csX1" fmla="*/ 2535183 w 2780953"/>
                <a:gd name="csY1" fmla="*/ 0 h 1377166"/>
                <a:gd name="csX2" fmla="*/ 2772440 w 2780953"/>
                <a:gd name="csY2" fmla="*/ 307919 h 1377166"/>
                <a:gd name="csX3" fmla="*/ 2484913 w 2780953"/>
                <a:gd name="csY3" fmla="*/ 1377166 h 1377166"/>
                <a:gd name="csX4" fmla="*/ 177686 w 2780953"/>
                <a:gd name="csY4" fmla="*/ 1377166 h 1377166"/>
                <a:gd name="csX5" fmla="*/ 2178 w 2780953"/>
                <a:gd name="csY5" fmla="*/ 1203244 h 1377166"/>
                <a:gd name="csX6" fmla="*/ 0 w 2780953"/>
                <a:gd name="csY6" fmla="*/ 0 h 1377166"/>
                <a:gd name="csX0" fmla="*/ 0 w 2780953"/>
                <a:gd name="csY0" fmla="*/ 0 h 1377166"/>
                <a:gd name="csX1" fmla="*/ 2535183 w 2780953"/>
                <a:gd name="csY1" fmla="*/ 0 h 1377166"/>
                <a:gd name="csX2" fmla="*/ 2772440 w 2780953"/>
                <a:gd name="csY2" fmla="*/ 307919 h 1377166"/>
                <a:gd name="csX3" fmla="*/ 2484913 w 2780953"/>
                <a:gd name="csY3" fmla="*/ 1377166 h 1377166"/>
                <a:gd name="csX4" fmla="*/ 139586 w 2780953"/>
                <a:gd name="csY4" fmla="*/ 1377166 h 1377166"/>
                <a:gd name="csX5" fmla="*/ 2178 w 2780953"/>
                <a:gd name="csY5" fmla="*/ 1203244 h 1377166"/>
                <a:gd name="csX6" fmla="*/ 0 w 2780953"/>
                <a:gd name="csY6" fmla="*/ 0 h 1377166"/>
                <a:gd name="csX0" fmla="*/ 0 w 2780953"/>
                <a:gd name="csY0" fmla="*/ 0 h 1377166"/>
                <a:gd name="csX1" fmla="*/ 2535183 w 2780953"/>
                <a:gd name="csY1" fmla="*/ 0 h 1377166"/>
                <a:gd name="csX2" fmla="*/ 2772440 w 2780953"/>
                <a:gd name="csY2" fmla="*/ 307919 h 1377166"/>
                <a:gd name="csX3" fmla="*/ 2484913 w 2780953"/>
                <a:gd name="csY3" fmla="*/ 1377166 h 1377166"/>
                <a:gd name="csX4" fmla="*/ 166256 w 2780953"/>
                <a:gd name="csY4" fmla="*/ 1377166 h 1377166"/>
                <a:gd name="csX5" fmla="*/ 2178 w 2780953"/>
                <a:gd name="csY5" fmla="*/ 1203244 h 1377166"/>
                <a:gd name="csX6" fmla="*/ 0 w 2780953"/>
                <a:gd name="csY6" fmla="*/ 0 h 1377166"/>
                <a:gd name="csX0" fmla="*/ 0 w 2780953"/>
                <a:gd name="csY0" fmla="*/ 0 h 1377166"/>
                <a:gd name="csX1" fmla="*/ 2535183 w 2780953"/>
                <a:gd name="csY1" fmla="*/ 0 h 1377166"/>
                <a:gd name="csX2" fmla="*/ 2772440 w 2780953"/>
                <a:gd name="csY2" fmla="*/ 307919 h 1377166"/>
                <a:gd name="csX3" fmla="*/ 2484913 w 2780953"/>
                <a:gd name="csY3" fmla="*/ 1377166 h 1377166"/>
                <a:gd name="csX4" fmla="*/ 166256 w 2780953"/>
                <a:gd name="csY4" fmla="*/ 1377166 h 1377166"/>
                <a:gd name="csX5" fmla="*/ 2178 w 2780953"/>
                <a:gd name="csY5" fmla="*/ 1203244 h 1377166"/>
                <a:gd name="csX6" fmla="*/ 0 w 2780953"/>
                <a:gd name="csY6" fmla="*/ 0 h 1377166"/>
                <a:gd name="csX0" fmla="*/ 0 w 2780953"/>
                <a:gd name="csY0" fmla="*/ 0 h 1377310"/>
                <a:gd name="csX1" fmla="*/ 2535183 w 2780953"/>
                <a:gd name="csY1" fmla="*/ 0 h 1377310"/>
                <a:gd name="csX2" fmla="*/ 2772440 w 2780953"/>
                <a:gd name="csY2" fmla="*/ 307919 h 1377310"/>
                <a:gd name="csX3" fmla="*/ 2484913 w 2780953"/>
                <a:gd name="csY3" fmla="*/ 1377166 h 1377310"/>
                <a:gd name="csX4" fmla="*/ 166256 w 2780953"/>
                <a:gd name="csY4" fmla="*/ 1377166 h 1377310"/>
                <a:gd name="csX5" fmla="*/ 2178 w 2780953"/>
                <a:gd name="csY5" fmla="*/ 1203244 h 1377310"/>
                <a:gd name="csX6" fmla="*/ 0 w 2780953"/>
                <a:gd name="csY6" fmla="*/ 0 h 137731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780953" h="1377310">
                  <a:moveTo>
                    <a:pt x="0" y="0"/>
                  </a:moveTo>
                  <a:lnTo>
                    <a:pt x="2535183" y="0"/>
                  </a:lnTo>
                  <a:cubicBezTo>
                    <a:pt x="2696753" y="0"/>
                    <a:pt x="2814258" y="152539"/>
                    <a:pt x="2772440" y="307919"/>
                  </a:cubicBezTo>
                  <a:lnTo>
                    <a:pt x="2484913" y="1377166"/>
                  </a:lnTo>
                  <a:lnTo>
                    <a:pt x="166256" y="1377166"/>
                  </a:lnTo>
                  <a:cubicBezTo>
                    <a:pt x="6153" y="1382057"/>
                    <a:pt x="2261" y="1261218"/>
                    <a:pt x="2178" y="1203244"/>
                  </a:cubicBezTo>
                  <a:cubicBezTo>
                    <a:pt x="1452" y="802163"/>
                    <a:pt x="0" y="446667"/>
                    <a:pt x="0" y="0"/>
                  </a:cubicBezTo>
                  <a:close/>
                </a:path>
              </a:pathLst>
            </a:custGeom>
            <a:solidFill>
              <a:schemeClr val="accent1"/>
            </a:solidFill>
            <a:ln w="4606" cap="flat">
              <a:noFill/>
              <a:prstDash val="solid"/>
              <a:miter/>
            </a:ln>
          </p:spPr>
          <p:txBody>
            <a:bodyPr wrap="square">
              <a:noAutofit/>
            </a:bodyPr>
            <a:lstStyle/>
            <a:p>
              <a:endParaRPr lang="en-IN">
                <a:solidFill>
                  <a:schemeClr val="tx2"/>
                </a:solidFill>
              </a:endParaRPr>
            </a:p>
          </p:txBody>
        </p:sp>
        <p:sp>
          <p:nvSpPr>
            <p:cNvPr id="50" name="Freeform: Shape 49">
              <a:extLst>
                <a:ext uri="{FF2B5EF4-FFF2-40B4-BE49-F238E27FC236}">
                  <a16:creationId xmlns:a16="http://schemas.microsoft.com/office/drawing/2014/main" id="{A70C69EB-0854-4783-749E-41B66D85DDBC}"/>
                </a:ext>
              </a:extLst>
            </p:cNvPr>
            <p:cNvSpPr/>
            <p:nvPr userDrawn="1"/>
          </p:nvSpPr>
          <p:spPr>
            <a:xfrm>
              <a:off x="10861882" y="4712081"/>
              <a:ext cx="1108831" cy="1380090"/>
            </a:xfrm>
            <a:custGeom>
              <a:avLst/>
              <a:gdLst>
                <a:gd name="csX0" fmla="*/ 681905 w 1097666"/>
                <a:gd name="csY0" fmla="*/ 0 h 1377166"/>
                <a:gd name="csX1" fmla="*/ 1097666 w 1097666"/>
                <a:gd name="csY1" fmla="*/ 0 h 1377166"/>
                <a:gd name="csX2" fmla="*/ 1095496 w 1097666"/>
                <a:gd name="csY2" fmla="*/ 1377166 h 1377166"/>
                <a:gd name="csX3" fmla="*/ 0 w 1097666"/>
                <a:gd name="csY3" fmla="*/ 1377166 h 1377166"/>
                <a:gd name="csX4" fmla="*/ 287997 w 1097666"/>
                <a:gd name="csY4" fmla="*/ 302237 h 1377166"/>
                <a:gd name="csX5" fmla="*/ 681905 w 1097666"/>
                <a:gd name="csY5" fmla="*/ 0 h 1377166"/>
                <a:gd name="csX0" fmla="*/ 681905 w 1097666"/>
                <a:gd name="csY0" fmla="*/ 0 h 1377166"/>
                <a:gd name="csX1" fmla="*/ 1097666 w 1097666"/>
                <a:gd name="csY1" fmla="*/ 0 h 1377166"/>
                <a:gd name="csX2" fmla="*/ 1085971 w 1097666"/>
                <a:gd name="csY2" fmla="*/ 1302871 h 1377166"/>
                <a:gd name="csX3" fmla="*/ 0 w 1097666"/>
                <a:gd name="csY3" fmla="*/ 1377166 h 1377166"/>
                <a:gd name="csX4" fmla="*/ 287997 w 1097666"/>
                <a:gd name="csY4" fmla="*/ 302237 h 1377166"/>
                <a:gd name="csX5" fmla="*/ 681905 w 1097666"/>
                <a:gd name="csY5" fmla="*/ 0 h 1377166"/>
                <a:gd name="csX0" fmla="*/ 681905 w 1097666"/>
                <a:gd name="csY0" fmla="*/ 0 h 1377166"/>
                <a:gd name="csX1" fmla="*/ 1097666 w 1097666"/>
                <a:gd name="csY1" fmla="*/ 0 h 1377166"/>
                <a:gd name="csX2" fmla="*/ 1085971 w 1097666"/>
                <a:gd name="csY2" fmla="*/ 1302871 h 1377166"/>
                <a:gd name="csX3" fmla="*/ 861444 w 1097666"/>
                <a:gd name="csY3" fmla="*/ 1319148 h 1377166"/>
                <a:gd name="csX4" fmla="*/ 0 w 1097666"/>
                <a:gd name="csY4" fmla="*/ 1377166 h 1377166"/>
                <a:gd name="csX5" fmla="*/ 287997 w 1097666"/>
                <a:gd name="csY5" fmla="*/ 302237 h 1377166"/>
                <a:gd name="csX6" fmla="*/ 681905 w 1097666"/>
                <a:gd name="csY6" fmla="*/ 0 h 1377166"/>
                <a:gd name="csX0" fmla="*/ 681905 w 1097666"/>
                <a:gd name="csY0" fmla="*/ 0 h 1377166"/>
                <a:gd name="csX1" fmla="*/ 1097666 w 1097666"/>
                <a:gd name="csY1" fmla="*/ 0 h 1377166"/>
                <a:gd name="csX2" fmla="*/ 1085971 w 1097666"/>
                <a:gd name="csY2" fmla="*/ 1302871 h 1377166"/>
                <a:gd name="csX3" fmla="*/ 853824 w 1097666"/>
                <a:gd name="csY3" fmla="*/ 1376298 h 1377166"/>
                <a:gd name="csX4" fmla="*/ 0 w 1097666"/>
                <a:gd name="csY4" fmla="*/ 1377166 h 1377166"/>
                <a:gd name="csX5" fmla="*/ 287997 w 1097666"/>
                <a:gd name="csY5" fmla="*/ 302237 h 1377166"/>
                <a:gd name="csX6" fmla="*/ 681905 w 1097666"/>
                <a:gd name="csY6" fmla="*/ 0 h 1377166"/>
                <a:gd name="csX0" fmla="*/ 681905 w 1116451"/>
                <a:gd name="csY0" fmla="*/ 0 h 1377166"/>
                <a:gd name="csX1" fmla="*/ 1097666 w 1116451"/>
                <a:gd name="csY1" fmla="*/ 0 h 1377166"/>
                <a:gd name="csX2" fmla="*/ 1116451 w 1116451"/>
                <a:gd name="csY2" fmla="*/ 1245721 h 1377166"/>
                <a:gd name="csX3" fmla="*/ 853824 w 1116451"/>
                <a:gd name="csY3" fmla="*/ 1376298 h 1377166"/>
                <a:gd name="csX4" fmla="*/ 0 w 1116451"/>
                <a:gd name="csY4" fmla="*/ 1377166 h 1377166"/>
                <a:gd name="csX5" fmla="*/ 287997 w 1116451"/>
                <a:gd name="csY5" fmla="*/ 302237 h 1377166"/>
                <a:gd name="csX6" fmla="*/ 681905 w 1116451"/>
                <a:gd name="csY6" fmla="*/ 0 h 1377166"/>
                <a:gd name="csX0" fmla="*/ 681905 w 1097666"/>
                <a:gd name="csY0" fmla="*/ 0 h 1377166"/>
                <a:gd name="csX1" fmla="*/ 1097666 w 1097666"/>
                <a:gd name="csY1" fmla="*/ 0 h 1377166"/>
                <a:gd name="csX2" fmla="*/ 1085971 w 1097666"/>
                <a:gd name="csY2" fmla="*/ 1249531 h 1377166"/>
                <a:gd name="csX3" fmla="*/ 853824 w 1097666"/>
                <a:gd name="csY3" fmla="*/ 1376298 h 1377166"/>
                <a:gd name="csX4" fmla="*/ 0 w 1097666"/>
                <a:gd name="csY4" fmla="*/ 1377166 h 1377166"/>
                <a:gd name="csX5" fmla="*/ 287997 w 1097666"/>
                <a:gd name="csY5" fmla="*/ 302237 h 1377166"/>
                <a:gd name="csX6" fmla="*/ 681905 w 1097666"/>
                <a:gd name="csY6" fmla="*/ 0 h 1377166"/>
                <a:gd name="csX0" fmla="*/ 681905 w 1108831"/>
                <a:gd name="csY0" fmla="*/ 0 h 1377166"/>
                <a:gd name="csX1" fmla="*/ 1097666 w 1108831"/>
                <a:gd name="csY1" fmla="*/ 0 h 1377166"/>
                <a:gd name="csX2" fmla="*/ 1108831 w 1108831"/>
                <a:gd name="csY2" fmla="*/ 1249531 h 1377166"/>
                <a:gd name="csX3" fmla="*/ 853824 w 1108831"/>
                <a:gd name="csY3" fmla="*/ 1376298 h 1377166"/>
                <a:gd name="csX4" fmla="*/ 0 w 1108831"/>
                <a:gd name="csY4" fmla="*/ 1377166 h 1377166"/>
                <a:gd name="csX5" fmla="*/ 287997 w 1108831"/>
                <a:gd name="csY5" fmla="*/ 302237 h 1377166"/>
                <a:gd name="csX6" fmla="*/ 681905 w 1108831"/>
                <a:gd name="csY6" fmla="*/ 0 h 1377166"/>
                <a:gd name="csX0" fmla="*/ 681905 w 1108831"/>
                <a:gd name="csY0" fmla="*/ 0 h 1377166"/>
                <a:gd name="csX1" fmla="*/ 1097666 w 1108831"/>
                <a:gd name="csY1" fmla="*/ 0 h 1377166"/>
                <a:gd name="csX2" fmla="*/ 1108831 w 1108831"/>
                <a:gd name="csY2" fmla="*/ 1249531 h 1377166"/>
                <a:gd name="csX3" fmla="*/ 853824 w 1108831"/>
                <a:gd name="csY3" fmla="*/ 1376298 h 1377166"/>
                <a:gd name="csX4" fmla="*/ 0 w 1108831"/>
                <a:gd name="csY4" fmla="*/ 1377166 h 1377166"/>
                <a:gd name="csX5" fmla="*/ 287997 w 1108831"/>
                <a:gd name="csY5" fmla="*/ 302237 h 1377166"/>
                <a:gd name="csX6" fmla="*/ 681905 w 1108831"/>
                <a:gd name="csY6" fmla="*/ 0 h 1377166"/>
                <a:gd name="csX0" fmla="*/ 681905 w 1108831"/>
                <a:gd name="csY0" fmla="*/ 0 h 1378382"/>
                <a:gd name="csX1" fmla="*/ 1097666 w 1108831"/>
                <a:gd name="csY1" fmla="*/ 0 h 1378382"/>
                <a:gd name="csX2" fmla="*/ 1108831 w 1108831"/>
                <a:gd name="csY2" fmla="*/ 1249531 h 1378382"/>
                <a:gd name="csX3" fmla="*/ 853824 w 1108831"/>
                <a:gd name="csY3" fmla="*/ 1376298 h 1378382"/>
                <a:gd name="csX4" fmla="*/ 0 w 1108831"/>
                <a:gd name="csY4" fmla="*/ 1377166 h 1378382"/>
                <a:gd name="csX5" fmla="*/ 287997 w 1108831"/>
                <a:gd name="csY5" fmla="*/ 302237 h 1378382"/>
                <a:gd name="csX6" fmla="*/ 681905 w 1108831"/>
                <a:gd name="csY6" fmla="*/ 0 h 1378382"/>
                <a:gd name="csX0" fmla="*/ 681905 w 1108831"/>
                <a:gd name="csY0" fmla="*/ 0 h 1378033"/>
                <a:gd name="csX1" fmla="*/ 1097666 w 1108831"/>
                <a:gd name="csY1" fmla="*/ 0 h 1378033"/>
                <a:gd name="csX2" fmla="*/ 1108831 w 1108831"/>
                <a:gd name="csY2" fmla="*/ 1249531 h 1378033"/>
                <a:gd name="csX3" fmla="*/ 853824 w 1108831"/>
                <a:gd name="csY3" fmla="*/ 1376298 h 1378033"/>
                <a:gd name="csX4" fmla="*/ 0 w 1108831"/>
                <a:gd name="csY4" fmla="*/ 1377166 h 1378033"/>
                <a:gd name="csX5" fmla="*/ 287997 w 1108831"/>
                <a:gd name="csY5" fmla="*/ 302237 h 1378033"/>
                <a:gd name="csX6" fmla="*/ 681905 w 1108831"/>
                <a:gd name="csY6" fmla="*/ 0 h 1378033"/>
                <a:gd name="csX0" fmla="*/ 681905 w 1108831"/>
                <a:gd name="csY0" fmla="*/ 0 h 1380441"/>
                <a:gd name="csX1" fmla="*/ 1097666 w 1108831"/>
                <a:gd name="csY1" fmla="*/ 0 h 1380441"/>
                <a:gd name="csX2" fmla="*/ 1108831 w 1108831"/>
                <a:gd name="csY2" fmla="*/ 1249531 h 1380441"/>
                <a:gd name="csX3" fmla="*/ 853824 w 1108831"/>
                <a:gd name="csY3" fmla="*/ 1376298 h 1380441"/>
                <a:gd name="csX4" fmla="*/ 0 w 1108831"/>
                <a:gd name="csY4" fmla="*/ 1377166 h 1380441"/>
                <a:gd name="csX5" fmla="*/ 287997 w 1108831"/>
                <a:gd name="csY5" fmla="*/ 302237 h 1380441"/>
                <a:gd name="csX6" fmla="*/ 681905 w 1108831"/>
                <a:gd name="csY6" fmla="*/ 0 h 1380441"/>
                <a:gd name="csX0" fmla="*/ 681905 w 1108831"/>
                <a:gd name="csY0" fmla="*/ 0 h 1380090"/>
                <a:gd name="csX1" fmla="*/ 1097666 w 1108831"/>
                <a:gd name="csY1" fmla="*/ 0 h 1380090"/>
                <a:gd name="csX2" fmla="*/ 1108831 w 1108831"/>
                <a:gd name="csY2" fmla="*/ 1249531 h 1380090"/>
                <a:gd name="csX3" fmla="*/ 853824 w 1108831"/>
                <a:gd name="csY3" fmla="*/ 1376298 h 1380090"/>
                <a:gd name="csX4" fmla="*/ 0 w 1108831"/>
                <a:gd name="csY4" fmla="*/ 1377166 h 1380090"/>
                <a:gd name="csX5" fmla="*/ 287997 w 1108831"/>
                <a:gd name="csY5" fmla="*/ 302237 h 1380090"/>
                <a:gd name="csX6" fmla="*/ 681905 w 1108831"/>
                <a:gd name="csY6" fmla="*/ 0 h 138009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08831" h="1380090">
                  <a:moveTo>
                    <a:pt x="681905" y="0"/>
                  </a:moveTo>
                  <a:lnTo>
                    <a:pt x="1097666" y="0"/>
                  </a:lnTo>
                  <a:cubicBezTo>
                    <a:pt x="1101388" y="416510"/>
                    <a:pt x="1105109" y="833021"/>
                    <a:pt x="1108831" y="1249531"/>
                  </a:cubicBezTo>
                  <a:cubicBezTo>
                    <a:pt x="1092409" y="1354652"/>
                    <a:pt x="1018836" y="1393097"/>
                    <a:pt x="853824" y="1376298"/>
                  </a:cubicBezTo>
                  <a:lnTo>
                    <a:pt x="0" y="1377166"/>
                  </a:lnTo>
                  <a:lnTo>
                    <a:pt x="287997" y="302237"/>
                  </a:lnTo>
                  <a:cubicBezTo>
                    <a:pt x="335772" y="123959"/>
                    <a:pt x="497346" y="0"/>
                    <a:pt x="681905" y="0"/>
                  </a:cubicBezTo>
                  <a:close/>
                </a:path>
              </a:pathLst>
            </a:custGeom>
            <a:solidFill>
              <a:schemeClr val="accent1"/>
            </a:solidFill>
            <a:ln w="4606" cap="flat">
              <a:noFill/>
              <a:prstDash val="solid"/>
              <a:miter/>
            </a:ln>
          </p:spPr>
          <p:txBody>
            <a:bodyPr wrap="square">
              <a:noAutofit/>
            </a:bodyPr>
            <a:lstStyle/>
            <a:p>
              <a:endParaRPr lang="en-IN">
                <a:solidFill>
                  <a:schemeClr val="tx2"/>
                </a:solidFill>
              </a:endParaRPr>
            </a:p>
          </p:txBody>
        </p:sp>
      </p:grpSp>
      <p:sp>
        <p:nvSpPr>
          <p:cNvPr id="78" name="Text Placeholder 5">
            <a:extLst>
              <a:ext uri="{FF2B5EF4-FFF2-40B4-BE49-F238E27FC236}">
                <a16:creationId xmlns:a16="http://schemas.microsoft.com/office/drawing/2014/main" id="{7CDAF7B3-6FBC-9A9D-DE19-A9F5BE8FE0B1}"/>
              </a:ext>
            </a:extLst>
          </p:cNvPr>
          <p:cNvSpPr>
            <a:spLocks noGrp="1"/>
          </p:cNvSpPr>
          <p:nvPr>
            <p:ph type="body" sz="quarter" idx="23" hasCustomPrompt="1"/>
          </p:nvPr>
        </p:nvSpPr>
        <p:spPr>
          <a:xfrm>
            <a:off x="383667" y="4881024"/>
            <a:ext cx="2222373" cy="629759"/>
          </a:xfrm>
        </p:spPr>
        <p:txBody>
          <a:bodyPr anchor="t"/>
          <a:lstStyle>
            <a:lvl1pPr>
              <a:lnSpc>
                <a:spcPct val="85000"/>
              </a:lnSpc>
              <a:defRPr sz="1800" b="0" cap="none" baseline="0">
                <a:solidFill>
                  <a:schemeClr val="tx2"/>
                </a:solidFill>
                <a:latin typeface="+mj-lt"/>
              </a:defRPr>
            </a:lvl1pPr>
          </a:lstStyle>
          <a:p>
            <a:pPr lvl="0"/>
            <a:r>
              <a:rPr lang="da-DK"/>
              <a:t>Lorem </a:t>
            </a:r>
            <a:br>
              <a:rPr lang="da-DK"/>
            </a:br>
            <a:r>
              <a:rPr lang="da-DK"/>
              <a:t>ipsum dolor</a:t>
            </a:r>
            <a:endParaRPr lang="en-US"/>
          </a:p>
        </p:txBody>
      </p:sp>
      <p:sp>
        <p:nvSpPr>
          <p:cNvPr id="79" name="Text Placeholder 5">
            <a:extLst>
              <a:ext uri="{FF2B5EF4-FFF2-40B4-BE49-F238E27FC236}">
                <a16:creationId xmlns:a16="http://schemas.microsoft.com/office/drawing/2014/main" id="{1CFFCA9A-A57D-6725-52F2-EDF28DEE8634}"/>
              </a:ext>
            </a:extLst>
          </p:cNvPr>
          <p:cNvSpPr>
            <a:spLocks noGrp="1"/>
          </p:cNvSpPr>
          <p:nvPr>
            <p:ph type="body" sz="quarter" idx="24" hasCustomPrompt="1"/>
          </p:nvPr>
        </p:nvSpPr>
        <p:spPr>
          <a:xfrm>
            <a:off x="4369018" y="4881024"/>
            <a:ext cx="2222373" cy="629759"/>
          </a:xfrm>
        </p:spPr>
        <p:txBody>
          <a:bodyPr anchor="t"/>
          <a:lstStyle>
            <a:lvl1pPr>
              <a:lnSpc>
                <a:spcPct val="85000"/>
              </a:lnSpc>
              <a:defRPr sz="1800" b="0" cap="none" baseline="0">
                <a:solidFill>
                  <a:schemeClr val="tx2"/>
                </a:solidFill>
                <a:latin typeface="+mj-lt"/>
              </a:defRPr>
            </a:lvl1pPr>
          </a:lstStyle>
          <a:p>
            <a:pPr lvl="0"/>
            <a:r>
              <a:rPr lang="da-DK"/>
              <a:t>Lorem </a:t>
            </a:r>
            <a:br>
              <a:rPr lang="da-DK"/>
            </a:br>
            <a:r>
              <a:rPr lang="da-DK"/>
              <a:t>ipsum dolor</a:t>
            </a:r>
            <a:endParaRPr lang="en-US"/>
          </a:p>
        </p:txBody>
      </p:sp>
      <p:sp>
        <p:nvSpPr>
          <p:cNvPr id="80" name="Text Placeholder 5">
            <a:extLst>
              <a:ext uri="{FF2B5EF4-FFF2-40B4-BE49-F238E27FC236}">
                <a16:creationId xmlns:a16="http://schemas.microsoft.com/office/drawing/2014/main" id="{438871E0-D343-5501-9CA4-1AED8C3E05BA}"/>
              </a:ext>
            </a:extLst>
          </p:cNvPr>
          <p:cNvSpPr>
            <a:spLocks noGrp="1"/>
          </p:cNvSpPr>
          <p:nvPr>
            <p:ph type="body" sz="quarter" idx="25" hasCustomPrompt="1"/>
          </p:nvPr>
        </p:nvSpPr>
        <p:spPr>
          <a:xfrm>
            <a:off x="8348171" y="4881024"/>
            <a:ext cx="2222373" cy="629759"/>
          </a:xfrm>
        </p:spPr>
        <p:txBody>
          <a:bodyPr anchor="t"/>
          <a:lstStyle>
            <a:lvl1pPr>
              <a:lnSpc>
                <a:spcPct val="85000"/>
              </a:lnSpc>
              <a:defRPr sz="1800" b="0" cap="none" baseline="0">
                <a:solidFill>
                  <a:schemeClr val="tx2"/>
                </a:solidFill>
                <a:latin typeface="+mj-lt"/>
              </a:defRPr>
            </a:lvl1pPr>
          </a:lstStyle>
          <a:p>
            <a:pPr lvl="0"/>
            <a:r>
              <a:rPr lang="da-DK"/>
              <a:t>Lorem </a:t>
            </a:r>
            <a:br>
              <a:rPr lang="da-DK"/>
            </a:br>
            <a:r>
              <a:rPr lang="da-DK"/>
              <a:t>ipsum dolor</a:t>
            </a:r>
            <a:endParaRPr lang="en-US"/>
          </a:p>
        </p:txBody>
      </p:sp>
      <p:sp>
        <p:nvSpPr>
          <p:cNvPr id="3" name="Footer Placeholder 2">
            <a:extLst>
              <a:ext uri="{FF2B5EF4-FFF2-40B4-BE49-F238E27FC236}">
                <a16:creationId xmlns:a16="http://schemas.microsoft.com/office/drawing/2014/main" id="{C36407C8-B853-4706-B095-C018FF408AEB}"/>
              </a:ext>
            </a:extLst>
          </p:cNvPr>
          <p:cNvSpPr>
            <a:spLocks noGrp="1"/>
          </p:cNvSpPr>
          <p:nvPr>
            <p:ph type="ftr" sz="quarter" idx="26"/>
          </p:nvPr>
        </p:nvSpPr>
        <p:spPr/>
        <p:txBody>
          <a:bodyPr/>
          <a:lstStyle>
            <a:lvl1pPr>
              <a:defRPr>
                <a:solidFill>
                  <a:schemeClr val="tx2"/>
                </a:solidFill>
              </a:defRPr>
            </a:lvl1pPr>
          </a:lstStyle>
          <a:p>
            <a:r>
              <a:rPr lang="en-US"/>
              <a:t>Footer</a:t>
            </a:r>
            <a:endParaRPr lang="en-IN"/>
          </a:p>
        </p:txBody>
      </p:sp>
      <p:sp>
        <p:nvSpPr>
          <p:cNvPr id="4" name="Slide Number Placeholder 3">
            <a:extLst>
              <a:ext uri="{FF2B5EF4-FFF2-40B4-BE49-F238E27FC236}">
                <a16:creationId xmlns:a16="http://schemas.microsoft.com/office/drawing/2014/main" id="{830DAC41-7742-104E-2875-E62B999F0BAF}"/>
              </a:ext>
            </a:extLst>
          </p:cNvPr>
          <p:cNvSpPr>
            <a:spLocks noGrp="1"/>
          </p:cNvSpPr>
          <p:nvPr>
            <p:ph type="sldNum" sz="quarter" idx="27"/>
          </p:nvPr>
        </p:nvSpPr>
        <p:spPr/>
        <p:txBody>
          <a:bodyPr/>
          <a:lstStyle>
            <a:lvl1pPr>
              <a:defRPr>
                <a:solidFill>
                  <a:schemeClr val="tx2"/>
                </a:solidFill>
              </a:defRPr>
            </a:lvl1pPr>
          </a:lstStyle>
          <a:p>
            <a:fld id="{85AC2185-BC10-47CC-BB5A-D3C63A4C1365}" type="slidenum">
              <a:rPr lang="en-IN" smtClean="0"/>
              <a:pPr/>
              <a:t>‹#›</a:t>
            </a:fld>
            <a:endParaRPr lang="en-IN"/>
          </a:p>
        </p:txBody>
      </p:sp>
      <p:pic>
        <p:nvPicPr>
          <p:cNvPr id="5" name="Graphic 4">
            <a:extLst>
              <a:ext uri="{FF2B5EF4-FFF2-40B4-BE49-F238E27FC236}">
                <a16:creationId xmlns:a16="http://schemas.microsoft.com/office/drawing/2014/main" id="{3A5C3BEC-71EC-45AB-1EEF-ADE78F08BAB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18135" y="6317218"/>
            <a:ext cx="1135261" cy="411480"/>
          </a:xfrm>
          <a:prstGeom prst="rect">
            <a:avLst/>
          </a:prstGeom>
        </p:spPr>
      </p:pic>
    </p:spTree>
    <p:extLst>
      <p:ext uri="{BB962C8B-B14F-4D97-AF65-F5344CB8AC3E}">
        <p14:creationId xmlns:p14="http://schemas.microsoft.com/office/powerpoint/2010/main" val="3267729126"/>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4col. Image">
    <p:bg>
      <p:bgRef idx="1001">
        <a:schemeClr val="bg2"/>
      </p:bgRef>
    </p:bg>
    <p:spTree>
      <p:nvGrpSpPr>
        <p:cNvPr id="1" name=""/>
        <p:cNvGrpSpPr/>
        <p:nvPr/>
      </p:nvGrpSpPr>
      <p:grpSpPr>
        <a:xfrm>
          <a:off x="0" y="0"/>
          <a:ext cx="0" cy="0"/>
          <a:chOff x="0" y="0"/>
          <a:chExt cx="0" cy="0"/>
        </a:xfrm>
      </p:grpSpPr>
      <p:sp>
        <p:nvSpPr>
          <p:cNvPr id="51" name="Picture Placeholder 50">
            <a:extLst>
              <a:ext uri="{FF2B5EF4-FFF2-40B4-BE49-F238E27FC236}">
                <a16:creationId xmlns:a16="http://schemas.microsoft.com/office/drawing/2014/main" id="{BFF459EF-84D7-26FC-03F1-38304E947230}"/>
              </a:ext>
            </a:extLst>
          </p:cNvPr>
          <p:cNvSpPr>
            <a:spLocks noGrp="1"/>
          </p:cNvSpPr>
          <p:nvPr>
            <p:ph type="pic" sz="quarter" idx="17"/>
          </p:nvPr>
        </p:nvSpPr>
        <p:spPr>
          <a:xfrm>
            <a:off x="215266" y="1759776"/>
            <a:ext cx="2802254" cy="4325112"/>
          </a:xfrm>
          <a:custGeom>
            <a:avLst/>
            <a:gdLst>
              <a:gd name="csX0" fmla="*/ 2791744 w 2802254"/>
              <a:gd name="csY0" fmla="*/ 4233975 h 4325112"/>
              <a:gd name="csX1" fmla="*/ 2791001 w 2802254"/>
              <a:gd name="csY1" fmla="*/ 4237655 h 4325112"/>
              <a:gd name="csX2" fmla="*/ 2785370 w 2802254"/>
              <a:gd name="csY2" fmla="*/ 4246007 h 4325112"/>
              <a:gd name="csX3" fmla="*/ 2802254 w 2802254"/>
              <a:gd name="csY3" fmla="*/ 2952306 h 4325112"/>
              <a:gd name="csX4" fmla="*/ 2802254 w 2802254"/>
              <a:gd name="csY4" fmla="*/ 4181917 h 4325112"/>
              <a:gd name="csX5" fmla="*/ 2796067 w 2802254"/>
              <a:gd name="csY5" fmla="*/ 4212564 h 4325112"/>
              <a:gd name="csX6" fmla="*/ 2800349 w 2802254"/>
              <a:gd name="csY6" fmla="*/ 4161282 h 4325112"/>
              <a:gd name="csX7" fmla="*/ 135963 w 2802254"/>
              <a:gd name="csY7" fmla="*/ 0 h 4325112"/>
              <a:gd name="csX8" fmla="*/ 2666291 w 2802254"/>
              <a:gd name="csY8" fmla="*/ 0 h 4325112"/>
              <a:gd name="csX9" fmla="*/ 2714797 w 2802254"/>
              <a:gd name="csY9" fmla="*/ 9793 h 4325112"/>
              <a:gd name="csX10" fmla="*/ 2802254 w 2802254"/>
              <a:gd name="csY10" fmla="*/ 141735 h 4325112"/>
              <a:gd name="csX11" fmla="*/ 2802254 w 2802254"/>
              <a:gd name="csY11" fmla="*/ 2952306 h 4325112"/>
              <a:gd name="csX12" fmla="*/ 2494399 w 2802254"/>
              <a:gd name="csY12" fmla="*/ 2952306 h 4325112"/>
              <a:gd name="csX13" fmla="*/ 2202725 w 2802254"/>
              <a:gd name="csY13" fmla="*/ 3176101 h 4325112"/>
              <a:gd name="csX14" fmla="*/ 1894880 w 2802254"/>
              <a:gd name="csY14" fmla="*/ 4325112 h 4325112"/>
              <a:gd name="csX15" fmla="*/ 1737419 w 2802254"/>
              <a:gd name="csY15" fmla="*/ 4325112 h 4325112"/>
              <a:gd name="csX16" fmla="*/ 2045265 w 2802254"/>
              <a:gd name="csY16" fmla="*/ 3180308 h 4325112"/>
              <a:gd name="csX17" fmla="*/ 1869585 w 2802254"/>
              <a:gd name="csY17" fmla="*/ 2952306 h 4325112"/>
              <a:gd name="csX18" fmla="*/ 0 w 2802254"/>
              <a:gd name="csY18" fmla="*/ 2952306 h 4325112"/>
              <a:gd name="csX19" fmla="*/ 0 w 2802254"/>
              <a:gd name="csY19" fmla="*/ 141735 h 4325112"/>
              <a:gd name="csX20" fmla="*/ 87457 w 2802254"/>
              <a:gd name="csY20" fmla="*/ 9793 h 43251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2802254" h="4325112">
                <a:moveTo>
                  <a:pt x="2791744" y="4233975"/>
                </a:moveTo>
                <a:lnTo>
                  <a:pt x="2791001" y="4237655"/>
                </a:lnTo>
                <a:lnTo>
                  <a:pt x="2785370" y="4246007"/>
                </a:lnTo>
                <a:close/>
                <a:moveTo>
                  <a:pt x="2802254" y="2952306"/>
                </a:moveTo>
                <a:lnTo>
                  <a:pt x="2802254" y="4181917"/>
                </a:lnTo>
                <a:lnTo>
                  <a:pt x="2796067" y="4212564"/>
                </a:lnTo>
                <a:lnTo>
                  <a:pt x="2800349" y="4161282"/>
                </a:lnTo>
                <a:close/>
                <a:moveTo>
                  <a:pt x="135963" y="0"/>
                </a:moveTo>
                <a:lnTo>
                  <a:pt x="2666291" y="0"/>
                </a:lnTo>
                <a:lnTo>
                  <a:pt x="2714797" y="9793"/>
                </a:lnTo>
                <a:cubicBezTo>
                  <a:pt x="2766192" y="31531"/>
                  <a:pt x="2802254" y="82422"/>
                  <a:pt x="2802254" y="141735"/>
                </a:cubicBezTo>
                <a:lnTo>
                  <a:pt x="2802254" y="2952306"/>
                </a:lnTo>
                <a:lnTo>
                  <a:pt x="2494399" y="2952306"/>
                </a:lnTo>
                <a:cubicBezTo>
                  <a:pt x="2357740" y="2952306"/>
                  <a:pt x="2238101" y="3044093"/>
                  <a:pt x="2202725" y="3176101"/>
                </a:cubicBezTo>
                <a:lnTo>
                  <a:pt x="1894880" y="4325112"/>
                </a:lnTo>
                <a:lnTo>
                  <a:pt x="1737419" y="4325112"/>
                </a:lnTo>
                <a:lnTo>
                  <a:pt x="2045265" y="3180308"/>
                </a:lnTo>
                <a:cubicBezTo>
                  <a:pt x="2076229" y="3065255"/>
                  <a:pt x="1989221" y="2952306"/>
                  <a:pt x="1869585" y="2952306"/>
                </a:cubicBezTo>
                <a:lnTo>
                  <a:pt x="0" y="2952306"/>
                </a:lnTo>
                <a:lnTo>
                  <a:pt x="0" y="141735"/>
                </a:lnTo>
                <a:cubicBezTo>
                  <a:pt x="0" y="82422"/>
                  <a:pt x="36062" y="31531"/>
                  <a:pt x="87457" y="9793"/>
                </a:cubicBezTo>
                <a:close/>
              </a:path>
            </a:pathLst>
          </a:custGeom>
          <a:solidFill>
            <a:schemeClr val="tx2"/>
          </a:solidFill>
        </p:spPr>
        <p:txBody>
          <a:bodyPr wrap="square">
            <a:noAutofit/>
          </a:bodyPr>
          <a:lstStyle/>
          <a:p>
            <a:r>
              <a:rPr lang="en-US"/>
              <a:t>Click icon to add picture</a:t>
            </a:r>
            <a:endParaRPr lang="en-IN"/>
          </a:p>
        </p:txBody>
      </p:sp>
      <p:sp>
        <p:nvSpPr>
          <p:cNvPr id="10" name="Title 9">
            <a:extLst>
              <a:ext uri="{FF2B5EF4-FFF2-40B4-BE49-F238E27FC236}">
                <a16:creationId xmlns:a16="http://schemas.microsoft.com/office/drawing/2014/main" id="{222F156D-CC02-5CAE-E6EB-16D8F602C022}"/>
              </a:ext>
            </a:extLst>
          </p:cNvPr>
          <p:cNvSpPr>
            <a:spLocks noGrp="1"/>
          </p:cNvSpPr>
          <p:nvPr>
            <p:ph type="title" hasCustomPrompt="1"/>
          </p:nvPr>
        </p:nvSpPr>
        <p:spPr>
          <a:xfrm>
            <a:off x="385572" y="411480"/>
            <a:ext cx="11420856" cy="664844"/>
          </a:xfrm>
        </p:spPr>
        <p:txBody>
          <a:bodyPr/>
          <a:lstStyle>
            <a:lvl1pPr algn="ctr">
              <a:defRPr>
                <a:solidFill>
                  <a:schemeClr val="tx2"/>
                </a:solidFill>
              </a:defRPr>
            </a:lvl1pPr>
          </a:lstStyle>
          <a:p>
            <a:r>
              <a:rPr lang="en-US"/>
              <a:t>Place headline here</a:t>
            </a:r>
            <a:endParaRPr lang="en-IN"/>
          </a:p>
        </p:txBody>
      </p:sp>
      <p:grpSp>
        <p:nvGrpSpPr>
          <p:cNvPr id="52" name="Group 51">
            <a:extLst>
              <a:ext uri="{FF2B5EF4-FFF2-40B4-BE49-F238E27FC236}">
                <a16:creationId xmlns:a16="http://schemas.microsoft.com/office/drawing/2014/main" id="{AFE5BFCB-DADF-2D58-54BB-33983590864B}"/>
              </a:ext>
            </a:extLst>
          </p:cNvPr>
          <p:cNvGrpSpPr/>
          <p:nvPr userDrawn="1"/>
        </p:nvGrpSpPr>
        <p:grpSpPr>
          <a:xfrm>
            <a:off x="207646" y="4712082"/>
            <a:ext cx="2809874" cy="1376298"/>
            <a:chOff x="207646" y="4712082"/>
            <a:chExt cx="2809874" cy="1376298"/>
          </a:xfrm>
        </p:grpSpPr>
        <p:sp>
          <p:nvSpPr>
            <p:cNvPr id="53" name="Freeform: Shape 52">
              <a:extLst>
                <a:ext uri="{FF2B5EF4-FFF2-40B4-BE49-F238E27FC236}">
                  <a16:creationId xmlns:a16="http://schemas.microsoft.com/office/drawing/2014/main" id="{734E092F-E204-566B-D0CC-B464CE1A99DF}"/>
                </a:ext>
              </a:extLst>
            </p:cNvPr>
            <p:cNvSpPr/>
            <p:nvPr userDrawn="1"/>
          </p:nvSpPr>
          <p:spPr>
            <a:xfrm>
              <a:off x="207646" y="4712082"/>
              <a:ext cx="2059188" cy="1372806"/>
            </a:xfrm>
            <a:custGeom>
              <a:avLst/>
              <a:gdLst>
                <a:gd name="csX0" fmla="*/ 0 w 2051567"/>
                <a:gd name="csY0" fmla="*/ 0 h 1372806"/>
                <a:gd name="csX1" fmla="*/ 1870257 w 2051567"/>
                <a:gd name="csY1" fmla="*/ 0 h 1372806"/>
                <a:gd name="csX2" fmla="*/ 2045287 w 2051567"/>
                <a:gd name="csY2" fmla="*/ 228002 h 1372806"/>
                <a:gd name="csX3" fmla="*/ 1738581 w 2051567"/>
                <a:gd name="csY3" fmla="*/ 1372806 h 1372806"/>
                <a:gd name="csX4" fmla="*/ 0 w 2051567"/>
                <a:gd name="csY4" fmla="*/ 1372806 h 1372806"/>
                <a:gd name="csX0" fmla="*/ 1 w 2051568"/>
                <a:gd name="csY0" fmla="*/ 0 h 1372806"/>
                <a:gd name="csX1" fmla="*/ 1870258 w 2051568"/>
                <a:gd name="csY1" fmla="*/ 0 h 1372806"/>
                <a:gd name="csX2" fmla="*/ 2045288 w 2051568"/>
                <a:gd name="csY2" fmla="*/ 228002 h 1372806"/>
                <a:gd name="csX3" fmla="*/ 1738582 w 2051568"/>
                <a:gd name="csY3" fmla="*/ 1372806 h 1372806"/>
                <a:gd name="csX4" fmla="*/ 1 w 2051568"/>
                <a:gd name="csY4" fmla="*/ 1372806 h 1372806"/>
                <a:gd name="csX5" fmla="*/ 0 w 2051568"/>
                <a:gd name="csY5" fmla="*/ 1322958 h 1372806"/>
                <a:gd name="csX6" fmla="*/ 1 w 2051568"/>
                <a:gd name="csY6" fmla="*/ 0 h 1372806"/>
                <a:gd name="csX0" fmla="*/ 0 w 2051567"/>
                <a:gd name="csY0" fmla="*/ 0 h 1372806"/>
                <a:gd name="csX1" fmla="*/ 1870257 w 2051567"/>
                <a:gd name="csY1" fmla="*/ 0 h 1372806"/>
                <a:gd name="csX2" fmla="*/ 2045287 w 2051567"/>
                <a:gd name="csY2" fmla="*/ 228002 h 1372806"/>
                <a:gd name="csX3" fmla="*/ 1738581 w 2051567"/>
                <a:gd name="csY3" fmla="*/ 1372806 h 1372806"/>
                <a:gd name="csX4" fmla="*/ 0 w 2051567"/>
                <a:gd name="csY4" fmla="*/ 1372806 h 1372806"/>
                <a:gd name="csX5" fmla="*/ 1904 w 2051567"/>
                <a:gd name="csY5" fmla="*/ 1202943 h 1372806"/>
                <a:gd name="csX6" fmla="*/ 0 w 2051567"/>
                <a:gd name="csY6" fmla="*/ 0 h 1372806"/>
                <a:gd name="csX0" fmla="*/ 0 w 2051567"/>
                <a:gd name="csY0" fmla="*/ 0 h 1372806"/>
                <a:gd name="csX1" fmla="*/ 1870257 w 2051567"/>
                <a:gd name="csY1" fmla="*/ 0 h 1372806"/>
                <a:gd name="csX2" fmla="*/ 2045287 w 2051567"/>
                <a:gd name="csY2" fmla="*/ 228002 h 1372806"/>
                <a:gd name="csX3" fmla="*/ 1738581 w 2051567"/>
                <a:gd name="csY3" fmla="*/ 1372806 h 1372806"/>
                <a:gd name="csX4" fmla="*/ 74295 w 2051567"/>
                <a:gd name="csY4" fmla="*/ 1266126 h 1372806"/>
                <a:gd name="csX5" fmla="*/ 1904 w 2051567"/>
                <a:gd name="csY5" fmla="*/ 1202943 h 1372806"/>
                <a:gd name="csX6" fmla="*/ 0 w 2051567"/>
                <a:gd name="csY6" fmla="*/ 0 h 1372806"/>
                <a:gd name="csX0" fmla="*/ 0 w 2051567"/>
                <a:gd name="csY0" fmla="*/ 0 h 1372806"/>
                <a:gd name="csX1" fmla="*/ 1870257 w 2051567"/>
                <a:gd name="csY1" fmla="*/ 0 h 1372806"/>
                <a:gd name="csX2" fmla="*/ 2045287 w 2051567"/>
                <a:gd name="csY2" fmla="*/ 228002 h 1372806"/>
                <a:gd name="csX3" fmla="*/ 1738581 w 2051567"/>
                <a:gd name="csY3" fmla="*/ 1372806 h 1372806"/>
                <a:gd name="csX4" fmla="*/ 47625 w 2051567"/>
                <a:gd name="csY4" fmla="*/ 1342326 h 1372806"/>
                <a:gd name="csX5" fmla="*/ 1904 w 2051567"/>
                <a:gd name="csY5" fmla="*/ 1202943 h 1372806"/>
                <a:gd name="csX6" fmla="*/ 0 w 2051567"/>
                <a:gd name="csY6" fmla="*/ 0 h 1372806"/>
                <a:gd name="csX0" fmla="*/ 0 w 2051567"/>
                <a:gd name="csY0" fmla="*/ 0 h 1376616"/>
                <a:gd name="csX1" fmla="*/ 1870257 w 2051567"/>
                <a:gd name="csY1" fmla="*/ 0 h 1376616"/>
                <a:gd name="csX2" fmla="*/ 2045287 w 2051567"/>
                <a:gd name="csY2" fmla="*/ 228002 h 1376616"/>
                <a:gd name="csX3" fmla="*/ 1738581 w 2051567"/>
                <a:gd name="csY3" fmla="*/ 1372806 h 1376616"/>
                <a:gd name="csX4" fmla="*/ 104775 w 2051567"/>
                <a:gd name="csY4" fmla="*/ 1376616 h 1376616"/>
                <a:gd name="csX5" fmla="*/ 1904 w 2051567"/>
                <a:gd name="csY5" fmla="*/ 1202943 h 1376616"/>
                <a:gd name="csX6" fmla="*/ 0 w 2051567"/>
                <a:gd name="csY6" fmla="*/ 0 h 1376616"/>
                <a:gd name="csX0" fmla="*/ 0 w 2051567"/>
                <a:gd name="csY0" fmla="*/ 0 h 1376616"/>
                <a:gd name="csX1" fmla="*/ 1870257 w 2051567"/>
                <a:gd name="csY1" fmla="*/ 0 h 1376616"/>
                <a:gd name="csX2" fmla="*/ 2045287 w 2051567"/>
                <a:gd name="csY2" fmla="*/ 228002 h 1376616"/>
                <a:gd name="csX3" fmla="*/ 1738581 w 2051567"/>
                <a:gd name="csY3" fmla="*/ 1372806 h 1376616"/>
                <a:gd name="csX4" fmla="*/ 104775 w 2051567"/>
                <a:gd name="csY4" fmla="*/ 1376616 h 1376616"/>
                <a:gd name="csX5" fmla="*/ 1904 w 2051567"/>
                <a:gd name="csY5" fmla="*/ 1202943 h 1376616"/>
                <a:gd name="csX6" fmla="*/ 0 w 2051567"/>
                <a:gd name="csY6" fmla="*/ 0 h 1376616"/>
                <a:gd name="csX0" fmla="*/ 931 w 2052498"/>
                <a:gd name="csY0" fmla="*/ 0 h 1376616"/>
                <a:gd name="csX1" fmla="*/ 1871188 w 2052498"/>
                <a:gd name="csY1" fmla="*/ 0 h 1376616"/>
                <a:gd name="csX2" fmla="*/ 2046218 w 2052498"/>
                <a:gd name="csY2" fmla="*/ 228002 h 1376616"/>
                <a:gd name="csX3" fmla="*/ 1739512 w 2052498"/>
                <a:gd name="csY3" fmla="*/ 1372806 h 1376616"/>
                <a:gd name="csX4" fmla="*/ 105706 w 2052498"/>
                <a:gd name="csY4" fmla="*/ 1376616 h 1376616"/>
                <a:gd name="csX5" fmla="*/ 2835 w 2052498"/>
                <a:gd name="csY5" fmla="*/ 1202943 h 1376616"/>
                <a:gd name="csX6" fmla="*/ 931 w 2052498"/>
                <a:gd name="csY6" fmla="*/ 0 h 1376616"/>
                <a:gd name="csX0" fmla="*/ 1666 w 2053233"/>
                <a:gd name="csY0" fmla="*/ 0 h 1376616"/>
                <a:gd name="csX1" fmla="*/ 1871923 w 2053233"/>
                <a:gd name="csY1" fmla="*/ 0 h 1376616"/>
                <a:gd name="csX2" fmla="*/ 2046953 w 2053233"/>
                <a:gd name="csY2" fmla="*/ 228002 h 1376616"/>
                <a:gd name="csX3" fmla="*/ 1740247 w 2053233"/>
                <a:gd name="csY3" fmla="*/ 1372806 h 1376616"/>
                <a:gd name="csX4" fmla="*/ 106441 w 2053233"/>
                <a:gd name="csY4" fmla="*/ 1376616 h 1376616"/>
                <a:gd name="csX5" fmla="*/ 3570 w 2053233"/>
                <a:gd name="csY5" fmla="*/ 1202943 h 1376616"/>
                <a:gd name="csX6" fmla="*/ 1666 w 2053233"/>
                <a:gd name="csY6" fmla="*/ 0 h 1376616"/>
                <a:gd name="csX0" fmla="*/ 0 w 2051567"/>
                <a:gd name="csY0" fmla="*/ 0 h 1376616"/>
                <a:gd name="csX1" fmla="*/ 1870257 w 2051567"/>
                <a:gd name="csY1" fmla="*/ 0 h 1376616"/>
                <a:gd name="csX2" fmla="*/ 2045287 w 2051567"/>
                <a:gd name="csY2" fmla="*/ 228002 h 1376616"/>
                <a:gd name="csX3" fmla="*/ 1738581 w 2051567"/>
                <a:gd name="csY3" fmla="*/ 1372806 h 1376616"/>
                <a:gd name="csX4" fmla="*/ 104775 w 2051567"/>
                <a:gd name="csY4" fmla="*/ 1376616 h 1376616"/>
                <a:gd name="csX5" fmla="*/ 1904 w 2051567"/>
                <a:gd name="csY5" fmla="*/ 1202943 h 1376616"/>
                <a:gd name="csX6" fmla="*/ 0 w 2051567"/>
                <a:gd name="csY6" fmla="*/ 0 h 1376616"/>
                <a:gd name="csX0" fmla="*/ 0 w 2051567"/>
                <a:gd name="csY0" fmla="*/ 0 h 1372806"/>
                <a:gd name="csX1" fmla="*/ 1870257 w 2051567"/>
                <a:gd name="csY1" fmla="*/ 0 h 1372806"/>
                <a:gd name="csX2" fmla="*/ 2045287 w 2051567"/>
                <a:gd name="csY2" fmla="*/ 228002 h 1372806"/>
                <a:gd name="csX3" fmla="*/ 1738581 w 2051567"/>
                <a:gd name="csY3" fmla="*/ 1372806 h 1372806"/>
                <a:gd name="csX4" fmla="*/ 100965 w 2051567"/>
                <a:gd name="csY4" fmla="*/ 1370901 h 1372806"/>
                <a:gd name="csX5" fmla="*/ 1904 w 2051567"/>
                <a:gd name="csY5" fmla="*/ 1202943 h 1372806"/>
                <a:gd name="csX6" fmla="*/ 0 w 2051567"/>
                <a:gd name="csY6" fmla="*/ 0 h 1372806"/>
                <a:gd name="csX0" fmla="*/ 0 w 2051567"/>
                <a:gd name="csY0" fmla="*/ 0 h 1372806"/>
                <a:gd name="csX1" fmla="*/ 1870257 w 2051567"/>
                <a:gd name="csY1" fmla="*/ 0 h 1372806"/>
                <a:gd name="csX2" fmla="*/ 2045287 w 2051567"/>
                <a:gd name="csY2" fmla="*/ 228002 h 1372806"/>
                <a:gd name="csX3" fmla="*/ 1738581 w 2051567"/>
                <a:gd name="csY3" fmla="*/ 1372806 h 1372806"/>
                <a:gd name="csX4" fmla="*/ 114300 w 2051567"/>
                <a:gd name="csY4" fmla="*/ 1372806 h 1372806"/>
                <a:gd name="csX5" fmla="*/ 1904 w 2051567"/>
                <a:gd name="csY5" fmla="*/ 1202943 h 1372806"/>
                <a:gd name="csX6" fmla="*/ 0 w 2051567"/>
                <a:gd name="csY6" fmla="*/ 0 h 1372806"/>
                <a:gd name="csX0" fmla="*/ 0 w 2051567"/>
                <a:gd name="csY0" fmla="*/ 0 h 1372806"/>
                <a:gd name="csX1" fmla="*/ 1870257 w 2051567"/>
                <a:gd name="csY1" fmla="*/ 0 h 1372806"/>
                <a:gd name="csX2" fmla="*/ 2045287 w 2051567"/>
                <a:gd name="csY2" fmla="*/ 228002 h 1372806"/>
                <a:gd name="csX3" fmla="*/ 1738581 w 2051567"/>
                <a:gd name="csY3" fmla="*/ 1372806 h 1372806"/>
                <a:gd name="csX4" fmla="*/ 180975 w 2051567"/>
                <a:gd name="csY4" fmla="*/ 1334706 h 1372806"/>
                <a:gd name="csX5" fmla="*/ 1904 w 2051567"/>
                <a:gd name="csY5" fmla="*/ 1202943 h 1372806"/>
                <a:gd name="csX6" fmla="*/ 0 w 2051567"/>
                <a:gd name="csY6" fmla="*/ 0 h 1372806"/>
                <a:gd name="csX0" fmla="*/ 0 w 2051567"/>
                <a:gd name="csY0" fmla="*/ 0 h 1372806"/>
                <a:gd name="csX1" fmla="*/ 1870257 w 2051567"/>
                <a:gd name="csY1" fmla="*/ 0 h 1372806"/>
                <a:gd name="csX2" fmla="*/ 2045287 w 2051567"/>
                <a:gd name="csY2" fmla="*/ 228002 h 1372806"/>
                <a:gd name="csX3" fmla="*/ 1738581 w 2051567"/>
                <a:gd name="csY3" fmla="*/ 1372806 h 1372806"/>
                <a:gd name="csX4" fmla="*/ 104775 w 2051567"/>
                <a:gd name="csY4" fmla="*/ 1372806 h 1372806"/>
                <a:gd name="csX5" fmla="*/ 1904 w 2051567"/>
                <a:gd name="csY5" fmla="*/ 1202943 h 1372806"/>
                <a:gd name="csX6" fmla="*/ 0 w 2051567"/>
                <a:gd name="csY6" fmla="*/ 0 h 1372806"/>
                <a:gd name="csX0" fmla="*/ 0 w 2051567"/>
                <a:gd name="csY0" fmla="*/ 0 h 1372806"/>
                <a:gd name="csX1" fmla="*/ 1870257 w 2051567"/>
                <a:gd name="csY1" fmla="*/ 0 h 1372806"/>
                <a:gd name="csX2" fmla="*/ 2045287 w 2051567"/>
                <a:gd name="csY2" fmla="*/ 228002 h 1372806"/>
                <a:gd name="csX3" fmla="*/ 1738581 w 2051567"/>
                <a:gd name="csY3" fmla="*/ 1372806 h 1372806"/>
                <a:gd name="csX4" fmla="*/ 121920 w 2051567"/>
                <a:gd name="csY4" fmla="*/ 1372806 h 1372806"/>
                <a:gd name="csX5" fmla="*/ 1904 w 2051567"/>
                <a:gd name="csY5" fmla="*/ 1202943 h 1372806"/>
                <a:gd name="csX6" fmla="*/ 0 w 2051567"/>
                <a:gd name="csY6" fmla="*/ 0 h 1372806"/>
                <a:gd name="csX0" fmla="*/ 0 w 2051567"/>
                <a:gd name="csY0" fmla="*/ 0 h 1372806"/>
                <a:gd name="csX1" fmla="*/ 1870257 w 2051567"/>
                <a:gd name="csY1" fmla="*/ 0 h 1372806"/>
                <a:gd name="csX2" fmla="*/ 2045287 w 2051567"/>
                <a:gd name="csY2" fmla="*/ 228002 h 1372806"/>
                <a:gd name="csX3" fmla="*/ 1738581 w 2051567"/>
                <a:gd name="csY3" fmla="*/ 1372806 h 1372806"/>
                <a:gd name="csX4" fmla="*/ 121920 w 2051567"/>
                <a:gd name="csY4" fmla="*/ 1372806 h 1372806"/>
                <a:gd name="csX5" fmla="*/ 1904 w 2051567"/>
                <a:gd name="csY5" fmla="*/ 1202943 h 1372806"/>
                <a:gd name="csX6" fmla="*/ 0 w 2051567"/>
                <a:gd name="csY6" fmla="*/ 0 h 1372806"/>
                <a:gd name="csX0" fmla="*/ 0 w 2051567"/>
                <a:gd name="csY0" fmla="*/ 0 h 1372806"/>
                <a:gd name="csX1" fmla="*/ 1870257 w 2051567"/>
                <a:gd name="csY1" fmla="*/ 0 h 1372806"/>
                <a:gd name="csX2" fmla="*/ 2045287 w 2051567"/>
                <a:gd name="csY2" fmla="*/ 228002 h 1372806"/>
                <a:gd name="csX3" fmla="*/ 1738581 w 2051567"/>
                <a:gd name="csY3" fmla="*/ 1372806 h 1372806"/>
                <a:gd name="csX4" fmla="*/ 121920 w 2051567"/>
                <a:gd name="csY4" fmla="*/ 1372806 h 1372806"/>
                <a:gd name="csX5" fmla="*/ 1904 w 2051567"/>
                <a:gd name="csY5" fmla="*/ 1202943 h 1372806"/>
                <a:gd name="csX6" fmla="*/ 0 w 2051567"/>
                <a:gd name="csY6" fmla="*/ 0 h 137280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051567" h="1372806">
                  <a:moveTo>
                    <a:pt x="0" y="0"/>
                  </a:moveTo>
                  <a:lnTo>
                    <a:pt x="1870257" y="0"/>
                  </a:lnTo>
                  <a:cubicBezTo>
                    <a:pt x="1989451" y="0"/>
                    <a:pt x="2076137" y="112949"/>
                    <a:pt x="2045287" y="228002"/>
                  </a:cubicBezTo>
                  <a:lnTo>
                    <a:pt x="1738581" y="1372806"/>
                  </a:lnTo>
                  <a:lnTo>
                    <a:pt x="121920" y="1372806"/>
                  </a:lnTo>
                  <a:cubicBezTo>
                    <a:pt x="26670" y="1358095"/>
                    <a:pt x="-5674" y="1263374"/>
                    <a:pt x="1904" y="1202943"/>
                  </a:cubicBezTo>
                  <a:cubicBezTo>
                    <a:pt x="1904" y="761957"/>
                    <a:pt x="0" y="440986"/>
                    <a:pt x="0" y="0"/>
                  </a:cubicBezTo>
                  <a:close/>
                </a:path>
              </a:pathLst>
            </a:custGeom>
            <a:solidFill>
              <a:schemeClr val="accent1"/>
            </a:solidFill>
            <a:ln w="4606" cap="flat">
              <a:noFill/>
              <a:prstDash val="solid"/>
              <a:miter/>
            </a:ln>
          </p:spPr>
          <p:txBody>
            <a:bodyPr/>
            <a:lstStyle/>
            <a:p>
              <a:endParaRPr lang="en-IN"/>
            </a:p>
          </p:txBody>
        </p:sp>
        <p:sp>
          <p:nvSpPr>
            <p:cNvPr id="54" name="Freeform: Shape 53">
              <a:extLst>
                <a:ext uri="{FF2B5EF4-FFF2-40B4-BE49-F238E27FC236}">
                  <a16:creationId xmlns:a16="http://schemas.microsoft.com/office/drawing/2014/main" id="{290E51EC-2406-7AFE-364B-4144E7E88FED}"/>
                </a:ext>
              </a:extLst>
            </p:cNvPr>
            <p:cNvSpPr/>
            <p:nvPr/>
          </p:nvSpPr>
          <p:spPr>
            <a:xfrm>
              <a:off x="2110146" y="4712082"/>
              <a:ext cx="907374" cy="1376298"/>
            </a:xfrm>
            <a:custGeom>
              <a:avLst/>
              <a:gdLst>
                <a:gd name="csX0" fmla="*/ 599519 w 907374"/>
                <a:gd name="csY0" fmla="*/ 0 h 1372806"/>
                <a:gd name="csX1" fmla="*/ 907374 w 907374"/>
                <a:gd name="csY1" fmla="*/ 0 h 1372806"/>
                <a:gd name="csX2" fmla="*/ 907374 w 907374"/>
                <a:gd name="csY2" fmla="*/ 1372806 h 1372806"/>
                <a:gd name="csX3" fmla="*/ 0 w 907374"/>
                <a:gd name="csY3" fmla="*/ 1372806 h 1372806"/>
                <a:gd name="csX4" fmla="*/ 307845 w 907374"/>
                <a:gd name="csY4" fmla="*/ 223795 h 1372806"/>
                <a:gd name="csX5" fmla="*/ 599519 w 907374"/>
                <a:gd name="csY5" fmla="*/ 0 h 1372806"/>
                <a:gd name="csX0" fmla="*/ 599519 w 922614"/>
                <a:gd name="csY0" fmla="*/ 0 h 1372806"/>
                <a:gd name="csX1" fmla="*/ 907374 w 922614"/>
                <a:gd name="csY1" fmla="*/ 0 h 1372806"/>
                <a:gd name="csX2" fmla="*/ 907374 w 922614"/>
                <a:gd name="csY2" fmla="*/ 1372806 h 1372806"/>
                <a:gd name="csX3" fmla="*/ 922614 w 922614"/>
                <a:gd name="csY3" fmla="*/ 1357248 h 1372806"/>
                <a:gd name="csX4" fmla="*/ 0 w 922614"/>
                <a:gd name="csY4" fmla="*/ 1372806 h 1372806"/>
                <a:gd name="csX5" fmla="*/ 307845 w 922614"/>
                <a:gd name="csY5" fmla="*/ 223795 h 1372806"/>
                <a:gd name="csX6" fmla="*/ 599519 w 922614"/>
                <a:gd name="csY6" fmla="*/ 0 h 1372806"/>
                <a:gd name="csX0" fmla="*/ 599519 w 907374"/>
                <a:gd name="csY0" fmla="*/ 0 h 1372806"/>
                <a:gd name="csX1" fmla="*/ 907374 w 907374"/>
                <a:gd name="csY1" fmla="*/ 0 h 1372806"/>
                <a:gd name="csX2" fmla="*/ 907374 w 907374"/>
                <a:gd name="csY2" fmla="*/ 1372806 h 1372806"/>
                <a:gd name="csX3" fmla="*/ 800694 w 907374"/>
                <a:gd name="csY3" fmla="*/ 1345818 h 1372806"/>
                <a:gd name="csX4" fmla="*/ 0 w 907374"/>
                <a:gd name="csY4" fmla="*/ 1372806 h 1372806"/>
                <a:gd name="csX5" fmla="*/ 307845 w 907374"/>
                <a:gd name="csY5" fmla="*/ 223795 h 1372806"/>
                <a:gd name="csX6" fmla="*/ 599519 w 907374"/>
                <a:gd name="csY6" fmla="*/ 0 h 1372806"/>
                <a:gd name="csX0" fmla="*/ 599519 w 907374"/>
                <a:gd name="csY0" fmla="*/ 0 h 1372806"/>
                <a:gd name="csX1" fmla="*/ 907374 w 907374"/>
                <a:gd name="csY1" fmla="*/ 0 h 1372806"/>
                <a:gd name="csX2" fmla="*/ 876894 w 907374"/>
                <a:gd name="csY2" fmla="*/ 1296606 h 1372806"/>
                <a:gd name="csX3" fmla="*/ 800694 w 907374"/>
                <a:gd name="csY3" fmla="*/ 1345818 h 1372806"/>
                <a:gd name="csX4" fmla="*/ 0 w 907374"/>
                <a:gd name="csY4" fmla="*/ 1372806 h 1372806"/>
                <a:gd name="csX5" fmla="*/ 307845 w 907374"/>
                <a:gd name="csY5" fmla="*/ 223795 h 1372806"/>
                <a:gd name="csX6" fmla="*/ 599519 w 907374"/>
                <a:gd name="csY6" fmla="*/ 0 h 1372806"/>
                <a:gd name="csX0" fmla="*/ 599519 w 911184"/>
                <a:gd name="csY0" fmla="*/ 0 h 1372806"/>
                <a:gd name="csX1" fmla="*/ 907374 w 911184"/>
                <a:gd name="csY1" fmla="*/ 0 h 1372806"/>
                <a:gd name="csX2" fmla="*/ 911184 w 911184"/>
                <a:gd name="csY2" fmla="*/ 1250886 h 1372806"/>
                <a:gd name="csX3" fmla="*/ 800694 w 911184"/>
                <a:gd name="csY3" fmla="*/ 1345818 h 1372806"/>
                <a:gd name="csX4" fmla="*/ 0 w 911184"/>
                <a:gd name="csY4" fmla="*/ 1372806 h 1372806"/>
                <a:gd name="csX5" fmla="*/ 307845 w 911184"/>
                <a:gd name="csY5" fmla="*/ 223795 h 1372806"/>
                <a:gd name="csX6" fmla="*/ 599519 w 911184"/>
                <a:gd name="csY6" fmla="*/ 0 h 1372806"/>
                <a:gd name="csX0" fmla="*/ 599519 w 911184"/>
                <a:gd name="csY0" fmla="*/ 0 h 1376298"/>
                <a:gd name="csX1" fmla="*/ 907374 w 911184"/>
                <a:gd name="csY1" fmla="*/ 0 h 1376298"/>
                <a:gd name="csX2" fmla="*/ 911184 w 911184"/>
                <a:gd name="csY2" fmla="*/ 1250886 h 1376298"/>
                <a:gd name="csX3" fmla="*/ 775929 w 911184"/>
                <a:gd name="csY3" fmla="*/ 1376298 h 1376298"/>
                <a:gd name="csX4" fmla="*/ 0 w 911184"/>
                <a:gd name="csY4" fmla="*/ 1372806 h 1376298"/>
                <a:gd name="csX5" fmla="*/ 307845 w 911184"/>
                <a:gd name="csY5" fmla="*/ 223795 h 1376298"/>
                <a:gd name="csX6" fmla="*/ 599519 w 911184"/>
                <a:gd name="csY6" fmla="*/ 0 h 1376298"/>
                <a:gd name="csX0" fmla="*/ 599519 w 907374"/>
                <a:gd name="csY0" fmla="*/ 0 h 1376298"/>
                <a:gd name="csX1" fmla="*/ 907374 w 907374"/>
                <a:gd name="csY1" fmla="*/ 0 h 1376298"/>
                <a:gd name="csX2" fmla="*/ 905469 w 907374"/>
                <a:gd name="csY2" fmla="*/ 1208976 h 1376298"/>
                <a:gd name="csX3" fmla="*/ 775929 w 907374"/>
                <a:gd name="csY3" fmla="*/ 1376298 h 1376298"/>
                <a:gd name="csX4" fmla="*/ 0 w 907374"/>
                <a:gd name="csY4" fmla="*/ 1372806 h 1376298"/>
                <a:gd name="csX5" fmla="*/ 307845 w 907374"/>
                <a:gd name="csY5" fmla="*/ 223795 h 1376298"/>
                <a:gd name="csX6" fmla="*/ 599519 w 907374"/>
                <a:gd name="csY6" fmla="*/ 0 h 1376298"/>
                <a:gd name="csX0" fmla="*/ 599519 w 907374"/>
                <a:gd name="csY0" fmla="*/ 0 h 1376298"/>
                <a:gd name="csX1" fmla="*/ 907374 w 907374"/>
                <a:gd name="csY1" fmla="*/ 0 h 1376298"/>
                <a:gd name="csX2" fmla="*/ 905469 w 907374"/>
                <a:gd name="csY2" fmla="*/ 1208976 h 1376298"/>
                <a:gd name="csX3" fmla="*/ 775929 w 907374"/>
                <a:gd name="csY3" fmla="*/ 1376298 h 1376298"/>
                <a:gd name="csX4" fmla="*/ 0 w 907374"/>
                <a:gd name="csY4" fmla="*/ 1372806 h 1376298"/>
                <a:gd name="csX5" fmla="*/ 307845 w 907374"/>
                <a:gd name="csY5" fmla="*/ 223795 h 1376298"/>
                <a:gd name="csX6" fmla="*/ 599519 w 907374"/>
                <a:gd name="csY6" fmla="*/ 0 h 1376298"/>
                <a:gd name="csX0" fmla="*/ 599519 w 907374"/>
                <a:gd name="csY0" fmla="*/ 0 h 1376298"/>
                <a:gd name="csX1" fmla="*/ 907374 w 907374"/>
                <a:gd name="csY1" fmla="*/ 0 h 1376298"/>
                <a:gd name="csX2" fmla="*/ 905469 w 907374"/>
                <a:gd name="csY2" fmla="*/ 1208976 h 1376298"/>
                <a:gd name="csX3" fmla="*/ 775929 w 907374"/>
                <a:gd name="csY3" fmla="*/ 1376298 h 1376298"/>
                <a:gd name="csX4" fmla="*/ 0 w 907374"/>
                <a:gd name="csY4" fmla="*/ 1372806 h 1376298"/>
                <a:gd name="csX5" fmla="*/ 307845 w 907374"/>
                <a:gd name="csY5" fmla="*/ 223795 h 1376298"/>
                <a:gd name="csX6" fmla="*/ 599519 w 907374"/>
                <a:gd name="csY6" fmla="*/ 0 h 137629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907374" h="1376298">
                  <a:moveTo>
                    <a:pt x="599519" y="0"/>
                  </a:moveTo>
                  <a:lnTo>
                    <a:pt x="907374" y="0"/>
                  </a:lnTo>
                  <a:lnTo>
                    <a:pt x="905469" y="1208976"/>
                  </a:lnTo>
                  <a:cubicBezTo>
                    <a:pt x="915629" y="1306660"/>
                    <a:pt x="849589" y="1373864"/>
                    <a:pt x="775929" y="1376298"/>
                  </a:cubicBezTo>
                  <a:lnTo>
                    <a:pt x="0" y="1372806"/>
                  </a:lnTo>
                  <a:lnTo>
                    <a:pt x="307845" y="223795"/>
                  </a:lnTo>
                  <a:cubicBezTo>
                    <a:pt x="343221" y="91787"/>
                    <a:pt x="462860" y="0"/>
                    <a:pt x="599519" y="0"/>
                  </a:cubicBezTo>
                  <a:close/>
                </a:path>
              </a:pathLst>
            </a:custGeom>
            <a:solidFill>
              <a:schemeClr val="accent1"/>
            </a:solidFill>
            <a:ln w="4606" cap="flat">
              <a:noFill/>
              <a:prstDash val="solid"/>
              <a:miter/>
            </a:ln>
          </p:spPr>
          <p:txBody>
            <a:bodyPr/>
            <a:lstStyle/>
            <a:p>
              <a:endParaRPr lang="en-IN"/>
            </a:p>
          </p:txBody>
        </p:sp>
      </p:grpSp>
      <p:sp>
        <p:nvSpPr>
          <p:cNvPr id="55" name="Picture Placeholder 54">
            <a:extLst>
              <a:ext uri="{FF2B5EF4-FFF2-40B4-BE49-F238E27FC236}">
                <a16:creationId xmlns:a16="http://schemas.microsoft.com/office/drawing/2014/main" id="{277F45AC-A295-D7F0-B9F4-10CE03829032}"/>
              </a:ext>
            </a:extLst>
          </p:cNvPr>
          <p:cNvSpPr>
            <a:spLocks noGrp="1"/>
          </p:cNvSpPr>
          <p:nvPr>
            <p:ph type="pic" sz="quarter" idx="18"/>
          </p:nvPr>
        </p:nvSpPr>
        <p:spPr>
          <a:xfrm>
            <a:off x="3199664" y="1759776"/>
            <a:ext cx="2802254" cy="4325112"/>
          </a:xfrm>
          <a:custGeom>
            <a:avLst/>
            <a:gdLst>
              <a:gd name="csX0" fmla="*/ 2791744 w 2802254"/>
              <a:gd name="csY0" fmla="*/ 4233975 h 4325112"/>
              <a:gd name="csX1" fmla="*/ 2791001 w 2802254"/>
              <a:gd name="csY1" fmla="*/ 4237655 h 4325112"/>
              <a:gd name="csX2" fmla="*/ 2785370 w 2802254"/>
              <a:gd name="csY2" fmla="*/ 4246007 h 4325112"/>
              <a:gd name="csX3" fmla="*/ 2802254 w 2802254"/>
              <a:gd name="csY3" fmla="*/ 2952306 h 4325112"/>
              <a:gd name="csX4" fmla="*/ 2802254 w 2802254"/>
              <a:gd name="csY4" fmla="*/ 4181917 h 4325112"/>
              <a:gd name="csX5" fmla="*/ 2796067 w 2802254"/>
              <a:gd name="csY5" fmla="*/ 4212564 h 4325112"/>
              <a:gd name="csX6" fmla="*/ 2800349 w 2802254"/>
              <a:gd name="csY6" fmla="*/ 4161282 h 4325112"/>
              <a:gd name="csX7" fmla="*/ 135963 w 2802254"/>
              <a:gd name="csY7" fmla="*/ 0 h 4325112"/>
              <a:gd name="csX8" fmla="*/ 2666291 w 2802254"/>
              <a:gd name="csY8" fmla="*/ 0 h 4325112"/>
              <a:gd name="csX9" fmla="*/ 2714797 w 2802254"/>
              <a:gd name="csY9" fmla="*/ 9793 h 4325112"/>
              <a:gd name="csX10" fmla="*/ 2802254 w 2802254"/>
              <a:gd name="csY10" fmla="*/ 141735 h 4325112"/>
              <a:gd name="csX11" fmla="*/ 2802254 w 2802254"/>
              <a:gd name="csY11" fmla="*/ 2952306 h 4325112"/>
              <a:gd name="csX12" fmla="*/ 2494399 w 2802254"/>
              <a:gd name="csY12" fmla="*/ 2952306 h 4325112"/>
              <a:gd name="csX13" fmla="*/ 2202725 w 2802254"/>
              <a:gd name="csY13" fmla="*/ 3176101 h 4325112"/>
              <a:gd name="csX14" fmla="*/ 1894880 w 2802254"/>
              <a:gd name="csY14" fmla="*/ 4325112 h 4325112"/>
              <a:gd name="csX15" fmla="*/ 1737419 w 2802254"/>
              <a:gd name="csY15" fmla="*/ 4325112 h 4325112"/>
              <a:gd name="csX16" fmla="*/ 2045265 w 2802254"/>
              <a:gd name="csY16" fmla="*/ 3180308 h 4325112"/>
              <a:gd name="csX17" fmla="*/ 1869585 w 2802254"/>
              <a:gd name="csY17" fmla="*/ 2952306 h 4325112"/>
              <a:gd name="csX18" fmla="*/ 0 w 2802254"/>
              <a:gd name="csY18" fmla="*/ 2952306 h 4325112"/>
              <a:gd name="csX19" fmla="*/ 0 w 2802254"/>
              <a:gd name="csY19" fmla="*/ 141735 h 4325112"/>
              <a:gd name="csX20" fmla="*/ 87457 w 2802254"/>
              <a:gd name="csY20" fmla="*/ 9793 h 43251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2802254" h="4325112">
                <a:moveTo>
                  <a:pt x="2791744" y="4233975"/>
                </a:moveTo>
                <a:lnTo>
                  <a:pt x="2791001" y="4237655"/>
                </a:lnTo>
                <a:lnTo>
                  <a:pt x="2785370" y="4246007"/>
                </a:lnTo>
                <a:close/>
                <a:moveTo>
                  <a:pt x="2802254" y="2952306"/>
                </a:moveTo>
                <a:lnTo>
                  <a:pt x="2802254" y="4181917"/>
                </a:lnTo>
                <a:lnTo>
                  <a:pt x="2796067" y="4212564"/>
                </a:lnTo>
                <a:lnTo>
                  <a:pt x="2800349" y="4161282"/>
                </a:lnTo>
                <a:close/>
                <a:moveTo>
                  <a:pt x="135963" y="0"/>
                </a:moveTo>
                <a:lnTo>
                  <a:pt x="2666291" y="0"/>
                </a:lnTo>
                <a:lnTo>
                  <a:pt x="2714797" y="9793"/>
                </a:lnTo>
                <a:cubicBezTo>
                  <a:pt x="2766192" y="31531"/>
                  <a:pt x="2802254" y="82422"/>
                  <a:pt x="2802254" y="141735"/>
                </a:cubicBezTo>
                <a:lnTo>
                  <a:pt x="2802254" y="2952306"/>
                </a:lnTo>
                <a:lnTo>
                  <a:pt x="2494399" y="2952306"/>
                </a:lnTo>
                <a:cubicBezTo>
                  <a:pt x="2357740" y="2952306"/>
                  <a:pt x="2238101" y="3044093"/>
                  <a:pt x="2202725" y="3176101"/>
                </a:cubicBezTo>
                <a:lnTo>
                  <a:pt x="1894880" y="4325112"/>
                </a:lnTo>
                <a:lnTo>
                  <a:pt x="1737419" y="4325112"/>
                </a:lnTo>
                <a:lnTo>
                  <a:pt x="2045265" y="3180308"/>
                </a:lnTo>
                <a:cubicBezTo>
                  <a:pt x="2076229" y="3065255"/>
                  <a:pt x="1989221" y="2952306"/>
                  <a:pt x="1869585" y="2952306"/>
                </a:cubicBezTo>
                <a:lnTo>
                  <a:pt x="0" y="2952306"/>
                </a:lnTo>
                <a:lnTo>
                  <a:pt x="0" y="141735"/>
                </a:lnTo>
                <a:cubicBezTo>
                  <a:pt x="0" y="82422"/>
                  <a:pt x="36062" y="31531"/>
                  <a:pt x="87457" y="9793"/>
                </a:cubicBezTo>
                <a:close/>
              </a:path>
            </a:pathLst>
          </a:custGeom>
          <a:solidFill>
            <a:schemeClr val="tx2"/>
          </a:solidFill>
        </p:spPr>
        <p:txBody>
          <a:bodyPr wrap="square">
            <a:noAutofit/>
          </a:bodyPr>
          <a:lstStyle/>
          <a:p>
            <a:r>
              <a:rPr lang="en-US"/>
              <a:t>Click icon to add picture</a:t>
            </a:r>
            <a:endParaRPr lang="en-IN"/>
          </a:p>
        </p:txBody>
      </p:sp>
      <p:grpSp>
        <p:nvGrpSpPr>
          <p:cNvPr id="56" name="Group 55">
            <a:extLst>
              <a:ext uri="{FF2B5EF4-FFF2-40B4-BE49-F238E27FC236}">
                <a16:creationId xmlns:a16="http://schemas.microsoft.com/office/drawing/2014/main" id="{09EAA673-BA23-BE50-2DF6-C002002FD9E0}"/>
              </a:ext>
            </a:extLst>
          </p:cNvPr>
          <p:cNvGrpSpPr/>
          <p:nvPr userDrawn="1"/>
        </p:nvGrpSpPr>
        <p:grpSpPr>
          <a:xfrm>
            <a:off x="3199664" y="4712082"/>
            <a:ext cx="2809874" cy="1376298"/>
            <a:chOff x="207646" y="4712082"/>
            <a:chExt cx="2809874" cy="1376298"/>
          </a:xfrm>
        </p:grpSpPr>
        <p:sp>
          <p:nvSpPr>
            <p:cNvPr id="57" name="Freeform: Shape 56">
              <a:extLst>
                <a:ext uri="{FF2B5EF4-FFF2-40B4-BE49-F238E27FC236}">
                  <a16:creationId xmlns:a16="http://schemas.microsoft.com/office/drawing/2014/main" id="{246D549A-C9CE-B434-D0F2-15615BE70FC2}"/>
                </a:ext>
              </a:extLst>
            </p:cNvPr>
            <p:cNvSpPr/>
            <p:nvPr userDrawn="1"/>
          </p:nvSpPr>
          <p:spPr>
            <a:xfrm>
              <a:off x="207646" y="4712082"/>
              <a:ext cx="2059188" cy="1372806"/>
            </a:xfrm>
            <a:custGeom>
              <a:avLst/>
              <a:gdLst>
                <a:gd name="csX0" fmla="*/ 0 w 2051567"/>
                <a:gd name="csY0" fmla="*/ 0 h 1372806"/>
                <a:gd name="csX1" fmla="*/ 1870257 w 2051567"/>
                <a:gd name="csY1" fmla="*/ 0 h 1372806"/>
                <a:gd name="csX2" fmla="*/ 2045287 w 2051567"/>
                <a:gd name="csY2" fmla="*/ 228002 h 1372806"/>
                <a:gd name="csX3" fmla="*/ 1738581 w 2051567"/>
                <a:gd name="csY3" fmla="*/ 1372806 h 1372806"/>
                <a:gd name="csX4" fmla="*/ 0 w 2051567"/>
                <a:gd name="csY4" fmla="*/ 1372806 h 1372806"/>
                <a:gd name="csX0" fmla="*/ 1 w 2051568"/>
                <a:gd name="csY0" fmla="*/ 0 h 1372806"/>
                <a:gd name="csX1" fmla="*/ 1870258 w 2051568"/>
                <a:gd name="csY1" fmla="*/ 0 h 1372806"/>
                <a:gd name="csX2" fmla="*/ 2045288 w 2051568"/>
                <a:gd name="csY2" fmla="*/ 228002 h 1372806"/>
                <a:gd name="csX3" fmla="*/ 1738582 w 2051568"/>
                <a:gd name="csY3" fmla="*/ 1372806 h 1372806"/>
                <a:gd name="csX4" fmla="*/ 1 w 2051568"/>
                <a:gd name="csY4" fmla="*/ 1372806 h 1372806"/>
                <a:gd name="csX5" fmla="*/ 0 w 2051568"/>
                <a:gd name="csY5" fmla="*/ 1322958 h 1372806"/>
                <a:gd name="csX6" fmla="*/ 1 w 2051568"/>
                <a:gd name="csY6" fmla="*/ 0 h 1372806"/>
                <a:gd name="csX0" fmla="*/ 0 w 2051567"/>
                <a:gd name="csY0" fmla="*/ 0 h 1372806"/>
                <a:gd name="csX1" fmla="*/ 1870257 w 2051567"/>
                <a:gd name="csY1" fmla="*/ 0 h 1372806"/>
                <a:gd name="csX2" fmla="*/ 2045287 w 2051567"/>
                <a:gd name="csY2" fmla="*/ 228002 h 1372806"/>
                <a:gd name="csX3" fmla="*/ 1738581 w 2051567"/>
                <a:gd name="csY3" fmla="*/ 1372806 h 1372806"/>
                <a:gd name="csX4" fmla="*/ 0 w 2051567"/>
                <a:gd name="csY4" fmla="*/ 1372806 h 1372806"/>
                <a:gd name="csX5" fmla="*/ 1904 w 2051567"/>
                <a:gd name="csY5" fmla="*/ 1202943 h 1372806"/>
                <a:gd name="csX6" fmla="*/ 0 w 2051567"/>
                <a:gd name="csY6" fmla="*/ 0 h 1372806"/>
                <a:gd name="csX0" fmla="*/ 0 w 2051567"/>
                <a:gd name="csY0" fmla="*/ 0 h 1372806"/>
                <a:gd name="csX1" fmla="*/ 1870257 w 2051567"/>
                <a:gd name="csY1" fmla="*/ 0 h 1372806"/>
                <a:gd name="csX2" fmla="*/ 2045287 w 2051567"/>
                <a:gd name="csY2" fmla="*/ 228002 h 1372806"/>
                <a:gd name="csX3" fmla="*/ 1738581 w 2051567"/>
                <a:gd name="csY3" fmla="*/ 1372806 h 1372806"/>
                <a:gd name="csX4" fmla="*/ 74295 w 2051567"/>
                <a:gd name="csY4" fmla="*/ 1266126 h 1372806"/>
                <a:gd name="csX5" fmla="*/ 1904 w 2051567"/>
                <a:gd name="csY5" fmla="*/ 1202943 h 1372806"/>
                <a:gd name="csX6" fmla="*/ 0 w 2051567"/>
                <a:gd name="csY6" fmla="*/ 0 h 1372806"/>
                <a:gd name="csX0" fmla="*/ 0 w 2051567"/>
                <a:gd name="csY0" fmla="*/ 0 h 1372806"/>
                <a:gd name="csX1" fmla="*/ 1870257 w 2051567"/>
                <a:gd name="csY1" fmla="*/ 0 h 1372806"/>
                <a:gd name="csX2" fmla="*/ 2045287 w 2051567"/>
                <a:gd name="csY2" fmla="*/ 228002 h 1372806"/>
                <a:gd name="csX3" fmla="*/ 1738581 w 2051567"/>
                <a:gd name="csY3" fmla="*/ 1372806 h 1372806"/>
                <a:gd name="csX4" fmla="*/ 47625 w 2051567"/>
                <a:gd name="csY4" fmla="*/ 1342326 h 1372806"/>
                <a:gd name="csX5" fmla="*/ 1904 w 2051567"/>
                <a:gd name="csY5" fmla="*/ 1202943 h 1372806"/>
                <a:gd name="csX6" fmla="*/ 0 w 2051567"/>
                <a:gd name="csY6" fmla="*/ 0 h 1372806"/>
                <a:gd name="csX0" fmla="*/ 0 w 2051567"/>
                <a:gd name="csY0" fmla="*/ 0 h 1376616"/>
                <a:gd name="csX1" fmla="*/ 1870257 w 2051567"/>
                <a:gd name="csY1" fmla="*/ 0 h 1376616"/>
                <a:gd name="csX2" fmla="*/ 2045287 w 2051567"/>
                <a:gd name="csY2" fmla="*/ 228002 h 1376616"/>
                <a:gd name="csX3" fmla="*/ 1738581 w 2051567"/>
                <a:gd name="csY3" fmla="*/ 1372806 h 1376616"/>
                <a:gd name="csX4" fmla="*/ 104775 w 2051567"/>
                <a:gd name="csY4" fmla="*/ 1376616 h 1376616"/>
                <a:gd name="csX5" fmla="*/ 1904 w 2051567"/>
                <a:gd name="csY5" fmla="*/ 1202943 h 1376616"/>
                <a:gd name="csX6" fmla="*/ 0 w 2051567"/>
                <a:gd name="csY6" fmla="*/ 0 h 1376616"/>
                <a:gd name="csX0" fmla="*/ 0 w 2051567"/>
                <a:gd name="csY0" fmla="*/ 0 h 1376616"/>
                <a:gd name="csX1" fmla="*/ 1870257 w 2051567"/>
                <a:gd name="csY1" fmla="*/ 0 h 1376616"/>
                <a:gd name="csX2" fmla="*/ 2045287 w 2051567"/>
                <a:gd name="csY2" fmla="*/ 228002 h 1376616"/>
                <a:gd name="csX3" fmla="*/ 1738581 w 2051567"/>
                <a:gd name="csY3" fmla="*/ 1372806 h 1376616"/>
                <a:gd name="csX4" fmla="*/ 104775 w 2051567"/>
                <a:gd name="csY4" fmla="*/ 1376616 h 1376616"/>
                <a:gd name="csX5" fmla="*/ 1904 w 2051567"/>
                <a:gd name="csY5" fmla="*/ 1202943 h 1376616"/>
                <a:gd name="csX6" fmla="*/ 0 w 2051567"/>
                <a:gd name="csY6" fmla="*/ 0 h 1376616"/>
                <a:gd name="csX0" fmla="*/ 931 w 2052498"/>
                <a:gd name="csY0" fmla="*/ 0 h 1376616"/>
                <a:gd name="csX1" fmla="*/ 1871188 w 2052498"/>
                <a:gd name="csY1" fmla="*/ 0 h 1376616"/>
                <a:gd name="csX2" fmla="*/ 2046218 w 2052498"/>
                <a:gd name="csY2" fmla="*/ 228002 h 1376616"/>
                <a:gd name="csX3" fmla="*/ 1739512 w 2052498"/>
                <a:gd name="csY3" fmla="*/ 1372806 h 1376616"/>
                <a:gd name="csX4" fmla="*/ 105706 w 2052498"/>
                <a:gd name="csY4" fmla="*/ 1376616 h 1376616"/>
                <a:gd name="csX5" fmla="*/ 2835 w 2052498"/>
                <a:gd name="csY5" fmla="*/ 1202943 h 1376616"/>
                <a:gd name="csX6" fmla="*/ 931 w 2052498"/>
                <a:gd name="csY6" fmla="*/ 0 h 1376616"/>
                <a:gd name="csX0" fmla="*/ 1666 w 2053233"/>
                <a:gd name="csY0" fmla="*/ 0 h 1376616"/>
                <a:gd name="csX1" fmla="*/ 1871923 w 2053233"/>
                <a:gd name="csY1" fmla="*/ 0 h 1376616"/>
                <a:gd name="csX2" fmla="*/ 2046953 w 2053233"/>
                <a:gd name="csY2" fmla="*/ 228002 h 1376616"/>
                <a:gd name="csX3" fmla="*/ 1740247 w 2053233"/>
                <a:gd name="csY3" fmla="*/ 1372806 h 1376616"/>
                <a:gd name="csX4" fmla="*/ 106441 w 2053233"/>
                <a:gd name="csY4" fmla="*/ 1376616 h 1376616"/>
                <a:gd name="csX5" fmla="*/ 3570 w 2053233"/>
                <a:gd name="csY5" fmla="*/ 1202943 h 1376616"/>
                <a:gd name="csX6" fmla="*/ 1666 w 2053233"/>
                <a:gd name="csY6" fmla="*/ 0 h 1376616"/>
                <a:gd name="csX0" fmla="*/ 0 w 2051567"/>
                <a:gd name="csY0" fmla="*/ 0 h 1376616"/>
                <a:gd name="csX1" fmla="*/ 1870257 w 2051567"/>
                <a:gd name="csY1" fmla="*/ 0 h 1376616"/>
                <a:gd name="csX2" fmla="*/ 2045287 w 2051567"/>
                <a:gd name="csY2" fmla="*/ 228002 h 1376616"/>
                <a:gd name="csX3" fmla="*/ 1738581 w 2051567"/>
                <a:gd name="csY3" fmla="*/ 1372806 h 1376616"/>
                <a:gd name="csX4" fmla="*/ 104775 w 2051567"/>
                <a:gd name="csY4" fmla="*/ 1376616 h 1376616"/>
                <a:gd name="csX5" fmla="*/ 1904 w 2051567"/>
                <a:gd name="csY5" fmla="*/ 1202943 h 1376616"/>
                <a:gd name="csX6" fmla="*/ 0 w 2051567"/>
                <a:gd name="csY6" fmla="*/ 0 h 1376616"/>
                <a:gd name="csX0" fmla="*/ 0 w 2051567"/>
                <a:gd name="csY0" fmla="*/ 0 h 1372806"/>
                <a:gd name="csX1" fmla="*/ 1870257 w 2051567"/>
                <a:gd name="csY1" fmla="*/ 0 h 1372806"/>
                <a:gd name="csX2" fmla="*/ 2045287 w 2051567"/>
                <a:gd name="csY2" fmla="*/ 228002 h 1372806"/>
                <a:gd name="csX3" fmla="*/ 1738581 w 2051567"/>
                <a:gd name="csY3" fmla="*/ 1372806 h 1372806"/>
                <a:gd name="csX4" fmla="*/ 100965 w 2051567"/>
                <a:gd name="csY4" fmla="*/ 1370901 h 1372806"/>
                <a:gd name="csX5" fmla="*/ 1904 w 2051567"/>
                <a:gd name="csY5" fmla="*/ 1202943 h 1372806"/>
                <a:gd name="csX6" fmla="*/ 0 w 2051567"/>
                <a:gd name="csY6" fmla="*/ 0 h 1372806"/>
                <a:gd name="csX0" fmla="*/ 0 w 2051567"/>
                <a:gd name="csY0" fmla="*/ 0 h 1372806"/>
                <a:gd name="csX1" fmla="*/ 1870257 w 2051567"/>
                <a:gd name="csY1" fmla="*/ 0 h 1372806"/>
                <a:gd name="csX2" fmla="*/ 2045287 w 2051567"/>
                <a:gd name="csY2" fmla="*/ 228002 h 1372806"/>
                <a:gd name="csX3" fmla="*/ 1738581 w 2051567"/>
                <a:gd name="csY3" fmla="*/ 1372806 h 1372806"/>
                <a:gd name="csX4" fmla="*/ 114300 w 2051567"/>
                <a:gd name="csY4" fmla="*/ 1372806 h 1372806"/>
                <a:gd name="csX5" fmla="*/ 1904 w 2051567"/>
                <a:gd name="csY5" fmla="*/ 1202943 h 1372806"/>
                <a:gd name="csX6" fmla="*/ 0 w 2051567"/>
                <a:gd name="csY6" fmla="*/ 0 h 1372806"/>
                <a:gd name="csX0" fmla="*/ 0 w 2051567"/>
                <a:gd name="csY0" fmla="*/ 0 h 1372806"/>
                <a:gd name="csX1" fmla="*/ 1870257 w 2051567"/>
                <a:gd name="csY1" fmla="*/ 0 h 1372806"/>
                <a:gd name="csX2" fmla="*/ 2045287 w 2051567"/>
                <a:gd name="csY2" fmla="*/ 228002 h 1372806"/>
                <a:gd name="csX3" fmla="*/ 1738581 w 2051567"/>
                <a:gd name="csY3" fmla="*/ 1372806 h 1372806"/>
                <a:gd name="csX4" fmla="*/ 180975 w 2051567"/>
                <a:gd name="csY4" fmla="*/ 1334706 h 1372806"/>
                <a:gd name="csX5" fmla="*/ 1904 w 2051567"/>
                <a:gd name="csY5" fmla="*/ 1202943 h 1372806"/>
                <a:gd name="csX6" fmla="*/ 0 w 2051567"/>
                <a:gd name="csY6" fmla="*/ 0 h 1372806"/>
                <a:gd name="csX0" fmla="*/ 0 w 2051567"/>
                <a:gd name="csY0" fmla="*/ 0 h 1372806"/>
                <a:gd name="csX1" fmla="*/ 1870257 w 2051567"/>
                <a:gd name="csY1" fmla="*/ 0 h 1372806"/>
                <a:gd name="csX2" fmla="*/ 2045287 w 2051567"/>
                <a:gd name="csY2" fmla="*/ 228002 h 1372806"/>
                <a:gd name="csX3" fmla="*/ 1738581 w 2051567"/>
                <a:gd name="csY3" fmla="*/ 1372806 h 1372806"/>
                <a:gd name="csX4" fmla="*/ 104775 w 2051567"/>
                <a:gd name="csY4" fmla="*/ 1372806 h 1372806"/>
                <a:gd name="csX5" fmla="*/ 1904 w 2051567"/>
                <a:gd name="csY5" fmla="*/ 1202943 h 1372806"/>
                <a:gd name="csX6" fmla="*/ 0 w 2051567"/>
                <a:gd name="csY6" fmla="*/ 0 h 1372806"/>
                <a:gd name="csX0" fmla="*/ 0 w 2051567"/>
                <a:gd name="csY0" fmla="*/ 0 h 1372806"/>
                <a:gd name="csX1" fmla="*/ 1870257 w 2051567"/>
                <a:gd name="csY1" fmla="*/ 0 h 1372806"/>
                <a:gd name="csX2" fmla="*/ 2045287 w 2051567"/>
                <a:gd name="csY2" fmla="*/ 228002 h 1372806"/>
                <a:gd name="csX3" fmla="*/ 1738581 w 2051567"/>
                <a:gd name="csY3" fmla="*/ 1372806 h 1372806"/>
                <a:gd name="csX4" fmla="*/ 121920 w 2051567"/>
                <a:gd name="csY4" fmla="*/ 1372806 h 1372806"/>
                <a:gd name="csX5" fmla="*/ 1904 w 2051567"/>
                <a:gd name="csY5" fmla="*/ 1202943 h 1372806"/>
                <a:gd name="csX6" fmla="*/ 0 w 2051567"/>
                <a:gd name="csY6" fmla="*/ 0 h 1372806"/>
                <a:gd name="csX0" fmla="*/ 0 w 2051567"/>
                <a:gd name="csY0" fmla="*/ 0 h 1372806"/>
                <a:gd name="csX1" fmla="*/ 1870257 w 2051567"/>
                <a:gd name="csY1" fmla="*/ 0 h 1372806"/>
                <a:gd name="csX2" fmla="*/ 2045287 w 2051567"/>
                <a:gd name="csY2" fmla="*/ 228002 h 1372806"/>
                <a:gd name="csX3" fmla="*/ 1738581 w 2051567"/>
                <a:gd name="csY3" fmla="*/ 1372806 h 1372806"/>
                <a:gd name="csX4" fmla="*/ 121920 w 2051567"/>
                <a:gd name="csY4" fmla="*/ 1372806 h 1372806"/>
                <a:gd name="csX5" fmla="*/ 1904 w 2051567"/>
                <a:gd name="csY5" fmla="*/ 1202943 h 1372806"/>
                <a:gd name="csX6" fmla="*/ 0 w 2051567"/>
                <a:gd name="csY6" fmla="*/ 0 h 1372806"/>
                <a:gd name="csX0" fmla="*/ 0 w 2051567"/>
                <a:gd name="csY0" fmla="*/ 0 h 1372806"/>
                <a:gd name="csX1" fmla="*/ 1870257 w 2051567"/>
                <a:gd name="csY1" fmla="*/ 0 h 1372806"/>
                <a:gd name="csX2" fmla="*/ 2045287 w 2051567"/>
                <a:gd name="csY2" fmla="*/ 228002 h 1372806"/>
                <a:gd name="csX3" fmla="*/ 1738581 w 2051567"/>
                <a:gd name="csY3" fmla="*/ 1372806 h 1372806"/>
                <a:gd name="csX4" fmla="*/ 121920 w 2051567"/>
                <a:gd name="csY4" fmla="*/ 1372806 h 1372806"/>
                <a:gd name="csX5" fmla="*/ 1904 w 2051567"/>
                <a:gd name="csY5" fmla="*/ 1202943 h 1372806"/>
                <a:gd name="csX6" fmla="*/ 0 w 2051567"/>
                <a:gd name="csY6" fmla="*/ 0 h 137280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051567" h="1372806">
                  <a:moveTo>
                    <a:pt x="0" y="0"/>
                  </a:moveTo>
                  <a:lnTo>
                    <a:pt x="1870257" y="0"/>
                  </a:lnTo>
                  <a:cubicBezTo>
                    <a:pt x="1989451" y="0"/>
                    <a:pt x="2076137" y="112949"/>
                    <a:pt x="2045287" y="228002"/>
                  </a:cubicBezTo>
                  <a:lnTo>
                    <a:pt x="1738581" y="1372806"/>
                  </a:lnTo>
                  <a:lnTo>
                    <a:pt x="121920" y="1372806"/>
                  </a:lnTo>
                  <a:cubicBezTo>
                    <a:pt x="26670" y="1358095"/>
                    <a:pt x="-5674" y="1263374"/>
                    <a:pt x="1904" y="1202943"/>
                  </a:cubicBezTo>
                  <a:cubicBezTo>
                    <a:pt x="1904" y="761957"/>
                    <a:pt x="0" y="440986"/>
                    <a:pt x="0" y="0"/>
                  </a:cubicBezTo>
                  <a:close/>
                </a:path>
              </a:pathLst>
            </a:custGeom>
            <a:solidFill>
              <a:schemeClr val="accent1"/>
            </a:solidFill>
            <a:ln w="4606" cap="flat">
              <a:noFill/>
              <a:prstDash val="solid"/>
              <a:miter/>
            </a:ln>
          </p:spPr>
          <p:txBody>
            <a:bodyPr/>
            <a:lstStyle/>
            <a:p>
              <a:endParaRPr lang="en-IN"/>
            </a:p>
          </p:txBody>
        </p:sp>
        <p:sp>
          <p:nvSpPr>
            <p:cNvPr id="58" name="Freeform: Shape 57">
              <a:extLst>
                <a:ext uri="{FF2B5EF4-FFF2-40B4-BE49-F238E27FC236}">
                  <a16:creationId xmlns:a16="http://schemas.microsoft.com/office/drawing/2014/main" id="{D2CDDFD6-4585-EEC5-23B2-4FD47C7DF609}"/>
                </a:ext>
              </a:extLst>
            </p:cNvPr>
            <p:cNvSpPr/>
            <p:nvPr/>
          </p:nvSpPr>
          <p:spPr>
            <a:xfrm>
              <a:off x="2110146" y="4712082"/>
              <a:ext cx="907374" cy="1376298"/>
            </a:xfrm>
            <a:custGeom>
              <a:avLst/>
              <a:gdLst>
                <a:gd name="csX0" fmla="*/ 599519 w 907374"/>
                <a:gd name="csY0" fmla="*/ 0 h 1372806"/>
                <a:gd name="csX1" fmla="*/ 907374 w 907374"/>
                <a:gd name="csY1" fmla="*/ 0 h 1372806"/>
                <a:gd name="csX2" fmla="*/ 907374 w 907374"/>
                <a:gd name="csY2" fmla="*/ 1372806 h 1372806"/>
                <a:gd name="csX3" fmla="*/ 0 w 907374"/>
                <a:gd name="csY3" fmla="*/ 1372806 h 1372806"/>
                <a:gd name="csX4" fmla="*/ 307845 w 907374"/>
                <a:gd name="csY4" fmla="*/ 223795 h 1372806"/>
                <a:gd name="csX5" fmla="*/ 599519 w 907374"/>
                <a:gd name="csY5" fmla="*/ 0 h 1372806"/>
                <a:gd name="csX0" fmla="*/ 599519 w 922614"/>
                <a:gd name="csY0" fmla="*/ 0 h 1372806"/>
                <a:gd name="csX1" fmla="*/ 907374 w 922614"/>
                <a:gd name="csY1" fmla="*/ 0 h 1372806"/>
                <a:gd name="csX2" fmla="*/ 907374 w 922614"/>
                <a:gd name="csY2" fmla="*/ 1372806 h 1372806"/>
                <a:gd name="csX3" fmla="*/ 922614 w 922614"/>
                <a:gd name="csY3" fmla="*/ 1357248 h 1372806"/>
                <a:gd name="csX4" fmla="*/ 0 w 922614"/>
                <a:gd name="csY4" fmla="*/ 1372806 h 1372806"/>
                <a:gd name="csX5" fmla="*/ 307845 w 922614"/>
                <a:gd name="csY5" fmla="*/ 223795 h 1372806"/>
                <a:gd name="csX6" fmla="*/ 599519 w 922614"/>
                <a:gd name="csY6" fmla="*/ 0 h 1372806"/>
                <a:gd name="csX0" fmla="*/ 599519 w 907374"/>
                <a:gd name="csY0" fmla="*/ 0 h 1372806"/>
                <a:gd name="csX1" fmla="*/ 907374 w 907374"/>
                <a:gd name="csY1" fmla="*/ 0 h 1372806"/>
                <a:gd name="csX2" fmla="*/ 907374 w 907374"/>
                <a:gd name="csY2" fmla="*/ 1372806 h 1372806"/>
                <a:gd name="csX3" fmla="*/ 800694 w 907374"/>
                <a:gd name="csY3" fmla="*/ 1345818 h 1372806"/>
                <a:gd name="csX4" fmla="*/ 0 w 907374"/>
                <a:gd name="csY4" fmla="*/ 1372806 h 1372806"/>
                <a:gd name="csX5" fmla="*/ 307845 w 907374"/>
                <a:gd name="csY5" fmla="*/ 223795 h 1372806"/>
                <a:gd name="csX6" fmla="*/ 599519 w 907374"/>
                <a:gd name="csY6" fmla="*/ 0 h 1372806"/>
                <a:gd name="csX0" fmla="*/ 599519 w 907374"/>
                <a:gd name="csY0" fmla="*/ 0 h 1372806"/>
                <a:gd name="csX1" fmla="*/ 907374 w 907374"/>
                <a:gd name="csY1" fmla="*/ 0 h 1372806"/>
                <a:gd name="csX2" fmla="*/ 876894 w 907374"/>
                <a:gd name="csY2" fmla="*/ 1296606 h 1372806"/>
                <a:gd name="csX3" fmla="*/ 800694 w 907374"/>
                <a:gd name="csY3" fmla="*/ 1345818 h 1372806"/>
                <a:gd name="csX4" fmla="*/ 0 w 907374"/>
                <a:gd name="csY4" fmla="*/ 1372806 h 1372806"/>
                <a:gd name="csX5" fmla="*/ 307845 w 907374"/>
                <a:gd name="csY5" fmla="*/ 223795 h 1372806"/>
                <a:gd name="csX6" fmla="*/ 599519 w 907374"/>
                <a:gd name="csY6" fmla="*/ 0 h 1372806"/>
                <a:gd name="csX0" fmla="*/ 599519 w 911184"/>
                <a:gd name="csY0" fmla="*/ 0 h 1372806"/>
                <a:gd name="csX1" fmla="*/ 907374 w 911184"/>
                <a:gd name="csY1" fmla="*/ 0 h 1372806"/>
                <a:gd name="csX2" fmla="*/ 911184 w 911184"/>
                <a:gd name="csY2" fmla="*/ 1250886 h 1372806"/>
                <a:gd name="csX3" fmla="*/ 800694 w 911184"/>
                <a:gd name="csY3" fmla="*/ 1345818 h 1372806"/>
                <a:gd name="csX4" fmla="*/ 0 w 911184"/>
                <a:gd name="csY4" fmla="*/ 1372806 h 1372806"/>
                <a:gd name="csX5" fmla="*/ 307845 w 911184"/>
                <a:gd name="csY5" fmla="*/ 223795 h 1372806"/>
                <a:gd name="csX6" fmla="*/ 599519 w 911184"/>
                <a:gd name="csY6" fmla="*/ 0 h 1372806"/>
                <a:gd name="csX0" fmla="*/ 599519 w 911184"/>
                <a:gd name="csY0" fmla="*/ 0 h 1376298"/>
                <a:gd name="csX1" fmla="*/ 907374 w 911184"/>
                <a:gd name="csY1" fmla="*/ 0 h 1376298"/>
                <a:gd name="csX2" fmla="*/ 911184 w 911184"/>
                <a:gd name="csY2" fmla="*/ 1250886 h 1376298"/>
                <a:gd name="csX3" fmla="*/ 775929 w 911184"/>
                <a:gd name="csY3" fmla="*/ 1376298 h 1376298"/>
                <a:gd name="csX4" fmla="*/ 0 w 911184"/>
                <a:gd name="csY4" fmla="*/ 1372806 h 1376298"/>
                <a:gd name="csX5" fmla="*/ 307845 w 911184"/>
                <a:gd name="csY5" fmla="*/ 223795 h 1376298"/>
                <a:gd name="csX6" fmla="*/ 599519 w 911184"/>
                <a:gd name="csY6" fmla="*/ 0 h 1376298"/>
                <a:gd name="csX0" fmla="*/ 599519 w 907374"/>
                <a:gd name="csY0" fmla="*/ 0 h 1376298"/>
                <a:gd name="csX1" fmla="*/ 907374 w 907374"/>
                <a:gd name="csY1" fmla="*/ 0 h 1376298"/>
                <a:gd name="csX2" fmla="*/ 905469 w 907374"/>
                <a:gd name="csY2" fmla="*/ 1208976 h 1376298"/>
                <a:gd name="csX3" fmla="*/ 775929 w 907374"/>
                <a:gd name="csY3" fmla="*/ 1376298 h 1376298"/>
                <a:gd name="csX4" fmla="*/ 0 w 907374"/>
                <a:gd name="csY4" fmla="*/ 1372806 h 1376298"/>
                <a:gd name="csX5" fmla="*/ 307845 w 907374"/>
                <a:gd name="csY5" fmla="*/ 223795 h 1376298"/>
                <a:gd name="csX6" fmla="*/ 599519 w 907374"/>
                <a:gd name="csY6" fmla="*/ 0 h 1376298"/>
                <a:gd name="csX0" fmla="*/ 599519 w 907374"/>
                <a:gd name="csY0" fmla="*/ 0 h 1376298"/>
                <a:gd name="csX1" fmla="*/ 907374 w 907374"/>
                <a:gd name="csY1" fmla="*/ 0 h 1376298"/>
                <a:gd name="csX2" fmla="*/ 905469 w 907374"/>
                <a:gd name="csY2" fmla="*/ 1208976 h 1376298"/>
                <a:gd name="csX3" fmla="*/ 775929 w 907374"/>
                <a:gd name="csY3" fmla="*/ 1376298 h 1376298"/>
                <a:gd name="csX4" fmla="*/ 0 w 907374"/>
                <a:gd name="csY4" fmla="*/ 1372806 h 1376298"/>
                <a:gd name="csX5" fmla="*/ 307845 w 907374"/>
                <a:gd name="csY5" fmla="*/ 223795 h 1376298"/>
                <a:gd name="csX6" fmla="*/ 599519 w 907374"/>
                <a:gd name="csY6" fmla="*/ 0 h 1376298"/>
                <a:gd name="csX0" fmla="*/ 599519 w 907374"/>
                <a:gd name="csY0" fmla="*/ 0 h 1376298"/>
                <a:gd name="csX1" fmla="*/ 907374 w 907374"/>
                <a:gd name="csY1" fmla="*/ 0 h 1376298"/>
                <a:gd name="csX2" fmla="*/ 905469 w 907374"/>
                <a:gd name="csY2" fmla="*/ 1208976 h 1376298"/>
                <a:gd name="csX3" fmla="*/ 775929 w 907374"/>
                <a:gd name="csY3" fmla="*/ 1376298 h 1376298"/>
                <a:gd name="csX4" fmla="*/ 0 w 907374"/>
                <a:gd name="csY4" fmla="*/ 1372806 h 1376298"/>
                <a:gd name="csX5" fmla="*/ 307845 w 907374"/>
                <a:gd name="csY5" fmla="*/ 223795 h 1376298"/>
                <a:gd name="csX6" fmla="*/ 599519 w 907374"/>
                <a:gd name="csY6" fmla="*/ 0 h 137629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907374" h="1376298">
                  <a:moveTo>
                    <a:pt x="599519" y="0"/>
                  </a:moveTo>
                  <a:lnTo>
                    <a:pt x="907374" y="0"/>
                  </a:lnTo>
                  <a:lnTo>
                    <a:pt x="905469" y="1208976"/>
                  </a:lnTo>
                  <a:cubicBezTo>
                    <a:pt x="915629" y="1306660"/>
                    <a:pt x="849589" y="1373864"/>
                    <a:pt x="775929" y="1376298"/>
                  </a:cubicBezTo>
                  <a:lnTo>
                    <a:pt x="0" y="1372806"/>
                  </a:lnTo>
                  <a:lnTo>
                    <a:pt x="307845" y="223795"/>
                  </a:lnTo>
                  <a:cubicBezTo>
                    <a:pt x="343221" y="91787"/>
                    <a:pt x="462860" y="0"/>
                    <a:pt x="599519" y="0"/>
                  </a:cubicBezTo>
                  <a:close/>
                </a:path>
              </a:pathLst>
            </a:custGeom>
            <a:solidFill>
              <a:schemeClr val="accent1"/>
            </a:solidFill>
            <a:ln w="4606" cap="flat">
              <a:noFill/>
              <a:prstDash val="solid"/>
              <a:miter/>
            </a:ln>
          </p:spPr>
          <p:txBody>
            <a:bodyPr/>
            <a:lstStyle/>
            <a:p>
              <a:endParaRPr lang="en-IN"/>
            </a:p>
          </p:txBody>
        </p:sp>
      </p:grpSp>
      <p:sp>
        <p:nvSpPr>
          <p:cNvPr id="59" name="Picture Placeholder 58">
            <a:extLst>
              <a:ext uri="{FF2B5EF4-FFF2-40B4-BE49-F238E27FC236}">
                <a16:creationId xmlns:a16="http://schemas.microsoft.com/office/drawing/2014/main" id="{1203132C-8941-04CF-DB09-1E952B6361AD}"/>
              </a:ext>
            </a:extLst>
          </p:cNvPr>
          <p:cNvSpPr>
            <a:spLocks noGrp="1"/>
          </p:cNvSpPr>
          <p:nvPr>
            <p:ph type="pic" sz="quarter" idx="19"/>
          </p:nvPr>
        </p:nvSpPr>
        <p:spPr>
          <a:xfrm>
            <a:off x="6184062" y="1759776"/>
            <a:ext cx="2802254" cy="4325112"/>
          </a:xfrm>
          <a:custGeom>
            <a:avLst/>
            <a:gdLst>
              <a:gd name="csX0" fmla="*/ 2791744 w 2802254"/>
              <a:gd name="csY0" fmla="*/ 4233975 h 4325112"/>
              <a:gd name="csX1" fmla="*/ 2791001 w 2802254"/>
              <a:gd name="csY1" fmla="*/ 4237655 h 4325112"/>
              <a:gd name="csX2" fmla="*/ 2785370 w 2802254"/>
              <a:gd name="csY2" fmla="*/ 4246007 h 4325112"/>
              <a:gd name="csX3" fmla="*/ 2802254 w 2802254"/>
              <a:gd name="csY3" fmla="*/ 2952306 h 4325112"/>
              <a:gd name="csX4" fmla="*/ 2802254 w 2802254"/>
              <a:gd name="csY4" fmla="*/ 4181917 h 4325112"/>
              <a:gd name="csX5" fmla="*/ 2796067 w 2802254"/>
              <a:gd name="csY5" fmla="*/ 4212564 h 4325112"/>
              <a:gd name="csX6" fmla="*/ 2800349 w 2802254"/>
              <a:gd name="csY6" fmla="*/ 4161282 h 4325112"/>
              <a:gd name="csX7" fmla="*/ 135963 w 2802254"/>
              <a:gd name="csY7" fmla="*/ 0 h 4325112"/>
              <a:gd name="csX8" fmla="*/ 2666291 w 2802254"/>
              <a:gd name="csY8" fmla="*/ 0 h 4325112"/>
              <a:gd name="csX9" fmla="*/ 2714797 w 2802254"/>
              <a:gd name="csY9" fmla="*/ 9793 h 4325112"/>
              <a:gd name="csX10" fmla="*/ 2802254 w 2802254"/>
              <a:gd name="csY10" fmla="*/ 141735 h 4325112"/>
              <a:gd name="csX11" fmla="*/ 2802254 w 2802254"/>
              <a:gd name="csY11" fmla="*/ 2952306 h 4325112"/>
              <a:gd name="csX12" fmla="*/ 2494399 w 2802254"/>
              <a:gd name="csY12" fmla="*/ 2952306 h 4325112"/>
              <a:gd name="csX13" fmla="*/ 2202725 w 2802254"/>
              <a:gd name="csY13" fmla="*/ 3176101 h 4325112"/>
              <a:gd name="csX14" fmla="*/ 1894880 w 2802254"/>
              <a:gd name="csY14" fmla="*/ 4325112 h 4325112"/>
              <a:gd name="csX15" fmla="*/ 1737419 w 2802254"/>
              <a:gd name="csY15" fmla="*/ 4325112 h 4325112"/>
              <a:gd name="csX16" fmla="*/ 2045265 w 2802254"/>
              <a:gd name="csY16" fmla="*/ 3180308 h 4325112"/>
              <a:gd name="csX17" fmla="*/ 1869585 w 2802254"/>
              <a:gd name="csY17" fmla="*/ 2952306 h 4325112"/>
              <a:gd name="csX18" fmla="*/ 0 w 2802254"/>
              <a:gd name="csY18" fmla="*/ 2952306 h 4325112"/>
              <a:gd name="csX19" fmla="*/ 0 w 2802254"/>
              <a:gd name="csY19" fmla="*/ 141735 h 4325112"/>
              <a:gd name="csX20" fmla="*/ 87457 w 2802254"/>
              <a:gd name="csY20" fmla="*/ 9793 h 43251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2802254" h="4325112">
                <a:moveTo>
                  <a:pt x="2791744" y="4233975"/>
                </a:moveTo>
                <a:lnTo>
                  <a:pt x="2791001" y="4237655"/>
                </a:lnTo>
                <a:lnTo>
                  <a:pt x="2785370" y="4246007"/>
                </a:lnTo>
                <a:close/>
                <a:moveTo>
                  <a:pt x="2802254" y="2952306"/>
                </a:moveTo>
                <a:lnTo>
                  <a:pt x="2802254" y="4181917"/>
                </a:lnTo>
                <a:lnTo>
                  <a:pt x="2796067" y="4212564"/>
                </a:lnTo>
                <a:lnTo>
                  <a:pt x="2800349" y="4161282"/>
                </a:lnTo>
                <a:close/>
                <a:moveTo>
                  <a:pt x="135963" y="0"/>
                </a:moveTo>
                <a:lnTo>
                  <a:pt x="2666291" y="0"/>
                </a:lnTo>
                <a:lnTo>
                  <a:pt x="2714797" y="9793"/>
                </a:lnTo>
                <a:cubicBezTo>
                  <a:pt x="2766192" y="31531"/>
                  <a:pt x="2802254" y="82422"/>
                  <a:pt x="2802254" y="141735"/>
                </a:cubicBezTo>
                <a:lnTo>
                  <a:pt x="2802254" y="2952306"/>
                </a:lnTo>
                <a:lnTo>
                  <a:pt x="2494399" y="2952306"/>
                </a:lnTo>
                <a:cubicBezTo>
                  <a:pt x="2357740" y="2952306"/>
                  <a:pt x="2238101" y="3044093"/>
                  <a:pt x="2202725" y="3176101"/>
                </a:cubicBezTo>
                <a:lnTo>
                  <a:pt x="1894880" y="4325112"/>
                </a:lnTo>
                <a:lnTo>
                  <a:pt x="1737419" y="4325112"/>
                </a:lnTo>
                <a:lnTo>
                  <a:pt x="2045265" y="3180308"/>
                </a:lnTo>
                <a:cubicBezTo>
                  <a:pt x="2076229" y="3065255"/>
                  <a:pt x="1989221" y="2952306"/>
                  <a:pt x="1869585" y="2952306"/>
                </a:cubicBezTo>
                <a:lnTo>
                  <a:pt x="0" y="2952306"/>
                </a:lnTo>
                <a:lnTo>
                  <a:pt x="0" y="141735"/>
                </a:lnTo>
                <a:cubicBezTo>
                  <a:pt x="0" y="82422"/>
                  <a:pt x="36062" y="31531"/>
                  <a:pt x="87457" y="9793"/>
                </a:cubicBezTo>
                <a:close/>
              </a:path>
            </a:pathLst>
          </a:custGeom>
          <a:solidFill>
            <a:schemeClr val="tx2"/>
          </a:solidFill>
        </p:spPr>
        <p:txBody>
          <a:bodyPr wrap="square">
            <a:noAutofit/>
          </a:bodyPr>
          <a:lstStyle/>
          <a:p>
            <a:r>
              <a:rPr lang="en-US"/>
              <a:t>Click icon to add picture</a:t>
            </a:r>
            <a:endParaRPr lang="en-IN"/>
          </a:p>
        </p:txBody>
      </p:sp>
      <p:grpSp>
        <p:nvGrpSpPr>
          <p:cNvPr id="60" name="Group 59">
            <a:extLst>
              <a:ext uri="{FF2B5EF4-FFF2-40B4-BE49-F238E27FC236}">
                <a16:creationId xmlns:a16="http://schemas.microsoft.com/office/drawing/2014/main" id="{84410581-05E7-E8B1-289B-194CE4D3D150}"/>
              </a:ext>
            </a:extLst>
          </p:cNvPr>
          <p:cNvGrpSpPr/>
          <p:nvPr userDrawn="1"/>
        </p:nvGrpSpPr>
        <p:grpSpPr>
          <a:xfrm>
            <a:off x="6176442" y="4712082"/>
            <a:ext cx="2809874" cy="1376298"/>
            <a:chOff x="207646" y="4712082"/>
            <a:chExt cx="2809874" cy="1376298"/>
          </a:xfrm>
        </p:grpSpPr>
        <p:sp>
          <p:nvSpPr>
            <p:cNvPr id="61" name="Freeform: Shape 60">
              <a:extLst>
                <a:ext uri="{FF2B5EF4-FFF2-40B4-BE49-F238E27FC236}">
                  <a16:creationId xmlns:a16="http://schemas.microsoft.com/office/drawing/2014/main" id="{CE07DF30-410D-0988-C47E-476E8AE00C57}"/>
                </a:ext>
              </a:extLst>
            </p:cNvPr>
            <p:cNvSpPr/>
            <p:nvPr userDrawn="1"/>
          </p:nvSpPr>
          <p:spPr>
            <a:xfrm>
              <a:off x="207646" y="4712082"/>
              <a:ext cx="2059188" cy="1372806"/>
            </a:xfrm>
            <a:custGeom>
              <a:avLst/>
              <a:gdLst>
                <a:gd name="csX0" fmla="*/ 0 w 2051567"/>
                <a:gd name="csY0" fmla="*/ 0 h 1372806"/>
                <a:gd name="csX1" fmla="*/ 1870257 w 2051567"/>
                <a:gd name="csY1" fmla="*/ 0 h 1372806"/>
                <a:gd name="csX2" fmla="*/ 2045287 w 2051567"/>
                <a:gd name="csY2" fmla="*/ 228002 h 1372806"/>
                <a:gd name="csX3" fmla="*/ 1738581 w 2051567"/>
                <a:gd name="csY3" fmla="*/ 1372806 h 1372806"/>
                <a:gd name="csX4" fmla="*/ 0 w 2051567"/>
                <a:gd name="csY4" fmla="*/ 1372806 h 1372806"/>
                <a:gd name="csX0" fmla="*/ 1 w 2051568"/>
                <a:gd name="csY0" fmla="*/ 0 h 1372806"/>
                <a:gd name="csX1" fmla="*/ 1870258 w 2051568"/>
                <a:gd name="csY1" fmla="*/ 0 h 1372806"/>
                <a:gd name="csX2" fmla="*/ 2045288 w 2051568"/>
                <a:gd name="csY2" fmla="*/ 228002 h 1372806"/>
                <a:gd name="csX3" fmla="*/ 1738582 w 2051568"/>
                <a:gd name="csY3" fmla="*/ 1372806 h 1372806"/>
                <a:gd name="csX4" fmla="*/ 1 w 2051568"/>
                <a:gd name="csY4" fmla="*/ 1372806 h 1372806"/>
                <a:gd name="csX5" fmla="*/ 0 w 2051568"/>
                <a:gd name="csY5" fmla="*/ 1322958 h 1372806"/>
                <a:gd name="csX6" fmla="*/ 1 w 2051568"/>
                <a:gd name="csY6" fmla="*/ 0 h 1372806"/>
                <a:gd name="csX0" fmla="*/ 0 w 2051567"/>
                <a:gd name="csY0" fmla="*/ 0 h 1372806"/>
                <a:gd name="csX1" fmla="*/ 1870257 w 2051567"/>
                <a:gd name="csY1" fmla="*/ 0 h 1372806"/>
                <a:gd name="csX2" fmla="*/ 2045287 w 2051567"/>
                <a:gd name="csY2" fmla="*/ 228002 h 1372806"/>
                <a:gd name="csX3" fmla="*/ 1738581 w 2051567"/>
                <a:gd name="csY3" fmla="*/ 1372806 h 1372806"/>
                <a:gd name="csX4" fmla="*/ 0 w 2051567"/>
                <a:gd name="csY4" fmla="*/ 1372806 h 1372806"/>
                <a:gd name="csX5" fmla="*/ 1904 w 2051567"/>
                <a:gd name="csY5" fmla="*/ 1202943 h 1372806"/>
                <a:gd name="csX6" fmla="*/ 0 w 2051567"/>
                <a:gd name="csY6" fmla="*/ 0 h 1372806"/>
                <a:gd name="csX0" fmla="*/ 0 w 2051567"/>
                <a:gd name="csY0" fmla="*/ 0 h 1372806"/>
                <a:gd name="csX1" fmla="*/ 1870257 w 2051567"/>
                <a:gd name="csY1" fmla="*/ 0 h 1372806"/>
                <a:gd name="csX2" fmla="*/ 2045287 w 2051567"/>
                <a:gd name="csY2" fmla="*/ 228002 h 1372806"/>
                <a:gd name="csX3" fmla="*/ 1738581 w 2051567"/>
                <a:gd name="csY3" fmla="*/ 1372806 h 1372806"/>
                <a:gd name="csX4" fmla="*/ 74295 w 2051567"/>
                <a:gd name="csY4" fmla="*/ 1266126 h 1372806"/>
                <a:gd name="csX5" fmla="*/ 1904 w 2051567"/>
                <a:gd name="csY5" fmla="*/ 1202943 h 1372806"/>
                <a:gd name="csX6" fmla="*/ 0 w 2051567"/>
                <a:gd name="csY6" fmla="*/ 0 h 1372806"/>
                <a:gd name="csX0" fmla="*/ 0 w 2051567"/>
                <a:gd name="csY0" fmla="*/ 0 h 1372806"/>
                <a:gd name="csX1" fmla="*/ 1870257 w 2051567"/>
                <a:gd name="csY1" fmla="*/ 0 h 1372806"/>
                <a:gd name="csX2" fmla="*/ 2045287 w 2051567"/>
                <a:gd name="csY2" fmla="*/ 228002 h 1372806"/>
                <a:gd name="csX3" fmla="*/ 1738581 w 2051567"/>
                <a:gd name="csY3" fmla="*/ 1372806 h 1372806"/>
                <a:gd name="csX4" fmla="*/ 47625 w 2051567"/>
                <a:gd name="csY4" fmla="*/ 1342326 h 1372806"/>
                <a:gd name="csX5" fmla="*/ 1904 w 2051567"/>
                <a:gd name="csY5" fmla="*/ 1202943 h 1372806"/>
                <a:gd name="csX6" fmla="*/ 0 w 2051567"/>
                <a:gd name="csY6" fmla="*/ 0 h 1372806"/>
                <a:gd name="csX0" fmla="*/ 0 w 2051567"/>
                <a:gd name="csY0" fmla="*/ 0 h 1376616"/>
                <a:gd name="csX1" fmla="*/ 1870257 w 2051567"/>
                <a:gd name="csY1" fmla="*/ 0 h 1376616"/>
                <a:gd name="csX2" fmla="*/ 2045287 w 2051567"/>
                <a:gd name="csY2" fmla="*/ 228002 h 1376616"/>
                <a:gd name="csX3" fmla="*/ 1738581 w 2051567"/>
                <a:gd name="csY3" fmla="*/ 1372806 h 1376616"/>
                <a:gd name="csX4" fmla="*/ 104775 w 2051567"/>
                <a:gd name="csY4" fmla="*/ 1376616 h 1376616"/>
                <a:gd name="csX5" fmla="*/ 1904 w 2051567"/>
                <a:gd name="csY5" fmla="*/ 1202943 h 1376616"/>
                <a:gd name="csX6" fmla="*/ 0 w 2051567"/>
                <a:gd name="csY6" fmla="*/ 0 h 1376616"/>
                <a:gd name="csX0" fmla="*/ 0 w 2051567"/>
                <a:gd name="csY0" fmla="*/ 0 h 1376616"/>
                <a:gd name="csX1" fmla="*/ 1870257 w 2051567"/>
                <a:gd name="csY1" fmla="*/ 0 h 1376616"/>
                <a:gd name="csX2" fmla="*/ 2045287 w 2051567"/>
                <a:gd name="csY2" fmla="*/ 228002 h 1376616"/>
                <a:gd name="csX3" fmla="*/ 1738581 w 2051567"/>
                <a:gd name="csY3" fmla="*/ 1372806 h 1376616"/>
                <a:gd name="csX4" fmla="*/ 104775 w 2051567"/>
                <a:gd name="csY4" fmla="*/ 1376616 h 1376616"/>
                <a:gd name="csX5" fmla="*/ 1904 w 2051567"/>
                <a:gd name="csY5" fmla="*/ 1202943 h 1376616"/>
                <a:gd name="csX6" fmla="*/ 0 w 2051567"/>
                <a:gd name="csY6" fmla="*/ 0 h 1376616"/>
                <a:gd name="csX0" fmla="*/ 931 w 2052498"/>
                <a:gd name="csY0" fmla="*/ 0 h 1376616"/>
                <a:gd name="csX1" fmla="*/ 1871188 w 2052498"/>
                <a:gd name="csY1" fmla="*/ 0 h 1376616"/>
                <a:gd name="csX2" fmla="*/ 2046218 w 2052498"/>
                <a:gd name="csY2" fmla="*/ 228002 h 1376616"/>
                <a:gd name="csX3" fmla="*/ 1739512 w 2052498"/>
                <a:gd name="csY3" fmla="*/ 1372806 h 1376616"/>
                <a:gd name="csX4" fmla="*/ 105706 w 2052498"/>
                <a:gd name="csY4" fmla="*/ 1376616 h 1376616"/>
                <a:gd name="csX5" fmla="*/ 2835 w 2052498"/>
                <a:gd name="csY5" fmla="*/ 1202943 h 1376616"/>
                <a:gd name="csX6" fmla="*/ 931 w 2052498"/>
                <a:gd name="csY6" fmla="*/ 0 h 1376616"/>
                <a:gd name="csX0" fmla="*/ 1666 w 2053233"/>
                <a:gd name="csY0" fmla="*/ 0 h 1376616"/>
                <a:gd name="csX1" fmla="*/ 1871923 w 2053233"/>
                <a:gd name="csY1" fmla="*/ 0 h 1376616"/>
                <a:gd name="csX2" fmla="*/ 2046953 w 2053233"/>
                <a:gd name="csY2" fmla="*/ 228002 h 1376616"/>
                <a:gd name="csX3" fmla="*/ 1740247 w 2053233"/>
                <a:gd name="csY3" fmla="*/ 1372806 h 1376616"/>
                <a:gd name="csX4" fmla="*/ 106441 w 2053233"/>
                <a:gd name="csY4" fmla="*/ 1376616 h 1376616"/>
                <a:gd name="csX5" fmla="*/ 3570 w 2053233"/>
                <a:gd name="csY5" fmla="*/ 1202943 h 1376616"/>
                <a:gd name="csX6" fmla="*/ 1666 w 2053233"/>
                <a:gd name="csY6" fmla="*/ 0 h 1376616"/>
                <a:gd name="csX0" fmla="*/ 0 w 2051567"/>
                <a:gd name="csY0" fmla="*/ 0 h 1376616"/>
                <a:gd name="csX1" fmla="*/ 1870257 w 2051567"/>
                <a:gd name="csY1" fmla="*/ 0 h 1376616"/>
                <a:gd name="csX2" fmla="*/ 2045287 w 2051567"/>
                <a:gd name="csY2" fmla="*/ 228002 h 1376616"/>
                <a:gd name="csX3" fmla="*/ 1738581 w 2051567"/>
                <a:gd name="csY3" fmla="*/ 1372806 h 1376616"/>
                <a:gd name="csX4" fmla="*/ 104775 w 2051567"/>
                <a:gd name="csY4" fmla="*/ 1376616 h 1376616"/>
                <a:gd name="csX5" fmla="*/ 1904 w 2051567"/>
                <a:gd name="csY5" fmla="*/ 1202943 h 1376616"/>
                <a:gd name="csX6" fmla="*/ 0 w 2051567"/>
                <a:gd name="csY6" fmla="*/ 0 h 1376616"/>
                <a:gd name="csX0" fmla="*/ 0 w 2051567"/>
                <a:gd name="csY0" fmla="*/ 0 h 1372806"/>
                <a:gd name="csX1" fmla="*/ 1870257 w 2051567"/>
                <a:gd name="csY1" fmla="*/ 0 h 1372806"/>
                <a:gd name="csX2" fmla="*/ 2045287 w 2051567"/>
                <a:gd name="csY2" fmla="*/ 228002 h 1372806"/>
                <a:gd name="csX3" fmla="*/ 1738581 w 2051567"/>
                <a:gd name="csY3" fmla="*/ 1372806 h 1372806"/>
                <a:gd name="csX4" fmla="*/ 100965 w 2051567"/>
                <a:gd name="csY4" fmla="*/ 1370901 h 1372806"/>
                <a:gd name="csX5" fmla="*/ 1904 w 2051567"/>
                <a:gd name="csY5" fmla="*/ 1202943 h 1372806"/>
                <a:gd name="csX6" fmla="*/ 0 w 2051567"/>
                <a:gd name="csY6" fmla="*/ 0 h 1372806"/>
                <a:gd name="csX0" fmla="*/ 0 w 2051567"/>
                <a:gd name="csY0" fmla="*/ 0 h 1372806"/>
                <a:gd name="csX1" fmla="*/ 1870257 w 2051567"/>
                <a:gd name="csY1" fmla="*/ 0 h 1372806"/>
                <a:gd name="csX2" fmla="*/ 2045287 w 2051567"/>
                <a:gd name="csY2" fmla="*/ 228002 h 1372806"/>
                <a:gd name="csX3" fmla="*/ 1738581 w 2051567"/>
                <a:gd name="csY3" fmla="*/ 1372806 h 1372806"/>
                <a:gd name="csX4" fmla="*/ 114300 w 2051567"/>
                <a:gd name="csY4" fmla="*/ 1372806 h 1372806"/>
                <a:gd name="csX5" fmla="*/ 1904 w 2051567"/>
                <a:gd name="csY5" fmla="*/ 1202943 h 1372806"/>
                <a:gd name="csX6" fmla="*/ 0 w 2051567"/>
                <a:gd name="csY6" fmla="*/ 0 h 1372806"/>
                <a:gd name="csX0" fmla="*/ 0 w 2051567"/>
                <a:gd name="csY0" fmla="*/ 0 h 1372806"/>
                <a:gd name="csX1" fmla="*/ 1870257 w 2051567"/>
                <a:gd name="csY1" fmla="*/ 0 h 1372806"/>
                <a:gd name="csX2" fmla="*/ 2045287 w 2051567"/>
                <a:gd name="csY2" fmla="*/ 228002 h 1372806"/>
                <a:gd name="csX3" fmla="*/ 1738581 w 2051567"/>
                <a:gd name="csY3" fmla="*/ 1372806 h 1372806"/>
                <a:gd name="csX4" fmla="*/ 180975 w 2051567"/>
                <a:gd name="csY4" fmla="*/ 1334706 h 1372806"/>
                <a:gd name="csX5" fmla="*/ 1904 w 2051567"/>
                <a:gd name="csY5" fmla="*/ 1202943 h 1372806"/>
                <a:gd name="csX6" fmla="*/ 0 w 2051567"/>
                <a:gd name="csY6" fmla="*/ 0 h 1372806"/>
                <a:gd name="csX0" fmla="*/ 0 w 2051567"/>
                <a:gd name="csY0" fmla="*/ 0 h 1372806"/>
                <a:gd name="csX1" fmla="*/ 1870257 w 2051567"/>
                <a:gd name="csY1" fmla="*/ 0 h 1372806"/>
                <a:gd name="csX2" fmla="*/ 2045287 w 2051567"/>
                <a:gd name="csY2" fmla="*/ 228002 h 1372806"/>
                <a:gd name="csX3" fmla="*/ 1738581 w 2051567"/>
                <a:gd name="csY3" fmla="*/ 1372806 h 1372806"/>
                <a:gd name="csX4" fmla="*/ 104775 w 2051567"/>
                <a:gd name="csY4" fmla="*/ 1372806 h 1372806"/>
                <a:gd name="csX5" fmla="*/ 1904 w 2051567"/>
                <a:gd name="csY5" fmla="*/ 1202943 h 1372806"/>
                <a:gd name="csX6" fmla="*/ 0 w 2051567"/>
                <a:gd name="csY6" fmla="*/ 0 h 1372806"/>
                <a:gd name="csX0" fmla="*/ 0 w 2051567"/>
                <a:gd name="csY0" fmla="*/ 0 h 1372806"/>
                <a:gd name="csX1" fmla="*/ 1870257 w 2051567"/>
                <a:gd name="csY1" fmla="*/ 0 h 1372806"/>
                <a:gd name="csX2" fmla="*/ 2045287 w 2051567"/>
                <a:gd name="csY2" fmla="*/ 228002 h 1372806"/>
                <a:gd name="csX3" fmla="*/ 1738581 w 2051567"/>
                <a:gd name="csY3" fmla="*/ 1372806 h 1372806"/>
                <a:gd name="csX4" fmla="*/ 121920 w 2051567"/>
                <a:gd name="csY4" fmla="*/ 1372806 h 1372806"/>
                <a:gd name="csX5" fmla="*/ 1904 w 2051567"/>
                <a:gd name="csY5" fmla="*/ 1202943 h 1372806"/>
                <a:gd name="csX6" fmla="*/ 0 w 2051567"/>
                <a:gd name="csY6" fmla="*/ 0 h 1372806"/>
                <a:gd name="csX0" fmla="*/ 0 w 2051567"/>
                <a:gd name="csY0" fmla="*/ 0 h 1372806"/>
                <a:gd name="csX1" fmla="*/ 1870257 w 2051567"/>
                <a:gd name="csY1" fmla="*/ 0 h 1372806"/>
                <a:gd name="csX2" fmla="*/ 2045287 w 2051567"/>
                <a:gd name="csY2" fmla="*/ 228002 h 1372806"/>
                <a:gd name="csX3" fmla="*/ 1738581 w 2051567"/>
                <a:gd name="csY3" fmla="*/ 1372806 h 1372806"/>
                <a:gd name="csX4" fmla="*/ 121920 w 2051567"/>
                <a:gd name="csY4" fmla="*/ 1372806 h 1372806"/>
                <a:gd name="csX5" fmla="*/ 1904 w 2051567"/>
                <a:gd name="csY5" fmla="*/ 1202943 h 1372806"/>
                <a:gd name="csX6" fmla="*/ 0 w 2051567"/>
                <a:gd name="csY6" fmla="*/ 0 h 1372806"/>
                <a:gd name="csX0" fmla="*/ 0 w 2051567"/>
                <a:gd name="csY0" fmla="*/ 0 h 1372806"/>
                <a:gd name="csX1" fmla="*/ 1870257 w 2051567"/>
                <a:gd name="csY1" fmla="*/ 0 h 1372806"/>
                <a:gd name="csX2" fmla="*/ 2045287 w 2051567"/>
                <a:gd name="csY2" fmla="*/ 228002 h 1372806"/>
                <a:gd name="csX3" fmla="*/ 1738581 w 2051567"/>
                <a:gd name="csY3" fmla="*/ 1372806 h 1372806"/>
                <a:gd name="csX4" fmla="*/ 121920 w 2051567"/>
                <a:gd name="csY4" fmla="*/ 1372806 h 1372806"/>
                <a:gd name="csX5" fmla="*/ 1904 w 2051567"/>
                <a:gd name="csY5" fmla="*/ 1202943 h 1372806"/>
                <a:gd name="csX6" fmla="*/ 0 w 2051567"/>
                <a:gd name="csY6" fmla="*/ 0 h 137280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051567" h="1372806">
                  <a:moveTo>
                    <a:pt x="0" y="0"/>
                  </a:moveTo>
                  <a:lnTo>
                    <a:pt x="1870257" y="0"/>
                  </a:lnTo>
                  <a:cubicBezTo>
                    <a:pt x="1989451" y="0"/>
                    <a:pt x="2076137" y="112949"/>
                    <a:pt x="2045287" y="228002"/>
                  </a:cubicBezTo>
                  <a:lnTo>
                    <a:pt x="1738581" y="1372806"/>
                  </a:lnTo>
                  <a:lnTo>
                    <a:pt x="121920" y="1372806"/>
                  </a:lnTo>
                  <a:cubicBezTo>
                    <a:pt x="26670" y="1358095"/>
                    <a:pt x="-5674" y="1263374"/>
                    <a:pt x="1904" y="1202943"/>
                  </a:cubicBezTo>
                  <a:cubicBezTo>
                    <a:pt x="1904" y="761957"/>
                    <a:pt x="0" y="440986"/>
                    <a:pt x="0" y="0"/>
                  </a:cubicBezTo>
                  <a:close/>
                </a:path>
              </a:pathLst>
            </a:custGeom>
            <a:solidFill>
              <a:schemeClr val="accent1"/>
            </a:solidFill>
            <a:ln w="4606" cap="flat">
              <a:noFill/>
              <a:prstDash val="solid"/>
              <a:miter/>
            </a:ln>
          </p:spPr>
          <p:txBody>
            <a:bodyPr/>
            <a:lstStyle/>
            <a:p>
              <a:endParaRPr lang="en-IN"/>
            </a:p>
          </p:txBody>
        </p:sp>
        <p:sp>
          <p:nvSpPr>
            <p:cNvPr id="62" name="Freeform: Shape 61">
              <a:extLst>
                <a:ext uri="{FF2B5EF4-FFF2-40B4-BE49-F238E27FC236}">
                  <a16:creationId xmlns:a16="http://schemas.microsoft.com/office/drawing/2014/main" id="{750DB193-11D5-E111-1A19-16B95C7379F8}"/>
                </a:ext>
              </a:extLst>
            </p:cNvPr>
            <p:cNvSpPr/>
            <p:nvPr/>
          </p:nvSpPr>
          <p:spPr>
            <a:xfrm>
              <a:off x="2110146" y="4712082"/>
              <a:ext cx="907374" cy="1376298"/>
            </a:xfrm>
            <a:custGeom>
              <a:avLst/>
              <a:gdLst>
                <a:gd name="csX0" fmla="*/ 599519 w 907374"/>
                <a:gd name="csY0" fmla="*/ 0 h 1372806"/>
                <a:gd name="csX1" fmla="*/ 907374 w 907374"/>
                <a:gd name="csY1" fmla="*/ 0 h 1372806"/>
                <a:gd name="csX2" fmla="*/ 907374 w 907374"/>
                <a:gd name="csY2" fmla="*/ 1372806 h 1372806"/>
                <a:gd name="csX3" fmla="*/ 0 w 907374"/>
                <a:gd name="csY3" fmla="*/ 1372806 h 1372806"/>
                <a:gd name="csX4" fmla="*/ 307845 w 907374"/>
                <a:gd name="csY4" fmla="*/ 223795 h 1372806"/>
                <a:gd name="csX5" fmla="*/ 599519 w 907374"/>
                <a:gd name="csY5" fmla="*/ 0 h 1372806"/>
                <a:gd name="csX0" fmla="*/ 599519 w 922614"/>
                <a:gd name="csY0" fmla="*/ 0 h 1372806"/>
                <a:gd name="csX1" fmla="*/ 907374 w 922614"/>
                <a:gd name="csY1" fmla="*/ 0 h 1372806"/>
                <a:gd name="csX2" fmla="*/ 907374 w 922614"/>
                <a:gd name="csY2" fmla="*/ 1372806 h 1372806"/>
                <a:gd name="csX3" fmla="*/ 922614 w 922614"/>
                <a:gd name="csY3" fmla="*/ 1357248 h 1372806"/>
                <a:gd name="csX4" fmla="*/ 0 w 922614"/>
                <a:gd name="csY4" fmla="*/ 1372806 h 1372806"/>
                <a:gd name="csX5" fmla="*/ 307845 w 922614"/>
                <a:gd name="csY5" fmla="*/ 223795 h 1372806"/>
                <a:gd name="csX6" fmla="*/ 599519 w 922614"/>
                <a:gd name="csY6" fmla="*/ 0 h 1372806"/>
                <a:gd name="csX0" fmla="*/ 599519 w 907374"/>
                <a:gd name="csY0" fmla="*/ 0 h 1372806"/>
                <a:gd name="csX1" fmla="*/ 907374 w 907374"/>
                <a:gd name="csY1" fmla="*/ 0 h 1372806"/>
                <a:gd name="csX2" fmla="*/ 907374 w 907374"/>
                <a:gd name="csY2" fmla="*/ 1372806 h 1372806"/>
                <a:gd name="csX3" fmla="*/ 800694 w 907374"/>
                <a:gd name="csY3" fmla="*/ 1345818 h 1372806"/>
                <a:gd name="csX4" fmla="*/ 0 w 907374"/>
                <a:gd name="csY4" fmla="*/ 1372806 h 1372806"/>
                <a:gd name="csX5" fmla="*/ 307845 w 907374"/>
                <a:gd name="csY5" fmla="*/ 223795 h 1372806"/>
                <a:gd name="csX6" fmla="*/ 599519 w 907374"/>
                <a:gd name="csY6" fmla="*/ 0 h 1372806"/>
                <a:gd name="csX0" fmla="*/ 599519 w 907374"/>
                <a:gd name="csY0" fmla="*/ 0 h 1372806"/>
                <a:gd name="csX1" fmla="*/ 907374 w 907374"/>
                <a:gd name="csY1" fmla="*/ 0 h 1372806"/>
                <a:gd name="csX2" fmla="*/ 876894 w 907374"/>
                <a:gd name="csY2" fmla="*/ 1296606 h 1372806"/>
                <a:gd name="csX3" fmla="*/ 800694 w 907374"/>
                <a:gd name="csY3" fmla="*/ 1345818 h 1372806"/>
                <a:gd name="csX4" fmla="*/ 0 w 907374"/>
                <a:gd name="csY4" fmla="*/ 1372806 h 1372806"/>
                <a:gd name="csX5" fmla="*/ 307845 w 907374"/>
                <a:gd name="csY5" fmla="*/ 223795 h 1372806"/>
                <a:gd name="csX6" fmla="*/ 599519 w 907374"/>
                <a:gd name="csY6" fmla="*/ 0 h 1372806"/>
                <a:gd name="csX0" fmla="*/ 599519 w 911184"/>
                <a:gd name="csY0" fmla="*/ 0 h 1372806"/>
                <a:gd name="csX1" fmla="*/ 907374 w 911184"/>
                <a:gd name="csY1" fmla="*/ 0 h 1372806"/>
                <a:gd name="csX2" fmla="*/ 911184 w 911184"/>
                <a:gd name="csY2" fmla="*/ 1250886 h 1372806"/>
                <a:gd name="csX3" fmla="*/ 800694 w 911184"/>
                <a:gd name="csY3" fmla="*/ 1345818 h 1372806"/>
                <a:gd name="csX4" fmla="*/ 0 w 911184"/>
                <a:gd name="csY4" fmla="*/ 1372806 h 1372806"/>
                <a:gd name="csX5" fmla="*/ 307845 w 911184"/>
                <a:gd name="csY5" fmla="*/ 223795 h 1372806"/>
                <a:gd name="csX6" fmla="*/ 599519 w 911184"/>
                <a:gd name="csY6" fmla="*/ 0 h 1372806"/>
                <a:gd name="csX0" fmla="*/ 599519 w 911184"/>
                <a:gd name="csY0" fmla="*/ 0 h 1376298"/>
                <a:gd name="csX1" fmla="*/ 907374 w 911184"/>
                <a:gd name="csY1" fmla="*/ 0 h 1376298"/>
                <a:gd name="csX2" fmla="*/ 911184 w 911184"/>
                <a:gd name="csY2" fmla="*/ 1250886 h 1376298"/>
                <a:gd name="csX3" fmla="*/ 775929 w 911184"/>
                <a:gd name="csY3" fmla="*/ 1376298 h 1376298"/>
                <a:gd name="csX4" fmla="*/ 0 w 911184"/>
                <a:gd name="csY4" fmla="*/ 1372806 h 1376298"/>
                <a:gd name="csX5" fmla="*/ 307845 w 911184"/>
                <a:gd name="csY5" fmla="*/ 223795 h 1376298"/>
                <a:gd name="csX6" fmla="*/ 599519 w 911184"/>
                <a:gd name="csY6" fmla="*/ 0 h 1376298"/>
                <a:gd name="csX0" fmla="*/ 599519 w 907374"/>
                <a:gd name="csY0" fmla="*/ 0 h 1376298"/>
                <a:gd name="csX1" fmla="*/ 907374 w 907374"/>
                <a:gd name="csY1" fmla="*/ 0 h 1376298"/>
                <a:gd name="csX2" fmla="*/ 905469 w 907374"/>
                <a:gd name="csY2" fmla="*/ 1208976 h 1376298"/>
                <a:gd name="csX3" fmla="*/ 775929 w 907374"/>
                <a:gd name="csY3" fmla="*/ 1376298 h 1376298"/>
                <a:gd name="csX4" fmla="*/ 0 w 907374"/>
                <a:gd name="csY4" fmla="*/ 1372806 h 1376298"/>
                <a:gd name="csX5" fmla="*/ 307845 w 907374"/>
                <a:gd name="csY5" fmla="*/ 223795 h 1376298"/>
                <a:gd name="csX6" fmla="*/ 599519 w 907374"/>
                <a:gd name="csY6" fmla="*/ 0 h 1376298"/>
                <a:gd name="csX0" fmla="*/ 599519 w 907374"/>
                <a:gd name="csY0" fmla="*/ 0 h 1376298"/>
                <a:gd name="csX1" fmla="*/ 907374 w 907374"/>
                <a:gd name="csY1" fmla="*/ 0 h 1376298"/>
                <a:gd name="csX2" fmla="*/ 905469 w 907374"/>
                <a:gd name="csY2" fmla="*/ 1208976 h 1376298"/>
                <a:gd name="csX3" fmla="*/ 775929 w 907374"/>
                <a:gd name="csY3" fmla="*/ 1376298 h 1376298"/>
                <a:gd name="csX4" fmla="*/ 0 w 907374"/>
                <a:gd name="csY4" fmla="*/ 1372806 h 1376298"/>
                <a:gd name="csX5" fmla="*/ 307845 w 907374"/>
                <a:gd name="csY5" fmla="*/ 223795 h 1376298"/>
                <a:gd name="csX6" fmla="*/ 599519 w 907374"/>
                <a:gd name="csY6" fmla="*/ 0 h 1376298"/>
                <a:gd name="csX0" fmla="*/ 599519 w 907374"/>
                <a:gd name="csY0" fmla="*/ 0 h 1376298"/>
                <a:gd name="csX1" fmla="*/ 907374 w 907374"/>
                <a:gd name="csY1" fmla="*/ 0 h 1376298"/>
                <a:gd name="csX2" fmla="*/ 905469 w 907374"/>
                <a:gd name="csY2" fmla="*/ 1208976 h 1376298"/>
                <a:gd name="csX3" fmla="*/ 775929 w 907374"/>
                <a:gd name="csY3" fmla="*/ 1376298 h 1376298"/>
                <a:gd name="csX4" fmla="*/ 0 w 907374"/>
                <a:gd name="csY4" fmla="*/ 1372806 h 1376298"/>
                <a:gd name="csX5" fmla="*/ 307845 w 907374"/>
                <a:gd name="csY5" fmla="*/ 223795 h 1376298"/>
                <a:gd name="csX6" fmla="*/ 599519 w 907374"/>
                <a:gd name="csY6" fmla="*/ 0 h 137629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907374" h="1376298">
                  <a:moveTo>
                    <a:pt x="599519" y="0"/>
                  </a:moveTo>
                  <a:lnTo>
                    <a:pt x="907374" y="0"/>
                  </a:lnTo>
                  <a:lnTo>
                    <a:pt x="905469" y="1208976"/>
                  </a:lnTo>
                  <a:cubicBezTo>
                    <a:pt x="915629" y="1306660"/>
                    <a:pt x="849589" y="1373864"/>
                    <a:pt x="775929" y="1376298"/>
                  </a:cubicBezTo>
                  <a:lnTo>
                    <a:pt x="0" y="1372806"/>
                  </a:lnTo>
                  <a:lnTo>
                    <a:pt x="307845" y="223795"/>
                  </a:lnTo>
                  <a:cubicBezTo>
                    <a:pt x="343221" y="91787"/>
                    <a:pt x="462860" y="0"/>
                    <a:pt x="599519" y="0"/>
                  </a:cubicBezTo>
                  <a:close/>
                </a:path>
              </a:pathLst>
            </a:custGeom>
            <a:solidFill>
              <a:schemeClr val="accent1"/>
            </a:solidFill>
            <a:ln w="4606" cap="flat">
              <a:noFill/>
              <a:prstDash val="solid"/>
              <a:miter/>
            </a:ln>
          </p:spPr>
          <p:txBody>
            <a:bodyPr/>
            <a:lstStyle/>
            <a:p>
              <a:endParaRPr lang="en-IN"/>
            </a:p>
          </p:txBody>
        </p:sp>
      </p:grpSp>
      <p:sp>
        <p:nvSpPr>
          <p:cNvPr id="63" name="Picture Placeholder 62">
            <a:extLst>
              <a:ext uri="{FF2B5EF4-FFF2-40B4-BE49-F238E27FC236}">
                <a16:creationId xmlns:a16="http://schemas.microsoft.com/office/drawing/2014/main" id="{D48F0141-0749-C3D7-17F5-5CE28BB9539D}"/>
              </a:ext>
            </a:extLst>
          </p:cNvPr>
          <p:cNvSpPr>
            <a:spLocks noGrp="1"/>
          </p:cNvSpPr>
          <p:nvPr>
            <p:ph type="pic" sz="quarter" idx="20"/>
          </p:nvPr>
        </p:nvSpPr>
        <p:spPr>
          <a:xfrm>
            <a:off x="9168459" y="1759776"/>
            <a:ext cx="2802254" cy="4325112"/>
          </a:xfrm>
          <a:custGeom>
            <a:avLst/>
            <a:gdLst>
              <a:gd name="csX0" fmla="*/ 2791744 w 2802254"/>
              <a:gd name="csY0" fmla="*/ 4233975 h 4325112"/>
              <a:gd name="csX1" fmla="*/ 2791001 w 2802254"/>
              <a:gd name="csY1" fmla="*/ 4237655 h 4325112"/>
              <a:gd name="csX2" fmla="*/ 2785370 w 2802254"/>
              <a:gd name="csY2" fmla="*/ 4246007 h 4325112"/>
              <a:gd name="csX3" fmla="*/ 2802254 w 2802254"/>
              <a:gd name="csY3" fmla="*/ 2952306 h 4325112"/>
              <a:gd name="csX4" fmla="*/ 2802254 w 2802254"/>
              <a:gd name="csY4" fmla="*/ 4181917 h 4325112"/>
              <a:gd name="csX5" fmla="*/ 2796067 w 2802254"/>
              <a:gd name="csY5" fmla="*/ 4212564 h 4325112"/>
              <a:gd name="csX6" fmla="*/ 2800349 w 2802254"/>
              <a:gd name="csY6" fmla="*/ 4161282 h 4325112"/>
              <a:gd name="csX7" fmla="*/ 135963 w 2802254"/>
              <a:gd name="csY7" fmla="*/ 0 h 4325112"/>
              <a:gd name="csX8" fmla="*/ 2666291 w 2802254"/>
              <a:gd name="csY8" fmla="*/ 0 h 4325112"/>
              <a:gd name="csX9" fmla="*/ 2714797 w 2802254"/>
              <a:gd name="csY9" fmla="*/ 9793 h 4325112"/>
              <a:gd name="csX10" fmla="*/ 2802254 w 2802254"/>
              <a:gd name="csY10" fmla="*/ 141735 h 4325112"/>
              <a:gd name="csX11" fmla="*/ 2802254 w 2802254"/>
              <a:gd name="csY11" fmla="*/ 2952306 h 4325112"/>
              <a:gd name="csX12" fmla="*/ 2494399 w 2802254"/>
              <a:gd name="csY12" fmla="*/ 2952306 h 4325112"/>
              <a:gd name="csX13" fmla="*/ 2202725 w 2802254"/>
              <a:gd name="csY13" fmla="*/ 3176101 h 4325112"/>
              <a:gd name="csX14" fmla="*/ 1894880 w 2802254"/>
              <a:gd name="csY14" fmla="*/ 4325112 h 4325112"/>
              <a:gd name="csX15" fmla="*/ 1737419 w 2802254"/>
              <a:gd name="csY15" fmla="*/ 4325112 h 4325112"/>
              <a:gd name="csX16" fmla="*/ 2045265 w 2802254"/>
              <a:gd name="csY16" fmla="*/ 3180308 h 4325112"/>
              <a:gd name="csX17" fmla="*/ 1869585 w 2802254"/>
              <a:gd name="csY17" fmla="*/ 2952306 h 4325112"/>
              <a:gd name="csX18" fmla="*/ 0 w 2802254"/>
              <a:gd name="csY18" fmla="*/ 2952306 h 4325112"/>
              <a:gd name="csX19" fmla="*/ 0 w 2802254"/>
              <a:gd name="csY19" fmla="*/ 141735 h 4325112"/>
              <a:gd name="csX20" fmla="*/ 87457 w 2802254"/>
              <a:gd name="csY20" fmla="*/ 9793 h 43251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2802254" h="4325112">
                <a:moveTo>
                  <a:pt x="2791744" y="4233975"/>
                </a:moveTo>
                <a:lnTo>
                  <a:pt x="2791001" y="4237655"/>
                </a:lnTo>
                <a:lnTo>
                  <a:pt x="2785370" y="4246007"/>
                </a:lnTo>
                <a:close/>
                <a:moveTo>
                  <a:pt x="2802254" y="2952306"/>
                </a:moveTo>
                <a:lnTo>
                  <a:pt x="2802254" y="4181917"/>
                </a:lnTo>
                <a:lnTo>
                  <a:pt x="2796067" y="4212564"/>
                </a:lnTo>
                <a:lnTo>
                  <a:pt x="2800349" y="4161282"/>
                </a:lnTo>
                <a:close/>
                <a:moveTo>
                  <a:pt x="135963" y="0"/>
                </a:moveTo>
                <a:lnTo>
                  <a:pt x="2666291" y="0"/>
                </a:lnTo>
                <a:lnTo>
                  <a:pt x="2714797" y="9793"/>
                </a:lnTo>
                <a:cubicBezTo>
                  <a:pt x="2766192" y="31531"/>
                  <a:pt x="2802254" y="82422"/>
                  <a:pt x="2802254" y="141735"/>
                </a:cubicBezTo>
                <a:lnTo>
                  <a:pt x="2802254" y="2952306"/>
                </a:lnTo>
                <a:lnTo>
                  <a:pt x="2494399" y="2952306"/>
                </a:lnTo>
                <a:cubicBezTo>
                  <a:pt x="2357740" y="2952306"/>
                  <a:pt x="2238101" y="3044093"/>
                  <a:pt x="2202725" y="3176101"/>
                </a:cubicBezTo>
                <a:lnTo>
                  <a:pt x="1894880" y="4325112"/>
                </a:lnTo>
                <a:lnTo>
                  <a:pt x="1737419" y="4325112"/>
                </a:lnTo>
                <a:lnTo>
                  <a:pt x="2045265" y="3180308"/>
                </a:lnTo>
                <a:cubicBezTo>
                  <a:pt x="2076229" y="3065255"/>
                  <a:pt x="1989221" y="2952306"/>
                  <a:pt x="1869585" y="2952306"/>
                </a:cubicBezTo>
                <a:lnTo>
                  <a:pt x="0" y="2952306"/>
                </a:lnTo>
                <a:lnTo>
                  <a:pt x="0" y="141735"/>
                </a:lnTo>
                <a:cubicBezTo>
                  <a:pt x="0" y="82422"/>
                  <a:pt x="36062" y="31531"/>
                  <a:pt x="87457" y="9793"/>
                </a:cubicBezTo>
                <a:close/>
              </a:path>
            </a:pathLst>
          </a:custGeom>
          <a:solidFill>
            <a:schemeClr val="tx2"/>
          </a:solidFill>
        </p:spPr>
        <p:txBody>
          <a:bodyPr wrap="square">
            <a:noAutofit/>
          </a:bodyPr>
          <a:lstStyle/>
          <a:p>
            <a:r>
              <a:rPr lang="en-US"/>
              <a:t>Click icon to add picture</a:t>
            </a:r>
            <a:endParaRPr lang="en-IN"/>
          </a:p>
        </p:txBody>
      </p:sp>
      <p:grpSp>
        <p:nvGrpSpPr>
          <p:cNvPr id="64" name="Group 63">
            <a:extLst>
              <a:ext uri="{FF2B5EF4-FFF2-40B4-BE49-F238E27FC236}">
                <a16:creationId xmlns:a16="http://schemas.microsoft.com/office/drawing/2014/main" id="{591B386B-6416-7ABE-E487-C018983A4B55}"/>
              </a:ext>
            </a:extLst>
          </p:cNvPr>
          <p:cNvGrpSpPr/>
          <p:nvPr userDrawn="1"/>
        </p:nvGrpSpPr>
        <p:grpSpPr>
          <a:xfrm>
            <a:off x="9160839" y="4712082"/>
            <a:ext cx="2809874" cy="1376298"/>
            <a:chOff x="207646" y="4712082"/>
            <a:chExt cx="2809874" cy="1376298"/>
          </a:xfrm>
        </p:grpSpPr>
        <p:sp>
          <p:nvSpPr>
            <p:cNvPr id="65" name="Freeform: Shape 64">
              <a:extLst>
                <a:ext uri="{FF2B5EF4-FFF2-40B4-BE49-F238E27FC236}">
                  <a16:creationId xmlns:a16="http://schemas.microsoft.com/office/drawing/2014/main" id="{AD2F60E1-D914-1C65-392D-36A94EE0F981}"/>
                </a:ext>
              </a:extLst>
            </p:cNvPr>
            <p:cNvSpPr/>
            <p:nvPr userDrawn="1"/>
          </p:nvSpPr>
          <p:spPr>
            <a:xfrm>
              <a:off x="207646" y="4712082"/>
              <a:ext cx="2059188" cy="1372806"/>
            </a:xfrm>
            <a:custGeom>
              <a:avLst/>
              <a:gdLst>
                <a:gd name="csX0" fmla="*/ 0 w 2051567"/>
                <a:gd name="csY0" fmla="*/ 0 h 1372806"/>
                <a:gd name="csX1" fmla="*/ 1870257 w 2051567"/>
                <a:gd name="csY1" fmla="*/ 0 h 1372806"/>
                <a:gd name="csX2" fmla="*/ 2045287 w 2051567"/>
                <a:gd name="csY2" fmla="*/ 228002 h 1372806"/>
                <a:gd name="csX3" fmla="*/ 1738581 w 2051567"/>
                <a:gd name="csY3" fmla="*/ 1372806 h 1372806"/>
                <a:gd name="csX4" fmla="*/ 0 w 2051567"/>
                <a:gd name="csY4" fmla="*/ 1372806 h 1372806"/>
                <a:gd name="csX0" fmla="*/ 1 w 2051568"/>
                <a:gd name="csY0" fmla="*/ 0 h 1372806"/>
                <a:gd name="csX1" fmla="*/ 1870258 w 2051568"/>
                <a:gd name="csY1" fmla="*/ 0 h 1372806"/>
                <a:gd name="csX2" fmla="*/ 2045288 w 2051568"/>
                <a:gd name="csY2" fmla="*/ 228002 h 1372806"/>
                <a:gd name="csX3" fmla="*/ 1738582 w 2051568"/>
                <a:gd name="csY3" fmla="*/ 1372806 h 1372806"/>
                <a:gd name="csX4" fmla="*/ 1 w 2051568"/>
                <a:gd name="csY4" fmla="*/ 1372806 h 1372806"/>
                <a:gd name="csX5" fmla="*/ 0 w 2051568"/>
                <a:gd name="csY5" fmla="*/ 1322958 h 1372806"/>
                <a:gd name="csX6" fmla="*/ 1 w 2051568"/>
                <a:gd name="csY6" fmla="*/ 0 h 1372806"/>
                <a:gd name="csX0" fmla="*/ 0 w 2051567"/>
                <a:gd name="csY0" fmla="*/ 0 h 1372806"/>
                <a:gd name="csX1" fmla="*/ 1870257 w 2051567"/>
                <a:gd name="csY1" fmla="*/ 0 h 1372806"/>
                <a:gd name="csX2" fmla="*/ 2045287 w 2051567"/>
                <a:gd name="csY2" fmla="*/ 228002 h 1372806"/>
                <a:gd name="csX3" fmla="*/ 1738581 w 2051567"/>
                <a:gd name="csY3" fmla="*/ 1372806 h 1372806"/>
                <a:gd name="csX4" fmla="*/ 0 w 2051567"/>
                <a:gd name="csY4" fmla="*/ 1372806 h 1372806"/>
                <a:gd name="csX5" fmla="*/ 1904 w 2051567"/>
                <a:gd name="csY5" fmla="*/ 1202943 h 1372806"/>
                <a:gd name="csX6" fmla="*/ 0 w 2051567"/>
                <a:gd name="csY6" fmla="*/ 0 h 1372806"/>
                <a:gd name="csX0" fmla="*/ 0 w 2051567"/>
                <a:gd name="csY0" fmla="*/ 0 h 1372806"/>
                <a:gd name="csX1" fmla="*/ 1870257 w 2051567"/>
                <a:gd name="csY1" fmla="*/ 0 h 1372806"/>
                <a:gd name="csX2" fmla="*/ 2045287 w 2051567"/>
                <a:gd name="csY2" fmla="*/ 228002 h 1372806"/>
                <a:gd name="csX3" fmla="*/ 1738581 w 2051567"/>
                <a:gd name="csY3" fmla="*/ 1372806 h 1372806"/>
                <a:gd name="csX4" fmla="*/ 74295 w 2051567"/>
                <a:gd name="csY4" fmla="*/ 1266126 h 1372806"/>
                <a:gd name="csX5" fmla="*/ 1904 w 2051567"/>
                <a:gd name="csY5" fmla="*/ 1202943 h 1372806"/>
                <a:gd name="csX6" fmla="*/ 0 w 2051567"/>
                <a:gd name="csY6" fmla="*/ 0 h 1372806"/>
                <a:gd name="csX0" fmla="*/ 0 w 2051567"/>
                <a:gd name="csY0" fmla="*/ 0 h 1372806"/>
                <a:gd name="csX1" fmla="*/ 1870257 w 2051567"/>
                <a:gd name="csY1" fmla="*/ 0 h 1372806"/>
                <a:gd name="csX2" fmla="*/ 2045287 w 2051567"/>
                <a:gd name="csY2" fmla="*/ 228002 h 1372806"/>
                <a:gd name="csX3" fmla="*/ 1738581 w 2051567"/>
                <a:gd name="csY3" fmla="*/ 1372806 h 1372806"/>
                <a:gd name="csX4" fmla="*/ 47625 w 2051567"/>
                <a:gd name="csY4" fmla="*/ 1342326 h 1372806"/>
                <a:gd name="csX5" fmla="*/ 1904 w 2051567"/>
                <a:gd name="csY5" fmla="*/ 1202943 h 1372806"/>
                <a:gd name="csX6" fmla="*/ 0 w 2051567"/>
                <a:gd name="csY6" fmla="*/ 0 h 1372806"/>
                <a:gd name="csX0" fmla="*/ 0 w 2051567"/>
                <a:gd name="csY0" fmla="*/ 0 h 1376616"/>
                <a:gd name="csX1" fmla="*/ 1870257 w 2051567"/>
                <a:gd name="csY1" fmla="*/ 0 h 1376616"/>
                <a:gd name="csX2" fmla="*/ 2045287 w 2051567"/>
                <a:gd name="csY2" fmla="*/ 228002 h 1376616"/>
                <a:gd name="csX3" fmla="*/ 1738581 w 2051567"/>
                <a:gd name="csY3" fmla="*/ 1372806 h 1376616"/>
                <a:gd name="csX4" fmla="*/ 104775 w 2051567"/>
                <a:gd name="csY4" fmla="*/ 1376616 h 1376616"/>
                <a:gd name="csX5" fmla="*/ 1904 w 2051567"/>
                <a:gd name="csY5" fmla="*/ 1202943 h 1376616"/>
                <a:gd name="csX6" fmla="*/ 0 w 2051567"/>
                <a:gd name="csY6" fmla="*/ 0 h 1376616"/>
                <a:gd name="csX0" fmla="*/ 0 w 2051567"/>
                <a:gd name="csY0" fmla="*/ 0 h 1376616"/>
                <a:gd name="csX1" fmla="*/ 1870257 w 2051567"/>
                <a:gd name="csY1" fmla="*/ 0 h 1376616"/>
                <a:gd name="csX2" fmla="*/ 2045287 w 2051567"/>
                <a:gd name="csY2" fmla="*/ 228002 h 1376616"/>
                <a:gd name="csX3" fmla="*/ 1738581 w 2051567"/>
                <a:gd name="csY3" fmla="*/ 1372806 h 1376616"/>
                <a:gd name="csX4" fmla="*/ 104775 w 2051567"/>
                <a:gd name="csY4" fmla="*/ 1376616 h 1376616"/>
                <a:gd name="csX5" fmla="*/ 1904 w 2051567"/>
                <a:gd name="csY5" fmla="*/ 1202943 h 1376616"/>
                <a:gd name="csX6" fmla="*/ 0 w 2051567"/>
                <a:gd name="csY6" fmla="*/ 0 h 1376616"/>
                <a:gd name="csX0" fmla="*/ 931 w 2052498"/>
                <a:gd name="csY0" fmla="*/ 0 h 1376616"/>
                <a:gd name="csX1" fmla="*/ 1871188 w 2052498"/>
                <a:gd name="csY1" fmla="*/ 0 h 1376616"/>
                <a:gd name="csX2" fmla="*/ 2046218 w 2052498"/>
                <a:gd name="csY2" fmla="*/ 228002 h 1376616"/>
                <a:gd name="csX3" fmla="*/ 1739512 w 2052498"/>
                <a:gd name="csY3" fmla="*/ 1372806 h 1376616"/>
                <a:gd name="csX4" fmla="*/ 105706 w 2052498"/>
                <a:gd name="csY4" fmla="*/ 1376616 h 1376616"/>
                <a:gd name="csX5" fmla="*/ 2835 w 2052498"/>
                <a:gd name="csY5" fmla="*/ 1202943 h 1376616"/>
                <a:gd name="csX6" fmla="*/ 931 w 2052498"/>
                <a:gd name="csY6" fmla="*/ 0 h 1376616"/>
                <a:gd name="csX0" fmla="*/ 1666 w 2053233"/>
                <a:gd name="csY0" fmla="*/ 0 h 1376616"/>
                <a:gd name="csX1" fmla="*/ 1871923 w 2053233"/>
                <a:gd name="csY1" fmla="*/ 0 h 1376616"/>
                <a:gd name="csX2" fmla="*/ 2046953 w 2053233"/>
                <a:gd name="csY2" fmla="*/ 228002 h 1376616"/>
                <a:gd name="csX3" fmla="*/ 1740247 w 2053233"/>
                <a:gd name="csY3" fmla="*/ 1372806 h 1376616"/>
                <a:gd name="csX4" fmla="*/ 106441 w 2053233"/>
                <a:gd name="csY4" fmla="*/ 1376616 h 1376616"/>
                <a:gd name="csX5" fmla="*/ 3570 w 2053233"/>
                <a:gd name="csY5" fmla="*/ 1202943 h 1376616"/>
                <a:gd name="csX6" fmla="*/ 1666 w 2053233"/>
                <a:gd name="csY6" fmla="*/ 0 h 1376616"/>
                <a:gd name="csX0" fmla="*/ 0 w 2051567"/>
                <a:gd name="csY0" fmla="*/ 0 h 1376616"/>
                <a:gd name="csX1" fmla="*/ 1870257 w 2051567"/>
                <a:gd name="csY1" fmla="*/ 0 h 1376616"/>
                <a:gd name="csX2" fmla="*/ 2045287 w 2051567"/>
                <a:gd name="csY2" fmla="*/ 228002 h 1376616"/>
                <a:gd name="csX3" fmla="*/ 1738581 w 2051567"/>
                <a:gd name="csY3" fmla="*/ 1372806 h 1376616"/>
                <a:gd name="csX4" fmla="*/ 104775 w 2051567"/>
                <a:gd name="csY4" fmla="*/ 1376616 h 1376616"/>
                <a:gd name="csX5" fmla="*/ 1904 w 2051567"/>
                <a:gd name="csY5" fmla="*/ 1202943 h 1376616"/>
                <a:gd name="csX6" fmla="*/ 0 w 2051567"/>
                <a:gd name="csY6" fmla="*/ 0 h 1376616"/>
                <a:gd name="csX0" fmla="*/ 0 w 2051567"/>
                <a:gd name="csY0" fmla="*/ 0 h 1372806"/>
                <a:gd name="csX1" fmla="*/ 1870257 w 2051567"/>
                <a:gd name="csY1" fmla="*/ 0 h 1372806"/>
                <a:gd name="csX2" fmla="*/ 2045287 w 2051567"/>
                <a:gd name="csY2" fmla="*/ 228002 h 1372806"/>
                <a:gd name="csX3" fmla="*/ 1738581 w 2051567"/>
                <a:gd name="csY3" fmla="*/ 1372806 h 1372806"/>
                <a:gd name="csX4" fmla="*/ 100965 w 2051567"/>
                <a:gd name="csY4" fmla="*/ 1370901 h 1372806"/>
                <a:gd name="csX5" fmla="*/ 1904 w 2051567"/>
                <a:gd name="csY5" fmla="*/ 1202943 h 1372806"/>
                <a:gd name="csX6" fmla="*/ 0 w 2051567"/>
                <a:gd name="csY6" fmla="*/ 0 h 1372806"/>
                <a:gd name="csX0" fmla="*/ 0 w 2051567"/>
                <a:gd name="csY0" fmla="*/ 0 h 1372806"/>
                <a:gd name="csX1" fmla="*/ 1870257 w 2051567"/>
                <a:gd name="csY1" fmla="*/ 0 h 1372806"/>
                <a:gd name="csX2" fmla="*/ 2045287 w 2051567"/>
                <a:gd name="csY2" fmla="*/ 228002 h 1372806"/>
                <a:gd name="csX3" fmla="*/ 1738581 w 2051567"/>
                <a:gd name="csY3" fmla="*/ 1372806 h 1372806"/>
                <a:gd name="csX4" fmla="*/ 114300 w 2051567"/>
                <a:gd name="csY4" fmla="*/ 1372806 h 1372806"/>
                <a:gd name="csX5" fmla="*/ 1904 w 2051567"/>
                <a:gd name="csY5" fmla="*/ 1202943 h 1372806"/>
                <a:gd name="csX6" fmla="*/ 0 w 2051567"/>
                <a:gd name="csY6" fmla="*/ 0 h 1372806"/>
                <a:gd name="csX0" fmla="*/ 0 w 2051567"/>
                <a:gd name="csY0" fmla="*/ 0 h 1372806"/>
                <a:gd name="csX1" fmla="*/ 1870257 w 2051567"/>
                <a:gd name="csY1" fmla="*/ 0 h 1372806"/>
                <a:gd name="csX2" fmla="*/ 2045287 w 2051567"/>
                <a:gd name="csY2" fmla="*/ 228002 h 1372806"/>
                <a:gd name="csX3" fmla="*/ 1738581 w 2051567"/>
                <a:gd name="csY3" fmla="*/ 1372806 h 1372806"/>
                <a:gd name="csX4" fmla="*/ 180975 w 2051567"/>
                <a:gd name="csY4" fmla="*/ 1334706 h 1372806"/>
                <a:gd name="csX5" fmla="*/ 1904 w 2051567"/>
                <a:gd name="csY5" fmla="*/ 1202943 h 1372806"/>
                <a:gd name="csX6" fmla="*/ 0 w 2051567"/>
                <a:gd name="csY6" fmla="*/ 0 h 1372806"/>
                <a:gd name="csX0" fmla="*/ 0 w 2051567"/>
                <a:gd name="csY0" fmla="*/ 0 h 1372806"/>
                <a:gd name="csX1" fmla="*/ 1870257 w 2051567"/>
                <a:gd name="csY1" fmla="*/ 0 h 1372806"/>
                <a:gd name="csX2" fmla="*/ 2045287 w 2051567"/>
                <a:gd name="csY2" fmla="*/ 228002 h 1372806"/>
                <a:gd name="csX3" fmla="*/ 1738581 w 2051567"/>
                <a:gd name="csY3" fmla="*/ 1372806 h 1372806"/>
                <a:gd name="csX4" fmla="*/ 104775 w 2051567"/>
                <a:gd name="csY4" fmla="*/ 1372806 h 1372806"/>
                <a:gd name="csX5" fmla="*/ 1904 w 2051567"/>
                <a:gd name="csY5" fmla="*/ 1202943 h 1372806"/>
                <a:gd name="csX6" fmla="*/ 0 w 2051567"/>
                <a:gd name="csY6" fmla="*/ 0 h 1372806"/>
                <a:gd name="csX0" fmla="*/ 0 w 2051567"/>
                <a:gd name="csY0" fmla="*/ 0 h 1372806"/>
                <a:gd name="csX1" fmla="*/ 1870257 w 2051567"/>
                <a:gd name="csY1" fmla="*/ 0 h 1372806"/>
                <a:gd name="csX2" fmla="*/ 2045287 w 2051567"/>
                <a:gd name="csY2" fmla="*/ 228002 h 1372806"/>
                <a:gd name="csX3" fmla="*/ 1738581 w 2051567"/>
                <a:gd name="csY3" fmla="*/ 1372806 h 1372806"/>
                <a:gd name="csX4" fmla="*/ 121920 w 2051567"/>
                <a:gd name="csY4" fmla="*/ 1372806 h 1372806"/>
                <a:gd name="csX5" fmla="*/ 1904 w 2051567"/>
                <a:gd name="csY5" fmla="*/ 1202943 h 1372806"/>
                <a:gd name="csX6" fmla="*/ 0 w 2051567"/>
                <a:gd name="csY6" fmla="*/ 0 h 1372806"/>
                <a:gd name="csX0" fmla="*/ 0 w 2051567"/>
                <a:gd name="csY0" fmla="*/ 0 h 1372806"/>
                <a:gd name="csX1" fmla="*/ 1870257 w 2051567"/>
                <a:gd name="csY1" fmla="*/ 0 h 1372806"/>
                <a:gd name="csX2" fmla="*/ 2045287 w 2051567"/>
                <a:gd name="csY2" fmla="*/ 228002 h 1372806"/>
                <a:gd name="csX3" fmla="*/ 1738581 w 2051567"/>
                <a:gd name="csY3" fmla="*/ 1372806 h 1372806"/>
                <a:gd name="csX4" fmla="*/ 121920 w 2051567"/>
                <a:gd name="csY4" fmla="*/ 1372806 h 1372806"/>
                <a:gd name="csX5" fmla="*/ 1904 w 2051567"/>
                <a:gd name="csY5" fmla="*/ 1202943 h 1372806"/>
                <a:gd name="csX6" fmla="*/ 0 w 2051567"/>
                <a:gd name="csY6" fmla="*/ 0 h 1372806"/>
                <a:gd name="csX0" fmla="*/ 0 w 2051567"/>
                <a:gd name="csY0" fmla="*/ 0 h 1372806"/>
                <a:gd name="csX1" fmla="*/ 1870257 w 2051567"/>
                <a:gd name="csY1" fmla="*/ 0 h 1372806"/>
                <a:gd name="csX2" fmla="*/ 2045287 w 2051567"/>
                <a:gd name="csY2" fmla="*/ 228002 h 1372806"/>
                <a:gd name="csX3" fmla="*/ 1738581 w 2051567"/>
                <a:gd name="csY3" fmla="*/ 1372806 h 1372806"/>
                <a:gd name="csX4" fmla="*/ 121920 w 2051567"/>
                <a:gd name="csY4" fmla="*/ 1372806 h 1372806"/>
                <a:gd name="csX5" fmla="*/ 1904 w 2051567"/>
                <a:gd name="csY5" fmla="*/ 1202943 h 1372806"/>
                <a:gd name="csX6" fmla="*/ 0 w 2051567"/>
                <a:gd name="csY6" fmla="*/ 0 h 137280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051567" h="1372806">
                  <a:moveTo>
                    <a:pt x="0" y="0"/>
                  </a:moveTo>
                  <a:lnTo>
                    <a:pt x="1870257" y="0"/>
                  </a:lnTo>
                  <a:cubicBezTo>
                    <a:pt x="1989451" y="0"/>
                    <a:pt x="2076137" y="112949"/>
                    <a:pt x="2045287" y="228002"/>
                  </a:cubicBezTo>
                  <a:lnTo>
                    <a:pt x="1738581" y="1372806"/>
                  </a:lnTo>
                  <a:lnTo>
                    <a:pt x="121920" y="1372806"/>
                  </a:lnTo>
                  <a:cubicBezTo>
                    <a:pt x="26670" y="1358095"/>
                    <a:pt x="-5674" y="1263374"/>
                    <a:pt x="1904" y="1202943"/>
                  </a:cubicBezTo>
                  <a:cubicBezTo>
                    <a:pt x="1904" y="761957"/>
                    <a:pt x="0" y="440986"/>
                    <a:pt x="0" y="0"/>
                  </a:cubicBezTo>
                  <a:close/>
                </a:path>
              </a:pathLst>
            </a:custGeom>
            <a:solidFill>
              <a:schemeClr val="accent1"/>
            </a:solidFill>
            <a:ln w="4606" cap="flat">
              <a:noFill/>
              <a:prstDash val="solid"/>
              <a:miter/>
            </a:ln>
          </p:spPr>
          <p:txBody>
            <a:bodyPr/>
            <a:lstStyle/>
            <a:p>
              <a:endParaRPr lang="en-IN"/>
            </a:p>
          </p:txBody>
        </p:sp>
        <p:sp>
          <p:nvSpPr>
            <p:cNvPr id="66" name="Freeform: Shape 65">
              <a:extLst>
                <a:ext uri="{FF2B5EF4-FFF2-40B4-BE49-F238E27FC236}">
                  <a16:creationId xmlns:a16="http://schemas.microsoft.com/office/drawing/2014/main" id="{C7741738-E5E7-B04F-C113-4C4B6356BB9D}"/>
                </a:ext>
              </a:extLst>
            </p:cNvPr>
            <p:cNvSpPr/>
            <p:nvPr/>
          </p:nvSpPr>
          <p:spPr>
            <a:xfrm>
              <a:off x="2110146" y="4712082"/>
              <a:ext cx="907374" cy="1376298"/>
            </a:xfrm>
            <a:custGeom>
              <a:avLst/>
              <a:gdLst>
                <a:gd name="csX0" fmla="*/ 599519 w 907374"/>
                <a:gd name="csY0" fmla="*/ 0 h 1372806"/>
                <a:gd name="csX1" fmla="*/ 907374 w 907374"/>
                <a:gd name="csY1" fmla="*/ 0 h 1372806"/>
                <a:gd name="csX2" fmla="*/ 907374 w 907374"/>
                <a:gd name="csY2" fmla="*/ 1372806 h 1372806"/>
                <a:gd name="csX3" fmla="*/ 0 w 907374"/>
                <a:gd name="csY3" fmla="*/ 1372806 h 1372806"/>
                <a:gd name="csX4" fmla="*/ 307845 w 907374"/>
                <a:gd name="csY4" fmla="*/ 223795 h 1372806"/>
                <a:gd name="csX5" fmla="*/ 599519 w 907374"/>
                <a:gd name="csY5" fmla="*/ 0 h 1372806"/>
                <a:gd name="csX0" fmla="*/ 599519 w 922614"/>
                <a:gd name="csY0" fmla="*/ 0 h 1372806"/>
                <a:gd name="csX1" fmla="*/ 907374 w 922614"/>
                <a:gd name="csY1" fmla="*/ 0 h 1372806"/>
                <a:gd name="csX2" fmla="*/ 907374 w 922614"/>
                <a:gd name="csY2" fmla="*/ 1372806 h 1372806"/>
                <a:gd name="csX3" fmla="*/ 922614 w 922614"/>
                <a:gd name="csY3" fmla="*/ 1357248 h 1372806"/>
                <a:gd name="csX4" fmla="*/ 0 w 922614"/>
                <a:gd name="csY4" fmla="*/ 1372806 h 1372806"/>
                <a:gd name="csX5" fmla="*/ 307845 w 922614"/>
                <a:gd name="csY5" fmla="*/ 223795 h 1372806"/>
                <a:gd name="csX6" fmla="*/ 599519 w 922614"/>
                <a:gd name="csY6" fmla="*/ 0 h 1372806"/>
                <a:gd name="csX0" fmla="*/ 599519 w 907374"/>
                <a:gd name="csY0" fmla="*/ 0 h 1372806"/>
                <a:gd name="csX1" fmla="*/ 907374 w 907374"/>
                <a:gd name="csY1" fmla="*/ 0 h 1372806"/>
                <a:gd name="csX2" fmla="*/ 907374 w 907374"/>
                <a:gd name="csY2" fmla="*/ 1372806 h 1372806"/>
                <a:gd name="csX3" fmla="*/ 800694 w 907374"/>
                <a:gd name="csY3" fmla="*/ 1345818 h 1372806"/>
                <a:gd name="csX4" fmla="*/ 0 w 907374"/>
                <a:gd name="csY4" fmla="*/ 1372806 h 1372806"/>
                <a:gd name="csX5" fmla="*/ 307845 w 907374"/>
                <a:gd name="csY5" fmla="*/ 223795 h 1372806"/>
                <a:gd name="csX6" fmla="*/ 599519 w 907374"/>
                <a:gd name="csY6" fmla="*/ 0 h 1372806"/>
                <a:gd name="csX0" fmla="*/ 599519 w 907374"/>
                <a:gd name="csY0" fmla="*/ 0 h 1372806"/>
                <a:gd name="csX1" fmla="*/ 907374 w 907374"/>
                <a:gd name="csY1" fmla="*/ 0 h 1372806"/>
                <a:gd name="csX2" fmla="*/ 876894 w 907374"/>
                <a:gd name="csY2" fmla="*/ 1296606 h 1372806"/>
                <a:gd name="csX3" fmla="*/ 800694 w 907374"/>
                <a:gd name="csY3" fmla="*/ 1345818 h 1372806"/>
                <a:gd name="csX4" fmla="*/ 0 w 907374"/>
                <a:gd name="csY4" fmla="*/ 1372806 h 1372806"/>
                <a:gd name="csX5" fmla="*/ 307845 w 907374"/>
                <a:gd name="csY5" fmla="*/ 223795 h 1372806"/>
                <a:gd name="csX6" fmla="*/ 599519 w 907374"/>
                <a:gd name="csY6" fmla="*/ 0 h 1372806"/>
                <a:gd name="csX0" fmla="*/ 599519 w 911184"/>
                <a:gd name="csY0" fmla="*/ 0 h 1372806"/>
                <a:gd name="csX1" fmla="*/ 907374 w 911184"/>
                <a:gd name="csY1" fmla="*/ 0 h 1372806"/>
                <a:gd name="csX2" fmla="*/ 911184 w 911184"/>
                <a:gd name="csY2" fmla="*/ 1250886 h 1372806"/>
                <a:gd name="csX3" fmla="*/ 800694 w 911184"/>
                <a:gd name="csY3" fmla="*/ 1345818 h 1372806"/>
                <a:gd name="csX4" fmla="*/ 0 w 911184"/>
                <a:gd name="csY4" fmla="*/ 1372806 h 1372806"/>
                <a:gd name="csX5" fmla="*/ 307845 w 911184"/>
                <a:gd name="csY5" fmla="*/ 223795 h 1372806"/>
                <a:gd name="csX6" fmla="*/ 599519 w 911184"/>
                <a:gd name="csY6" fmla="*/ 0 h 1372806"/>
                <a:gd name="csX0" fmla="*/ 599519 w 911184"/>
                <a:gd name="csY0" fmla="*/ 0 h 1376298"/>
                <a:gd name="csX1" fmla="*/ 907374 w 911184"/>
                <a:gd name="csY1" fmla="*/ 0 h 1376298"/>
                <a:gd name="csX2" fmla="*/ 911184 w 911184"/>
                <a:gd name="csY2" fmla="*/ 1250886 h 1376298"/>
                <a:gd name="csX3" fmla="*/ 775929 w 911184"/>
                <a:gd name="csY3" fmla="*/ 1376298 h 1376298"/>
                <a:gd name="csX4" fmla="*/ 0 w 911184"/>
                <a:gd name="csY4" fmla="*/ 1372806 h 1376298"/>
                <a:gd name="csX5" fmla="*/ 307845 w 911184"/>
                <a:gd name="csY5" fmla="*/ 223795 h 1376298"/>
                <a:gd name="csX6" fmla="*/ 599519 w 911184"/>
                <a:gd name="csY6" fmla="*/ 0 h 1376298"/>
                <a:gd name="csX0" fmla="*/ 599519 w 907374"/>
                <a:gd name="csY0" fmla="*/ 0 h 1376298"/>
                <a:gd name="csX1" fmla="*/ 907374 w 907374"/>
                <a:gd name="csY1" fmla="*/ 0 h 1376298"/>
                <a:gd name="csX2" fmla="*/ 905469 w 907374"/>
                <a:gd name="csY2" fmla="*/ 1208976 h 1376298"/>
                <a:gd name="csX3" fmla="*/ 775929 w 907374"/>
                <a:gd name="csY3" fmla="*/ 1376298 h 1376298"/>
                <a:gd name="csX4" fmla="*/ 0 w 907374"/>
                <a:gd name="csY4" fmla="*/ 1372806 h 1376298"/>
                <a:gd name="csX5" fmla="*/ 307845 w 907374"/>
                <a:gd name="csY5" fmla="*/ 223795 h 1376298"/>
                <a:gd name="csX6" fmla="*/ 599519 w 907374"/>
                <a:gd name="csY6" fmla="*/ 0 h 1376298"/>
                <a:gd name="csX0" fmla="*/ 599519 w 907374"/>
                <a:gd name="csY0" fmla="*/ 0 h 1376298"/>
                <a:gd name="csX1" fmla="*/ 907374 w 907374"/>
                <a:gd name="csY1" fmla="*/ 0 h 1376298"/>
                <a:gd name="csX2" fmla="*/ 905469 w 907374"/>
                <a:gd name="csY2" fmla="*/ 1208976 h 1376298"/>
                <a:gd name="csX3" fmla="*/ 775929 w 907374"/>
                <a:gd name="csY3" fmla="*/ 1376298 h 1376298"/>
                <a:gd name="csX4" fmla="*/ 0 w 907374"/>
                <a:gd name="csY4" fmla="*/ 1372806 h 1376298"/>
                <a:gd name="csX5" fmla="*/ 307845 w 907374"/>
                <a:gd name="csY5" fmla="*/ 223795 h 1376298"/>
                <a:gd name="csX6" fmla="*/ 599519 w 907374"/>
                <a:gd name="csY6" fmla="*/ 0 h 1376298"/>
                <a:gd name="csX0" fmla="*/ 599519 w 907374"/>
                <a:gd name="csY0" fmla="*/ 0 h 1376298"/>
                <a:gd name="csX1" fmla="*/ 907374 w 907374"/>
                <a:gd name="csY1" fmla="*/ 0 h 1376298"/>
                <a:gd name="csX2" fmla="*/ 905469 w 907374"/>
                <a:gd name="csY2" fmla="*/ 1208976 h 1376298"/>
                <a:gd name="csX3" fmla="*/ 775929 w 907374"/>
                <a:gd name="csY3" fmla="*/ 1376298 h 1376298"/>
                <a:gd name="csX4" fmla="*/ 0 w 907374"/>
                <a:gd name="csY4" fmla="*/ 1372806 h 1376298"/>
                <a:gd name="csX5" fmla="*/ 307845 w 907374"/>
                <a:gd name="csY5" fmla="*/ 223795 h 1376298"/>
                <a:gd name="csX6" fmla="*/ 599519 w 907374"/>
                <a:gd name="csY6" fmla="*/ 0 h 137629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907374" h="1376298">
                  <a:moveTo>
                    <a:pt x="599519" y="0"/>
                  </a:moveTo>
                  <a:lnTo>
                    <a:pt x="907374" y="0"/>
                  </a:lnTo>
                  <a:lnTo>
                    <a:pt x="905469" y="1208976"/>
                  </a:lnTo>
                  <a:cubicBezTo>
                    <a:pt x="915629" y="1306660"/>
                    <a:pt x="849589" y="1373864"/>
                    <a:pt x="775929" y="1376298"/>
                  </a:cubicBezTo>
                  <a:lnTo>
                    <a:pt x="0" y="1372806"/>
                  </a:lnTo>
                  <a:lnTo>
                    <a:pt x="307845" y="223795"/>
                  </a:lnTo>
                  <a:cubicBezTo>
                    <a:pt x="343221" y="91787"/>
                    <a:pt x="462860" y="0"/>
                    <a:pt x="599519" y="0"/>
                  </a:cubicBezTo>
                  <a:close/>
                </a:path>
              </a:pathLst>
            </a:custGeom>
            <a:solidFill>
              <a:schemeClr val="accent1"/>
            </a:solidFill>
            <a:ln w="4606" cap="flat">
              <a:noFill/>
              <a:prstDash val="solid"/>
              <a:miter/>
            </a:ln>
          </p:spPr>
          <p:txBody>
            <a:bodyPr/>
            <a:lstStyle/>
            <a:p>
              <a:endParaRPr lang="en-IN"/>
            </a:p>
          </p:txBody>
        </p:sp>
      </p:grpSp>
      <p:sp>
        <p:nvSpPr>
          <p:cNvPr id="68" name="Text Placeholder 5">
            <a:extLst>
              <a:ext uri="{FF2B5EF4-FFF2-40B4-BE49-F238E27FC236}">
                <a16:creationId xmlns:a16="http://schemas.microsoft.com/office/drawing/2014/main" id="{68717C10-C4F7-AB8E-553F-3731FBB8C2DC}"/>
              </a:ext>
            </a:extLst>
          </p:cNvPr>
          <p:cNvSpPr>
            <a:spLocks noGrp="1"/>
          </p:cNvSpPr>
          <p:nvPr>
            <p:ph type="body" sz="quarter" idx="21" hasCustomPrompt="1"/>
          </p:nvPr>
        </p:nvSpPr>
        <p:spPr>
          <a:xfrm>
            <a:off x="383667" y="4881024"/>
            <a:ext cx="1628013" cy="629759"/>
          </a:xfrm>
        </p:spPr>
        <p:txBody>
          <a:bodyPr anchor="t"/>
          <a:lstStyle>
            <a:lvl1pPr>
              <a:lnSpc>
                <a:spcPct val="85000"/>
              </a:lnSpc>
              <a:defRPr sz="1800" b="0" cap="none" baseline="0">
                <a:solidFill>
                  <a:schemeClr val="tx2"/>
                </a:solidFill>
                <a:latin typeface="+mj-lt"/>
              </a:defRPr>
            </a:lvl1pPr>
          </a:lstStyle>
          <a:p>
            <a:pPr lvl="0"/>
            <a:r>
              <a:rPr lang="da-DK"/>
              <a:t>Lorem </a:t>
            </a:r>
            <a:br>
              <a:rPr lang="da-DK"/>
            </a:br>
            <a:r>
              <a:rPr lang="da-DK"/>
              <a:t>ipsum dolor</a:t>
            </a:r>
            <a:endParaRPr lang="en-US"/>
          </a:p>
        </p:txBody>
      </p:sp>
      <p:sp>
        <p:nvSpPr>
          <p:cNvPr id="69" name="Text Placeholder 5">
            <a:extLst>
              <a:ext uri="{FF2B5EF4-FFF2-40B4-BE49-F238E27FC236}">
                <a16:creationId xmlns:a16="http://schemas.microsoft.com/office/drawing/2014/main" id="{F391139A-2EC3-8BBC-959C-2C50814393BD}"/>
              </a:ext>
            </a:extLst>
          </p:cNvPr>
          <p:cNvSpPr>
            <a:spLocks noGrp="1"/>
          </p:cNvSpPr>
          <p:nvPr>
            <p:ph type="body" sz="quarter" idx="22" hasCustomPrompt="1"/>
          </p:nvPr>
        </p:nvSpPr>
        <p:spPr>
          <a:xfrm>
            <a:off x="3363819" y="4881024"/>
            <a:ext cx="1628013" cy="629759"/>
          </a:xfrm>
        </p:spPr>
        <p:txBody>
          <a:bodyPr anchor="t"/>
          <a:lstStyle>
            <a:lvl1pPr>
              <a:lnSpc>
                <a:spcPct val="85000"/>
              </a:lnSpc>
              <a:defRPr sz="1800" b="0" cap="none" baseline="0">
                <a:solidFill>
                  <a:schemeClr val="tx2"/>
                </a:solidFill>
                <a:latin typeface="+mj-lt"/>
              </a:defRPr>
            </a:lvl1pPr>
          </a:lstStyle>
          <a:p>
            <a:pPr lvl="0"/>
            <a:r>
              <a:rPr lang="da-DK"/>
              <a:t>Lorem </a:t>
            </a:r>
            <a:br>
              <a:rPr lang="da-DK"/>
            </a:br>
            <a:r>
              <a:rPr lang="da-DK"/>
              <a:t>ipsum dolor</a:t>
            </a:r>
            <a:endParaRPr lang="en-US"/>
          </a:p>
        </p:txBody>
      </p:sp>
      <p:sp>
        <p:nvSpPr>
          <p:cNvPr id="70" name="Text Placeholder 5">
            <a:extLst>
              <a:ext uri="{FF2B5EF4-FFF2-40B4-BE49-F238E27FC236}">
                <a16:creationId xmlns:a16="http://schemas.microsoft.com/office/drawing/2014/main" id="{E41A7BDA-6D71-A5CF-DDF5-994F3A54FE71}"/>
              </a:ext>
            </a:extLst>
          </p:cNvPr>
          <p:cNvSpPr>
            <a:spLocks noGrp="1"/>
          </p:cNvSpPr>
          <p:nvPr>
            <p:ph type="body" sz="quarter" idx="23" hasCustomPrompt="1"/>
          </p:nvPr>
        </p:nvSpPr>
        <p:spPr>
          <a:xfrm>
            <a:off x="6343971" y="4881024"/>
            <a:ext cx="1628013" cy="629759"/>
          </a:xfrm>
        </p:spPr>
        <p:txBody>
          <a:bodyPr anchor="t"/>
          <a:lstStyle>
            <a:lvl1pPr>
              <a:lnSpc>
                <a:spcPct val="85000"/>
              </a:lnSpc>
              <a:defRPr sz="1800" b="0" cap="none" baseline="0">
                <a:solidFill>
                  <a:schemeClr val="tx2"/>
                </a:solidFill>
                <a:latin typeface="+mj-lt"/>
              </a:defRPr>
            </a:lvl1pPr>
          </a:lstStyle>
          <a:p>
            <a:pPr lvl="0"/>
            <a:r>
              <a:rPr lang="da-DK"/>
              <a:t>Lorem </a:t>
            </a:r>
            <a:br>
              <a:rPr lang="da-DK"/>
            </a:br>
            <a:r>
              <a:rPr lang="da-DK"/>
              <a:t>ipsum dolor</a:t>
            </a:r>
            <a:endParaRPr lang="en-US"/>
          </a:p>
        </p:txBody>
      </p:sp>
      <p:sp>
        <p:nvSpPr>
          <p:cNvPr id="71" name="Text Placeholder 5">
            <a:extLst>
              <a:ext uri="{FF2B5EF4-FFF2-40B4-BE49-F238E27FC236}">
                <a16:creationId xmlns:a16="http://schemas.microsoft.com/office/drawing/2014/main" id="{4300B489-2FD7-F83C-68F8-A362942CBAD5}"/>
              </a:ext>
            </a:extLst>
          </p:cNvPr>
          <p:cNvSpPr>
            <a:spLocks noGrp="1"/>
          </p:cNvSpPr>
          <p:nvPr>
            <p:ph type="body" sz="quarter" idx="24" hasCustomPrompt="1"/>
          </p:nvPr>
        </p:nvSpPr>
        <p:spPr>
          <a:xfrm>
            <a:off x="9324123" y="4881024"/>
            <a:ext cx="1628013" cy="629759"/>
          </a:xfrm>
        </p:spPr>
        <p:txBody>
          <a:bodyPr anchor="t"/>
          <a:lstStyle>
            <a:lvl1pPr>
              <a:lnSpc>
                <a:spcPct val="85000"/>
              </a:lnSpc>
              <a:defRPr sz="1800" b="0" cap="none" baseline="0">
                <a:solidFill>
                  <a:schemeClr val="tx2"/>
                </a:solidFill>
                <a:latin typeface="+mj-lt"/>
              </a:defRPr>
            </a:lvl1pPr>
          </a:lstStyle>
          <a:p>
            <a:pPr lvl="0"/>
            <a:r>
              <a:rPr lang="da-DK"/>
              <a:t>Lorem </a:t>
            </a:r>
            <a:br>
              <a:rPr lang="da-DK"/>
            </a:br>
            <a:r>
              <a:rPr lang="da-DK"/>
              <a:t>ipsum dolor</a:t>
            </a:r>
            <a:endParaRPr lang="en-US"/>
          </a:p>
        </p:txBody>
      </p:sp>
      <p:sp>
        <p:nvSpPr>
          <p:cNvPr id="3" name="Footer Placeholder 2">
            <a:extLst>
              <a:ext uri="{FF2B5EF4-FFF2-40B4-BE49-F238E27FC236}">
                <a16:creationId xmlns:a16="http://schemas.microsoft.com/office/drawing/2014/main" id="{63FB1BC3-7597-8F6F-8D60-F051EFC09B98}"/>
              </a:ext>
            </a:extLst>
          </p:cNvPr>
          <p:cNvSpPr>
            <a:spLocks noGrp="1"/>
          </p:cNvSpPr>
          <p:nvPr>
            <p:ph type="ftr" sz="quarter" idx="25"/>
          </p:nvPr>
        </p:nvSpPr>
        <p:spPr/>
        <p:txBody>
          <a:bodyPr/>
          <a:lstStyle>
            <a:lvl1pPr>
              <a:defRPr>
                <a:solidFill>
                  <a:schemeClr val="tx2"/>
                </a:solidFill>
              </a:defRPr>
            </a:lvl1pPr>
          </a:lstStyle>
          <a:p>
            <a:r>
              <a:rPr lang="en-US"/>
              <a:t>Footer</a:t>
            </a:r>
            <a:endParaRPr lang="en-IN"/>
          </a:p>
        </p:txBody>
      </p:sp>
      <p:sp>
        <p:nvSpPr>
          <p:cNvPr id="4" name="Slide Number Placeholder 3">
            <a:extLst>
              <a:ext uri="{FF2B5EF4-FFF2-40B4-BE49-F238E27FC236}">
                <a16:creationId xmlns:a16="http://schemas.microsoft.com/office/drawing/2014/main" id="{0654091F-4453-6507-0BC9-D34157B2CB6F}"/>
              </a:ext>
            </a:extLst>
          </p:cNvPr>
          <p:cNvSpPr>
            <a:spLocks noGrp="1"/>
          </p:cNvSpPr>
          <p:nvPr>
            <p:ph type="sldNum" sz="quarter" idx="26"/>
          </p:nvPr>
        </p:nvSpPr>
        <p:spPr/>
        <p:txBody>
          <a:bodyPr/>
          <a:lstStyle>
            <a:lvl1pPr>
              <a:defRPr>
                <a:solidFill>
                  <a:schemeClr val="tx2"/>
                </a:solidFill>
              </a:defRPr>
            </a:lvl1pPr>
          </a:lstStyle>
          <a:p>
            <a:fld id="{85AC2185-BC10-47CC-BB5A-D3C63A4C1365}" type="slidenum">
              <a:rPr lang="en-IN" smtClean="0"/>
              <a:pPr/>
              <a:t>‹#›</a:t>
            </a:fld>
            <a:endParaRPr lang="en-IN"/>
          </a:p>
        </p:txBody>
      </p:sp>
      <p:pic>
        <p:nvPicPr>
          <p:cNvPr id="5" name="Graphic 4">
            <a:extLst>
              <a:ext uri="{FF2B5EF4-FFF2-40B4-BE49-F238E27FC236}">
                <a16:creationId xmlns:a16="http://schemas.microsoft.com/office/drawing/2014/main" id="{A578D24E-34F4-A18C-A81E-B995A076DD3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18135" y="6317218"/>
            <a:ext cx="1135261" cy="411480"/>
          </a:xfrm>
          <a:prstGeom prst="rect">
            <a:avLst/>
          </a:prstGeom>
        </p:spPr>
      </p:pic>
    </p:spTree>
    <p:extLst>
      <p:ext uri="{BB962C8B-B14F-4D97-AF65-F5344CB8AC3E}">
        <p14:creationId xmlns:p14="http://schemas.microsoft.com/office/powerpoint/2010/main" val="3579285844"/>
      </p:ext>
    </p:extLst>
  </p:cSld>
  <p:clrMapOvr>
    <a:overrideClrMapping bg1="dk1" tx1="lt1" bg2="dk2" tx2="lt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le Only with 3col.">
    <p:bg>
      <p:bgRef idx="1001">
        <a:schemeClr val="bg2"/>
      </p:bgRef>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222F156D-CC02-5CAE-E6EB-16D8F602C022}"/>
              </a:ext>
            </a:extLst>
          </p:cNvPr>
          <p:cNvSpPr>
            <a:spLocks noGrp="1"/>
          </p:cNvSpPr>
          <p:nvPr>
            <p:ph type="title" hasCustomPrompt="1"/>
          </p:nvPr>
        </p:nvSpPr>
        <p:spPr>
          <a:xfrm>
            <a:off x="385572" y="411480"/>
            <a:ext cx="11420856" cy="664844"/>
          </a:xfrm>
        </p:spPr>
        <p:txBody>
          <a:bodyPr/>
          <a:lstStyle>
            <a:lvl1pPr algn="ctr">
              <a:defRPr>
                <a:solidFill>
                  <a:schemeClr val="tx2"/>
                </a:solidFill>
              </a:defRPr>
            </a:lvl1pPr>
          </a:lstStyle>
          <a:p>
            <a:r>
              <a:rPr lang="en-US"/>
              <a:t>Place headline here</a:t>
            </a:r>
            <a:endParaRPr lang="en-IN"/>
          </a:p>
        </p:txBody>
      </p:sp>
      <p:sp>
        <p:nvSpPr>
          <p:cNvPr id="11" name="Text Placeholder 5">
            <a:extLst>
              <a:ext uri="{FF2B5EF4-FFF2-40B4-BE49-F238E27FC236}">
                <a16:creationId xmlns:a16="http://schemas.microsoft.com/office/drawing/2014/main" id="{110216E4-DA5C-2B1D-1AD6-F4C4D5182DD5}"/>
              </a:ext>
            </a:extLst>
          </p:cNvPr>
          <p:cNvSpPr>
            <a:spLocks noGrp="1"/>
          </p:cNvSpPr>
          <p:nvPr userDrawn="1">
            <p:ph type="body" sz="quarter" idx="18" hasCustomPrompt="1"/>
          </p:nvPr>
        </p:nvSpPr>
        <p:spPr>
          <a:xfrm>
            <a:off x="776804" y="1833526"/>
            <a:ext cx="2841040" cy="837783"/>
          </a:xfrm>
        </p:spPr>
        <p:txBody>
          <a:bodyPr anchor="ctr"/>
          <a:lstStyle>
            <a:lvl1pPr>
              <a:defRPr sz="2500" b="1" cap="none" baseline="0">
                <a:solidFill>
                  <a:schemeClr val="tx2"/>
                </a:solidFill>
                <a:latin typeface="+mj-lt"/>
              </a:defRPr>
            </a:lvl1pPr>
          </a:lstStyle>
          <a:p>
            <a:pPr lvl="0"/>
            <a:r>
              <a:rPr lang="en-US"/>
              <a:t>Place headline here</a:t>
            </a:r>
          </a:p>
        </p:txBody>
      </p:sp>
      <p:sp>
        <p:nvSpPr>
          <p:cNvPr id="14" name="Text Placeholder 5">
            <a:extLst>
              <a:ext uri="{FF2B5EF4-FFF2-40B4-BE49-F238E27FC236}">
                <a16:creationId xmlns:a16="http://schemas.microsoft.com/office/drawing/2014/main" id="{A7FAF0E4-0D2D-90B6-734A-49E61827AE36}"/>
              </a:ext>
            </a:extLst>
          </p:cNvPr>
          <p:cNvSpPr>
            <a:spLocks noGrp="1"/>
          </p:cNvSpPr>
          <p:nvPr userDrawn="1">
            <p:ph type="body" sz="quarter" idx="19" hasCustomPrompt="1"/>
          </p:nvPr>
        </p:nvSpPr>
        <p:spPr>
          <a:xfrm>
            <a:off x="776804" y="3026222"/>
            <a:ext cx="2841040" cy="390811"/>
          </a:xfrm>
        </p:spPr>
        <p:txBody>
          <a:bodyPr anchor="t"/>
          <a:lstStyle>
            <a:lvl1pPr>
              <a:defRPr sz="1200" b="0" cap="none" baseline="0">
                <a:solidFill>
                  <a:schemeClr val="tx2"/>
                </a:solidFill>
                <a:latin typeface="+mn-lt"/>
              </a:defRPr>
            </a:lvl1pPr>
          </a:lstStyle>
          <a:p>
            <a:pPr lvl="0"/>
            <a:r>
              <a:rPr lang="en-US"/>
              <a:t>Lorem ipsum dolor sit amet, </a:t>
            </a:r>
            <a:r>
              <a:rPr lang="en-US" err="1"/>
              <a:t>consectetur</a:t>
            </a:r>
            <a:r>
              <a:rPr lang="en-US"/>
              <a:t> </a:t>
            </a:r>
            <a:r>
              <a:rPr lang="en-US" err="1"/>
              <a:t>adipiscing</a:t>
            </a:r>
            <a:r>
              <a:rPr lang="en-US"/>
              <a:t> </a:t>
            </a:r>
            <a:r>
              <a:rPr lang="en-US" err="1"/>
              <a:t>elit</a:t>
            </a:r>
            <a:r>
              <a:rPr lang="en-US"/>
              <a:t>, sed.</a:t>
            </a:r>
          </a:p>
        </p:txBody>
      </p:sp>
      <p:sp>
        <p:nvSpPr>
          <p:cNvPr id="6" name="Text Placeholder 5">
            <a:extLst>
              <a:ext uri="{FF2B5EF4-FFF2-40B4-BE49-F238E27FC236}">
                <a16:creationId xmlns:a16="http://schemas.microsoft.com/office/drawing/2014/main" id="{14F444CB-87FE-3538-5751-1417DDF15F73}"/>
              </a:ext>
            </a:extLst>
          </p:cNvPr>
          <p:cNvSpPr>
            <a:spLocks noGrp="1"/>
          </p:cNvSpPr>
          <p:nvPr>
            <p:ph type="body" sz="quarter" idx="20" hasCustomPrompt="1"/>
          </p:nvPr>
        </p:nvSpPr>
        <p:spPr>
          <a:xfrm>
            <a:off x="4675480" y="1833526"/>
            <a:ext cx="2841040" cy="837783"/>
          </a:xfrm>
        </p:spPr>
        <p:txBody>
          <a:bodyPr anchor="ctr"/>
          <a:lstStyle>
            <a:lvl1pPr>
              <a:defRPr sz="2500" b="1" cap="none" baseline="0">
                <a:solidFill>
                  <a:schemeClr val="tx2"/>
                </a:solidFill>
                <a:latin typeface="+mj-lt"/>
              </a:defRPr>
            </a:lvl1pPr>
          </a:lstStyle>
          <a:p>
            <a:pPr lvl="0"/>
            <a:r>
              <a:rPr lang="en-US"/>
              <a:t>Place headline here</a:t>
            </a:r>
          </a:p>
        </p:txBody>
      </p:sp>
      <p:sp>
        <p:nvSpPr>
          <p:cNvPr id="7" name="Text Placeholder 5">
            <a:extLst>
              <a:ext uri="{FF2B5EF4-FFF2-40B4-BE49-F238E27FC236}">
                <a16:creationId xmlns:a16="http://schemas.microsoft.com/office/drawing/2014/main" id="{B06219D1-E241-1586-D432-9B6CCA901574}"/>
              </a:ext>
            </a:extLst>
          </p:cNvPr>
          <p:cNvSpPr>
            <a:spLocks noGrp="1"/>
          </p:cNvSpPr>
          <p:nvPr>
            <p:ph type="body" sz="quarter" idx="21" hasCustomPrompt="1"/>
          </p:nvPr>
        </p:nvSpPr>
        <p:spPr>
          <a:xfrm>
            <a:off x="4675480" y="3026222"/>
            <a:ext cx="2841040" cy="390811"/>
          </a:xfrm>
        </p:spPr>
        <p:txBody>
          <a:bodyPr anchor="t"/>
          <a:lstStyle>
            <a:lvl1pPr>
              <a:defRPr sz="1200" b="0" cap="none" baseline="0">
                <a:solidFill>
                  <a:schemeClr val="tx2"/>
                </a:solidFill>
                <a:latin typeface="+mn-lt"/>
              </a:defRPr>
            </a:lvl1pPr>
          </a:lstStyle>
          <a:p>
            <a:pPr lvl="0"/>
            <a:r>
              <a:rPr lang="en-US"/>
              <a:t>Lorem ipsum dolor sit amet, </a:t>
            </a:r>
            <a:r>
              <a:rPr lang="en-US" err="1"/>
              <a:t>consectetur</a:t>
            </a:r>
            <a:r>
              <a:rPr lang="en-US"/>
              <a:t> </a:t>
            </a:r>
            <a:r>
              <a:rPr lang="en-US" err="1"/>
              <a:t>adipiscing</a:t>
            </a:r>
            <a:r>
              <a:rPr lang="en-US"/>
              <a:t> </a:t>
            </a:r>
            <a:r>
              <a:rPr lang="en-US" err="1"/>
              <a:t>elit</a:t>
            </a:r>
            <a:r>
              <a:rPr lang="en-US"/>
              <a:t>, sed.</a:t>
            </a:r>
          </a:p>
        </p:txBody>
      </p:sp>
      <p:sp>
        <p:nvSpPr>
          <p:cNvPr id="8" name="Text Placeholder 5">
            <a:extLst>
              <a:ext uri="{FF2B5EF4-FFF2-40B4-BE49-F238E27FC236}">
                <a16:creationId xmlns:a16="http://schemas.microsoft.com/office/drawing/2014/main" id="{6DA47285-53AD-3EBF-9189-852D70EB9098}"/>
              </a:ext>
            </a:extLst>
          </p:cNvPr>
          <p:cNvSpPr>
            <a:spLocks noGrp="1"/>
          </p:cNvSpPr>
          <p:nvPr>
            <p:ph type="body" sz="quarter" idx="22" hasCustomPrompt="1"/>
          </p:nvPr>
        </p:nvSpPr>
        <p:spPr>
          <a:xfrm>
            <a:off x="8569910" y="1833526"/>
            <a:ext cx="2841040" cy="837783"/>
          </a:xfrm>
        </p:spPr>
        <p:txBody>
          <a:bodyPr anchor="ctr"/>
          <a:lstStyle>
            <a:lvl1pPr>
              <a:defRPr sz="2500" b="1" cap="none" baseline="0">
                <a:solidFill>
                  <a:schemeClr val="tx2"/>
                </a:solidFill>
                <a:latin typeface="+mj-lt"/>
              </a:defRPr>
            </a:lvl1pPr>
          </a:lstStyle>
          <a:p>
            <a:pPr lvl="0"/>
            <a:r>
              <a:rPr lang="en-US"/>
              <a:t>Place headline here</a:t>
            </a:r>
          </a:p>
        </p:txBody>
      </p:sp>
      <p:sp>
        <p:nvSpPr>
          <p:cNvPr id="21" name="Text Placeholder 5">
            <a:extLst>
              <a:ext uri="{FF2B5EF4-FFF2-40B4-BE49-F238E27FC236}">
                <a16:creationId xmlns:a16="http://schemas.microsoft.com/office/drawing/2014/main" id="{45532DBB-CBB2-2BC3-55DE-191FA1E54676}"/>
              </a:ext>
            </a:extLst>
          </p:cNvPr>
          <p:cNvSpPr>
            <a:spLocks noGrp="1"/>
          </p:cNvSpPr>
          <p:nvPr>
            <p:ph type="body" sz="quarter" idx="23" hasCustomPrompt="1"/>
          </p:nvPr>
        </p:nvSpPr>
        <p:spPr>
          <a:xfrm>
            <a:off x="8569910" y="3026222"/>
            <a:ext cx="2841040" cy="390811"/>
          </a:xfrm>
        </p:spPr>
        <p:txBody>
          <a:bodyPr anchor="t"/>
          <a:lstStyle>
            <a:lvl1pPr>
              <a:defRPr sz="1200" b="0" cap="none" baseline="0">
                <a:solidFill>
                  <a:schemeClr val="tx2"/>
                </a:solidFill>
                <a:latin typeface="+mn-lt"/>
              </a:defRPr>
            </a:lvl1pPr>
          </a:lstStyle>
          <a:p>
            <a:pPr lvl="0"/>
            <a:r>
              <a:rPr lang="en-US"/>
              <a:t>Lorem ipsum dolor sit amet, consectetur adipiscing elit, sed.</a:t>
            </a:r>
          </a:p>
        </p:txBody>
      </p:sp>
      <p:sp>
        <p:nvSpPr>
          <p:cNvPr id="3" name="Footer Placeholder 2">
            <a:extLst>
              <a:ext uri="{FF2B5EF4-FFF2-40B4-BE49-F238E27FC236}">
                <a16:creationId xmlns:a16="http://schemas.microsoft.com/office/drawing/2014/main" id="{2B942475-3C42-88B8-AF04-653B6CBB1F6A}"/>
              </a:ext>
            </a:extLst>
          </p:cNvPr>
          <p:cNvSpPr>
            <a:spLocks noGrp="1"/>
          </p:cNvSpPr>
          <p:nvPr>
            <p:ph type="ftr" sz="quarter" idx="24"/>
          </p:nvPr>
        </p:nvSpPr>
        <p:spPr/>
        <p:txBody>
          <a:bodyPr/>
          <a:lstStyle>
            <a:lvl1pPr>
              <a:defRPr>
                <a:solidFill>
                  <a:schemeClr val="tx2"/>
                </a:solidFill>
              </a:defRPr>
            </a:lvl1pPr>
          </a:lstStyle>
          <a:p>
            <a:r>
              <a:rPr lang="en-US"/>
              <a:t>Footer</a:t>
            </a:r>
            <a:endParaRPr lang="en-IN"/>
          </a:p>
        </p:txBody>
      </p:sp>
      <p:sp>
        <p:nvSpPr>
          <p:cNvPr id="4" name="Slide Number Placeholder 3">
            <a:extLst>
              <a:ext uri="{FF2B5EF4-FFF2-40B4-BE49-F238E27FC236}">
                <a16:creationId xmlns:a16="http://schemas.microsoft.com/office/drawing/2014/main" id="{1ACE5F76-BA69-33A7-5F66-BBAD855E5186}"/>
              </a:ext>
            </a:extLst>
          </p:cNvPr>
          <p:cNvSpPr>
            <a:spLocks noGrp="1"/>
          </p:cNvSpPr>
          <p:nvPr>
            <p:ph type="sldNum" sz="quarter" idx="25"/>
          </p:nvPr>
        </p:nvSpPr>
        <p:spPr/>
        <p:txBody>
          <a:bodyPr/>
          <a:lstStyle>
            <a:lvl1pPr>
              <a:defRPr>
                <a:solidFill>
                  <a:schemeClr val="tx2"/>
                </a:solidFill>
              </a:defRPr>
            </a:lvl1pPr>
          </a:lstStyle>
          <a:p>
            <a:fld id="{85AC2185-BC10-47CC-BB5A-D3C63A4C1365}" type="slidenum">
              <a:rPr lang="en-IN" smtClean="0"/>
              <a:pPr/>
              <a:t>‹#›</a:t>
            </a:fld>
            <a:endParaRPr lang="en-IN"/>
          </a:p>
        </p:txBody>
      </p:sp>
      <p:pic>
        <p:nvPicPr>
          <p:cNvPr id="5" name="Graphic 4">
            <a:extLst>
              <a:ext uri="{FF2B5EF4-FFF2-40B4-BE49-F238E27FC236}">
                <a16:creationId xmlns:a16="http://schemas.microsoft.com/office/drawing/2014/main" id="{A7281517-0468-D7FA-820A-4E058863EDB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18135" y="6317218"/>
            <a:ext cx="1135261" cy="411480"/>
          </a:xfrm>
          <a:prstGeom prst="rect">
            <a:avLst/>
          </a:prstGeom>
        </p:spPr>
      </p:pic>
    </p:spTree>
    <p:extLst>
      <p:ext uri="{BB962C8B-B14F-4D97-AF65-F5344CB8AC3E}">
        <p14:creationId xmlns:p14="http://schemas.microsoft.com/office/powerpoint/2010/main" val="3371806314"/>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eam x4">
    <p:bg>
      <p:bgRef idx="1001">
        <a:schemeClr val="bg2"/>
      </p:bgRef>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222F156D-CC02-5CAE-E6EB-16D8F602C022}"/>
              </a:ext>
            </a:extLst>
          </p:cNvPr>
          <p:cNvSpPr>
            <a:spLocks noGrp="1"/>
          </p:cNvSpPr>
          <p:nvPr>
            <p:ph type="title" hasCustomPrompt="1"/>
          </p:nvPr>
        </p:nvSpPr>
        <p:spPr>
          <a:xfrm>
            <a:off x="385572" y="411480"/>
            <a:ext cx="11420856" cy="664844"/>
          </a:xfrm>
        </p:spPr>
        <p:txBody>
          <a:bodyPr/>
          <a:lstStyle>
            <a:lvl1pPr algn="l">
              <a:defRPr>
                <a:solidFill>
                  <a:schemeClr val="tx2"/>
                </a:solidFill>
              </a:defRPr>
            </a:lvl1pPr>
          </a:lstStyle>
          <a:p>
            <a:r>
              <a:rPr lang="en-US"/>
              <a:t>Place headline here</a:t>
            </a:r>
            <a:endParaRPr lang="en-IN"/>
          </a:p>
        </p:txBody>
      </p:sp>
      <p:sp>
        <p:nvSpPr>
          <p:cNvPr id="3" name="Footer Placeholder 2">
            <a:extLst>
              <a:ext uri="{FF2B5EF4-FFF2-40B4-BE49-F238E27FC236}">
                <a16:creationId xmlns:a16="http://schemas.microsoft.com/office/drawing/2014/main" id="{2B942475-3C42-88B8-AF04-653B6CBB1F6A}"/>
              </a:ext>
            </a:extLst>
          </p:cNvPr>
          <p:cNvSpPr>
            <a:spLocks noGrp="1"/>
          </p:cNvSpPr>
          <p:nvPr>
            <p:ph type="ftr" sz="quarter" idx="24"/>
          </p:nvPr>
        </p:nvSpPr>
        <p:spPr/>
        <p:txBody>
          <a:bodyPr/>
          <a:lstStyle>
            <a:lvl1pPr>
              <a:defRPr>
                <a:solidFill>
                  <a:schemeClr val="tx2"/>
                </a:solidFill>
              </a:defRPr>
            </a:lvl1pPr>
          </a:lstStyle>
          <a:p>
            <a:r>
              <a:rPr lang="en-US"/>
              <a:t>Footer</a:t>
            </a:r>
            <a:endParaRPr lang="en-IN"/>
          </a:p>
        </p:txBody>
      </p:sp>
      <p:sp>
        <p:nvSpPr>
          <p:cNvPr id="4" name="Slide Number Placeholder 3">
            <a:extLst>
              <a:ext uri="{FF2B5EF4-FFF2-40B4-BE49-F238E27FC236}">
                <a16:creationId xmlns:a16="http://schemas.microsoft.com/office/drawing/2014/main" id="{1ACE5F76-BA69-33A7-5F66-BBAD855E5186}"/>
              </a:ext>
            </a:extLst>
          </p:cNvPr>
          <p:cNvSpPr>
            <a:spLocks noGrp="1"/>
          </p:cNvSpPr>
          <p:nvPr>
            <p:ph type="sldNum" sz="quarter" idx="25"/>
          </p:nvPr>
        </p:nvSpPr>
        <p:spPr>
          <a:xfrm>
            <a:off x="11410950" y="6382384"/>
            <a:ext cx="395478" cy="290039"/>
          </a:xfrm>
        </p:spPr>
        <p:txBody>
          <a:bodyPr/>
          <a:lstStyle>
            <a:lvl1pPr>
              <a:defRPr>
                <a:solidFill>
                  <a:schemeClr val="tx2"/>
                </a:solidFill>
              </a:defRPr>
            </a:lvl1pPr>
          </a:lstStyle>
          <a:p>
            <a:fld id="{85AC2185-BC10-47CC-BB5A-D3C63A4C1365}" type="slidenum">
              <a:rPr lang="en-IN" smtClean="0"/>
              <a:pPr/>
              <a:t>‹#›</a:t>
            </a:fld>
            <a:endParaRPr lang="en-IN"/>
          </a:p>
        </p:txBody>
      </p:sp>
      <p:pic>
        <p:nvPicPr>
          <p:cNvPr id="5" name="Graphic 4">
            <a:extLst>
              <a:ext uri="{FF2B5EF4-FFF2-40B4-BE49-F238E27FC236}">
                <a16:creationId xmlns:a16="http://schemas.microsoft.com/office/drawing/2014/main" id="{A7281517-0468-D7FA-820A-4E058863EDB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18135" y="6317218"/>
            <a:ext cx="1135261" cy="411480"/>
          </a:xfrm>
          <a:prstGeom prst="rect">
            <a:avLst/>
          </a:prstGeom>
        </p:spPr>
      </p:pic>
      <p:sp>
        <p:nvSpPr>
          <p:cNvPr id="25" name="Text Placeholder 5">
            <a:extLst>
              <a:ext uri="{FF2B5EF4-FFF2-40B4-BE49-F238E27FC236}">
                <a16:creationId xmlns:a16="http://schemas.microsoft.com/office/drawing/2014/main" id="{D9B482C3-7209-C293-04E6-56C54DAE8DC7}"/>
              </a:ext>
            </a:extLst>
          </p:cNvPr>
          <p:cNvSpPr>
            <a:spLocks noGrp="1"/>
          </p:cNvSpPr>
          <p:nvPr>
            <p:ph type="body" sz="quarter" idx="49" hasCustomPrompt="1"/>
          </p:nvPr>
        </p:nvSpPr>
        <p:spPr>
          <a:xfrm>
            <a:off x="410696" y="4041180"/>
            <a:ext cx="2615184" cy="837783"/>
          </a:xfrm>
        </p:spPr>
        <p:txBody>
          <a:bodyPr anchor="t"/>
          <a:lstStyle>
            <a:lvl1pPr>
              <a:lnSpc>
                <a:spcPct val="80000"/>
              </a:lnSpc>
              <a:defRPr sz="2400" b="1" cap="none" baseline="0">
                <a:solidFill>
                  <a:schemeClr val="tx2"/>
                </a:solidFill>
                <a:latin typeface="+mj-lt"/>
              </a:defRPr>
            </a:lvl1pPr>
          </a:lstStyle>
          <a:p>
            <a:pPr lvl="0"/>
            <a:r>
              <a:rPr lang="en-US"/>
              <a:t>Firstname </a:t>
            </a:r>
            <a:br>
              <a:rPr lang="en-US"/>
            </a:br>
            <a:r>
              <a:rPr lang="en-US"/>
              <a:t>Lastname</a:t>
            </a:r>
          </a:p>
        </p:txBody>
      </p:sp>
      <p:sp>
        <p:nvSpPr>
          <p:cNvPr id="26" name="Text Placeholder 35">
            <a:extLst>
              <a:ext uri="{FF2B5EF4-FFF2-40B4-BE49-F238E27FC236}">
                <a16:creationId xmlns:a16="http://schemas.microsoft.com/office/drawing/2014/main" id="{D4618B36-143F-4BF5-6855-A61DC9FBCC50}"/>
              </a:ext>
            </a:extLst>
          </p:cNvPr>
          <p:cNvSpPr>
            <a:spLocks noGrp="1"/>
          </p:cNvSpPr>
          <p:nvPr>
            <p:ph type="body" sz="quarter" idx="50" hasCustomPrompt="1"/>
          </p:nvPr>
        </p:nvSpPr>
        <p:spPr>
          <a:xfrm>
            <a:off x="413004" y="4922125"/>
            <a:ext cx="2615184" cy="722376"/>
          </a:xfrm>
        </p:spPr>
        <p:txBody>
          <a:bodyPr/>
          <a:lstStyle>
            <a:lvl1pPr>
              <a:spcBef>
                <a:spcPts val="0"/>
              </a:spcBef>
              <a:defRPr sz="1400">
                <a:solidFill>
                  <a:schemeClr val="tx2"/>
                </a:solidFill>
              </a:defRPr>
            </a:lvl1pPr>
          </a:lstStyle>
          <a:p>
            <a:pPr lvl="0"/>
            <a:r>
              <a:rPr lang="en-US"/>
              <a:t>Title</a:t>
            </a:r>
          </a:p>
          <a:p>
            <a:pPr lvl="0"/>
            <a:r>
              <a:rPr lang="en-US"/>
              <a:t>Organization</a:t>
            </a:r>
          </a:p>
        </p:txBody>
      </p:sp>
      <p:sp>
        <p:nvSpPr>
          <p:cNvPr id="28" name="Text Placeholder 5">
            <a:extLst>
              <a:ext uri="{FF2B5EF4-FFF2-40B4-BE49-F238E27FC236}">
                <a16:creationId xmlns:a16="http://schemas.microsoft.com/office/drawing/2014/main" id="{870063AA-3420-1FF5-A09F-B185AFA7091A}"/>
              </a:ext>
            </a:extLst>
          </p:cNvPr>
          <p:cNvSpPr>
            <a:spLocks noGrp="1"/>
          </p:cNvSpPr>
          <p:nvPr>
            <p:ph type="body" sz="quarter" idx="51" hasCustomPrompt="1"/>
          </p:nvPr>
        </p:nvSpPr>
        <p:spPr>
          <a:xfrm>
            <a:off x="3337667" y="4041180"/>
            <a:ext cx="2615184" cy="837783"/>
          </a:xfrm>
        </p:spPr>
        <p:txBody>
          <a:bodyPr anchor="t"/>
          <a:lstStyle>
            <a:lvl1pPr>
              <a:lnSpc>
                <a:spcPct val="80000"/>
              </a:lnSpc>
              <a:defRPr sz="2400" b="1" cap="none" baseline="0">
                <a:solidFill>
                  <a:schemeClr val="tx2"/>
                </a:solidFill>
                <a:latin typeface="+mj-lt"/>
              </a:defRPr>
            </a:lvl1pPr>
          </a:lstStyle>
          <a:p>
            <a:pPr lvl="0"/>
            <a:r>
              <a:rPr lang="en-US"/>
              <a:t>Firstname </a:t>
            </a:r>
            <a:br>
              <a:rPr lang="en-US"/>
            </a:br>
            <a:r>
              <a:rPr lang="en-US"/>
              <a:t>Lastname</a:t>
            </a:r>
          </a:p>
        </p:txBody>
      </p:sp>
      <p:sp>
        <p:nvSpPr>
          <p:cNvPr id="29" name="Text Placeholder 35">
            <a:extLst>
              <a:ext uri="{FF2B5EF4-FFF2-40B4-BE49-F238E27FC236}">
                <a16:creationId xmlns:a16="http://schemas.microsoft.com/office/drawing/2014/main" id="{1C87E22C-FF3B-B82D-04CA-4AF76174AF1C}"/>
              </a:ext>
            </a:extLst>
          </p:cNvPr>
          <p:cNvSpPr>
            <a:spLocks noGrp="1"/>
          </p:cNvSpPr>
          <p:nvPr>
            <p:ph type="body" sz="quarter" idx="52" hasCustomPrompt="1"/>
          </p:nvPr>
        </p:nvSpPr>
        <p:spPr>
          <a:xfrm>
            <a:off x="3339986" y="4922125"/>
            <a:ext cx="2615184" cy="722376"/>
          </a:xfrm>
        </p:spPr>
        <p:txBody>
          <a:bodyPr/>
          <a:lstStyle>
            <a:lvl1pPr>
              <a:spcBef>
                <a:spcPts val="0"/>
              </a:spcBef>
              <a:defRPr sz="1400">
                <a:solidFill>
                  <a:schemeClr val="tx2"/>
                </a:solidFill>
              </a:defRPr>
            </a:lvl1pPr>
          </a:lstStyle>
          <a:p>
            <a:pPr lvl="0"/>
            <a:r>
              <a:rPr lang="en-US"/>
              <a:t>Title</a:t>
            </a:r>
          </a:p>
          <a:p>
            <a:pPr lvl="0"/>
            <a:r>
              <a:rPr lang="en-US"/>
              <a:t>Organization</a:t>
            </a:r>
          </a:p>
        </p:txBody>
      </p:sp>
      <p:sp>
        <p:nvSpPr>
          <p:cNvPr id="32" name="Text Placeholder 5">
            <a:extLst>
              <a:ext uri="{FF2B5EF4-FFF2-40B4-BE49-F238E27FC236}">
                <a16:creationId xmlns:a16="http://schemas.microsoft.com/office/drawing/2014/main" id="{79C4E118-0576-EF3B-C7A6-28AFBC82143E}"/>
              </a:ext>
            </a:extLst>
          </p:cNvPr>
          <p:cNvSpPr>
            <a:spLocks noGrp="1"/>
          </p:cNvSpPr>
          <p:nvPr>
            <p:ph type="body" sz="quarter" idx="53" hasCustomPrompt="1"/>
          </p:nvPr>
        </p:nvSpPr>
        <p:spPr>
          <a:xfrm>
            <a:off x="6264638" y="4041180"/>
            <a:ext cx="2615184" cy="837783"/>
          </a:xfrm>
        </p:spPr>
        <p:txBody>
          <a:bodyPr anchor="t"/>
          <a:lstStyle>
            <a:lvl1pPr>
              <a:lnSpc>
                <a:spcPct val="80000"/>
              </a:lnSpc>
              <a:defRPr sz="2400" b="1" cap="none" baseline="0">
                <a:solidFill>
                  <a:schemeClr val="tx2"/>
                </a:solidFill>
                <a:latin typeface="+mj-lt"/>
              </a:defRPr>
            </a:lvl1pPr>
          </a:lstStyle>
          <a:p>
            <a:pPr lvl="0"/>
            <a:r>
              <a:rPr lang="en-US"/>
              <a:t>Firstname </a:t>
            </a:r>
            <a:br>
              <a:rPr lang="en-US"/>
            </a:br>
            <a:r>
              <a:rPr lang="en-US"/>
              <a:t>Lastname</a:t>
            </a:r>
          </a:p>
        </p:txBody>
      </p:sp>
      <p:sp>
        <p:nvSpPr>
          <p:cNvPr id="33" name="Text Placeholder 35">
            <a:extLst>
              <a:ext uri="{FF2B5EF4-FFF2-40B4-BE49-F238E27FC236}">
                <a16:creationId xmlns:a16="http://schemas.microsoft.com/office/drawing/2014/main" id="{4C838850-D5E1-35AB-756C-37D9C7F6475B}"/>
              </a:ext>
            </a:extLst>
          </p:cNvPr>
          <p:cNvSpPr>
            <a:spLocks noGrp="1"/>
          </p:cNvSpPr>
          <p:nvPr>
            <p:ph type="body" sz="quarter" idx="54" hasCustomPrompt="1"/>
          </p:nvPr>
        </p:nvSpPr>
        <p:spPr>
          <a:xfrm>
            <a:off x="6266968" y="4922125"/>
            <a:ext cx="2615184" cy="722376"/>
          </a:xfrm>
        </p:spPr>
        <p:txBody>
          <a:bodyPr/>
          <a:lstStyle>
            <a:lvl1pPr>
              <a:spcBef>
                <a:spcPts val="0"/>
              </a:spcBef>
              <a:defRPr sz="1400">
                <a:solidFill>
                  <a:schemeClr val="tx2"/>
                </a:solidFill>
              </a:defRPr>
            </a:lvl1pPr>
          </a:lstStyle>
          <a:p>
            <a:pPr lvl="0"/>
            <a:r>
              <a:rPr lang="en-US"/>
              <a:t>Title</a:t>
            </a:r>
          </a:p>
          <a:p>
            <a:pPr lvl="0"/>
            <a:r>
              <a:rPr lang="en-US"/>
              <a:t>Organization</a:t>
            </a:r>
          </a:p>
        </p:txBody>
      </p:sp>
      <p:sp>
        <p:nvSpPr>
          <p:cNvPr id="34" name="Text Placeholder 5">
            <a:extLst>
              <a:ext uri="{FF2B5EF4-FFF2-40B4-BE49-F238E27FC236}">
                <a16:creationId xmlns:a16="http://schemas.microsoft.com/office/drawing/2014/main" id="{3F776FBC-5102-6823-91C7-130FDC4CDDD3}"/>
              </a:ext>
            </a:extLst>
          </p:cNvPr>
          <p:cNvSpPr>
            <a:spLocks noGrp="1"/>
          </p:cNvSpPr>
          <p:nvPr>
            <p:ph type="body" sz="quarter" idx="55" hasCustomPrompt="1"/>
          </p:nvPr>
        </p:nvSpPr>
        <p:spPr>
          <a:xfrm>
            <a:off x="9191609" y="4041180"/>
            <a:ext cx="2615184" cy="837783"/>
          </a:xfrm>
        </p:spPr>
        <p:txBody>
          <a:bodyPr anchor="t"/>
          <a:lstStyle>
            <a:lvl1pPr>
              <a:lnSpc>
                <a:spcPct val="80000"/>
              </a:lnSpc>
              <a:defRPr sz="2400" b="1" cap="none" baseline="0">
                <a:solidFill>
                  <a:schemeClr val="tx2"/>
                </a:solidFill>
                <a:latin typeface="+mj-lt"/>
              </a:defRPr>
            </a:lvl1pPr>
          </a:lstStyle>
          <a:p>
            <a:pPr lvl="0"/>
            <a:r>
              <a:rPr lang="en-US"/>
              <a:t>Firstname </a:t>
            </a:r>
            <a:br>
              <a:rPr lang="en-US"/>
            </a:br>
            <a:r>
              <a:rPr lang="en-US"/>
              <a:t>Lastname</a:t>
            </a:r>
          </a:p>
        </p:txBody>
      </p:sp>
      <p:sp>
        <p:nvSpPr>
          <p:cNvPr id="35" name="Text Placeholder 35">
            <a:extLst>
              <a:ext uri="{FF2B5EF4-FFF2-40B4-BE49-F238E27FC236}">
                <a16:creationId xmlns:a16="http://schemas.microsoft.com/office/drawing/2014/main" id="{1B2B5FC6-0803-EBB2-CE3E-499D7994C2CA}"/>
              </a:ext>
            </a:extLst>
          </p:cNvPr>
          <p:cNvSpPr>
            <a:spLocks noGrp="1"/>
          </p:cNvSpPr>
          <p:nvPr>
            <p:ph type="body" sz="quarter" idx="56" hasCustomPrompt="1"/>
          </p:nvPr>
        </p:nvSpPr>
        <p:spPr>
          <a:xfrm>
            <a:off x="9193951" y="4922125"/>
            <a:ext cx="2615184" cy="722376"/>
          </a:xfrm>
        </p:spPr>
        <p:txBody>
          <a:bodyPr/>
          <a:lstStyle>
            <a:lvl1pPr>
              <a:spcBef>
                <a:spcPts val="0"/>
              </a:spcBef>
              <a:defRPr sz="1400">
                <a:solidFill>
                  <a:schemeClr val="tx2"/>
                </a:solidFill>
              </a:defRPr>
            </a:lvl1pPr>
          </a:lstStyle>
          <a:p>
            <a:pPr lvl="0"/>
            <a:r>
              <a:rPr lang="en-US"/>
              <a:t>Title</a:t>
            </a:r>
          </a:p>
          <a:p>
            <a:pPr lvl="0"/>
            <a:r>
              <a:rPr lang="en-US"/>
              <a:t>Organization</a:t>
            </a:r>
          </a:p>
        </p:txBody>
      </p:sp>
      <p:sp>
        <p:nvSpPr>
          <p:cNvPr id="38" name="Picture Placeholder 37">
            <a:extLst>
              <a:ext uri="{FF2B5EF4-FFF2-40B4-BE49-F238E27FC236}">
                <a16:creationId xmlns:a16="http://schemas.microsoft.com/office/drawing/2014/main" id="{C31411AD-D94C-D700-8215-ECC2839ECE63}"/>
              </a:ext>
            </a:extLst>
          </p:cNvPr>
          <p:cNvSpPr>
            <a:spLocks noGrp="1"/>
          </p:cNvSpPr>
          <p:nvPr>
            <p:ph type="pic" sz="quarter" idx="57"/>
          </p:nvPr>
        </p:nvSpPr>
        <p:spPr>
          <a:xfrm>
            <a:off x="399121" y="1556213"/>
            <a:ext cx="2011680" cy="2240284"/>
          </a:xfrm>
          <a:custGeom>
            <a:avLst/>
            <a:gdLst>
              <a:gd name="csX0" fmla="*/ 144700 w 2011680"/>
              <a:gd name="csY0" fmla="*/ 0 h 2240284"/>
              <a:gd name="csX1" fmla="*/ 1866980 w 2011680"/>
              <a:gd name="csY1" fmla="*/ 0 h 2240284"/>
              <a:gd name="csX2" fmla="*/ 2011680 w 2011680"/>
              <a:gd name="csY2" fmla="*/ 144700 h 2240284"/>
              <a:gd name="csX3" fmla="*/ 2011680 w 2011680"/>
              <a:gd name="csY3" fmla="*/ 2095584 h 2240284"/>
              <a:gd name="csX4" fmla="*/ 1866980 w 2011680"/>
              <a:gd name="csY4" fmla="*/ 2240284 h 2240284"/>
              <a:gd name="csX5" fmla="*/ 144700 w 2011680"/>
              <a:gd name="csY5" fmla="*/ 2240284 h 2240284"/>
              <a:gd name="csX6" fmla="*/ 0 w 2011680"/>
              <a:gd name="csY6" fmla="*/ 2095584 h 2240284"/>
              <a:gd name="csX7" fmla="*/ 0 w 2011680"/>
              <a:gd name="csY7" fmla="*/ 144700 h 2240284"/>
              <a:gd name="csX8" fmla="*/ 144700 w 2011680"/>
              <a:gd name="csY8" fmla="*/ 0 h 22402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011680" h="2240284">
                <a:moveTo>
                  <a:pt x="144700" y="0"/>
                </a:moveTo>
                <a:lnTo>
                  <a:pt x="1866980" y="0"/>
                </a:lnTo>
                <a:cubicBezTo>
                  <a:pt x="1946896" y="0"/>
                  <a:pt x="2011680" y="64784"/>
                  <a:pt x="2011680" y="144700"/>
                </a:cubicBezTo>
                <a:lnTo>
                  <a:pt x="2011680" y="2095584"/>
                </a:lnTo>
                <a:cubicBezTo>
                  <a:pt x="2011680" y="2175500"/>
                  <a:pt x="1946896" y="2240284"/>
                  <a:pt x="1866980" y="2240284"/>
                </a:cubicBezTo>
                <a:lnTo>
                  <a:pt x="144700" y="2240284"/>
                </a:lnTo>
                <a:cubicBezTo>
                  <a:pt x="64784" y="2240284"/>
                  <a:pt x="0" y="2175500"/>
                  <a:pt x="0" y="2095584"/>
                </a:cubicBezTo>
                <a:lnTo>
                  <a:pt x="0" y="144700"/>
                </a:lnTo>
                <a:cubicBezTo>
                  <a:pt x="0" y="64784"/>
                  <a:pt x="64784" y="0"/>
                  <a:pt x="144700" y="0"/>
                </a:cubicBezTo>
                <a:close/>
              </a:path>
            </a:pathLst>
          </a:custGeom>
          <a:solidFill>
            <a:schemeClr val="tx2"/>
          </a:solidFill>
        </p:spPr>
        <p:txBody>
          <a:bodyPr wrap="square">
            <a:noAutofit/>
          </a:bodyPr>
          <a:lstStyle>
            <a:lvl1pPr>
              <a:defRPr>
                <a:solidFill>
                  <a:schemeClr val="tx2"/>
                </a:solidFill>
              </a:defRPr>
            </a:lvl1pPr>
          </a:lstStyle>
          <a:p>
            <a:r>
              <a:rPr lang="en-US"/>
              <a:t>Click icon to add picture</a:t>
            </a:r>
            <a:endParaRPr lang="en-IN"/>
          </a:p>
        </p:txBody>
      </p:sp>
      <p:sp>
        <p:nvSpPr>
          <p:cNvPr id="39" name="Picture Placeholder 38">
            <a:extLst>
              <a:ext uri="{FF2B5EF4-FFF2-40B4-BE49-F238E27FC236}">
                <a16:creationId xmlns:a16="http://schemas.microsoft.com/office/drawing/2014/main" id="{0B9125C2-EE36-ACB3-DDA4-349F155CE2EB}"/>
              </a:ext>
            </a:extLst>
          </p:cNvPr>
          <p:cNvSpPr>
            <a:spLocks noGrp="1"/>
          </p:cNvSpPr>
          <p:nvPr>
            <p:ph type="pic" sz="quarter" idx="58"/>
          </p:nvPr>
        </p:nvSpPr>
        <p:spPr>
          <a:xfrm>
            <a:off x="3329950" y="1556213"/>
            <a:ext cx="2011680" cy="2240284"/>
          </a:xfrm>
          <a:custGeom>
            <a:avLst/>
            <a:gdLst>
              <a:gd name="csX0" fmla="*/ 144700 w 2011680"/>
              <a:gd name="csY0" fmla="*/ 0 h 2240284"/>
              <a:gd name="csX1" fmla="*/ 1866980 w 2011680"/>
              <a:gd name="csY1" fmla="*/ 0 h 2240284"/>
              <a:gd name="csX2" fmla="*/ 2011680 w 2011680"/>
              <a:gd name="csY2" fmla="*/ 144700 h 2240284"/>
              <a:gd name="csX3" fmla="*/ 2011680 w 2011680"/>
              <a:gd name="csY3" fmla="*/ 2095584 h 2240284"/>
              <a:gd name="csX4" fmla="*/ 1866980 w 2011680"/>
              <a:gd name="csY4" fmla="*/ 2240284 h 2240284"/>
              <a:gd name="csX5" fmla="*/ 144700 w 2011680"/>
              <a:gd name="csY5" fmla="*/ 2240284 h 2240284"/>
              <a:gd name="csX6" fmla="*/ 0 w 2011680"/>
              <a:gd name="csY6" fmla="*/ 2095584 h 2240284"/>
              <a:gd name="csX7" fmla="*/ 0 w 2011680"/>
              <a:gd name="csY7" fmla="*/ 144700 h 2240284"/>
              <a:gd name="csX8" fmla="*/ 144700 w 2011680"/>
              <a:gd name="csY8" fmla="*/ 0 h 22402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011680" h="2240284">
                <a:moveTo>
                  <a:pt x="144700" y="0"/>
                </a:moveTo>
                <a:lnTo>
                  <a:pt x="1866980" y="0"/>
                </a:lnTo>
                <a:cubicBezTo>
                  <a:pt x="1946896" y="0"/>
                  <a:pt x="2011680" y="64784"/>
                  <a:pt x="2011680" y="144700"/>
                </a:cubicBezTo>
                <a:lnTo>
                  <a:pt x="2011680" y="2095584"/>
                </a:lnTo>
                <a:cubicBezTo>
                  <a:pt x="2011680" y="2175500"/>
                  <a:pt x="1946896" y="2240284"/>
                  <a:pt x="1866980" y="2240284"/>
                </a:cubicBezTo>
                <a:lnTo>
                  <a:pt x="144700" y="2240284"/>
                </a:lnTo>
                <a:cubicBezTo>
                  <a:pt x="64784" y="2240284"/>
                  <a:pt x="0" y="2175500"/>
                  <a:pt x="0" y="2095584"/>
                </a:cubicBezTo>
                <a:lnTo>
                  <a:pt x="0" y="144700"/>
                </a:lnTo>
                <a:cubicBezTo>
                  <a:pt x="0" y="64784"/>
                  <a:pt x="64784" y="0"/>
                  <a:pt x="144700" y="0"/>
                </a:cubicBezTo>
                <a:close/>
              </a:path>
            </a:pathLst>
          </a:custGeom>
          <a:solidFill>
            <a:schemeClr val="tx2"/>
          </a:solidFill>
        </p:spPr>
        <p:txBody>
          <a:bodyPr wrap="square">
            <a:noAutofit/>
          </a:bodyPr>
          <a:lstStyle>
            <a:lvl1pPr>
              <a:defRPr>
                <a:solidFill>
                  <a:schemeClr val="tx2"/>
                </a:solidFill>
              </a:defRPr>
            </a:lvl1pPr>
          </a:lstStyle>
          <a:p>
            <a:r>
              <a:rPr lang="en-US"/>
              <a:t>Click icon to add picture</a:t>
            </a:r>
            <a:endParaRPr lang="en-IN"/>
          </a:p>
        </p:txBody>
      </p:sp>
      <p:sp>
        <p:nvSpPr>
          <p:cNvPr id="40" name="Picture Placeholder 39">
            <a:extLst>
              <a:ext uri="{FF2B5EF4-FFF2-40B4-BE49-F238E27FC236}">
                <a16:creationId xmlns:a16="http://schemas.microsoft.com/office/drawing/2014/main" id="{C8E8F372-175D-167F-7B71-EBDE53FB2108}"/>
              </a:ext>
            </a:extLst>
          </p:cNvPr>
          <p:cNvSpPr>
            <a:spLocks noGrp="1"/>
          </p:cNvSpPr>
          <p:nvPr>
            <p:ph type="pic" sz="quarter" idx="59"/>
          </p:nvPr>
        </p:nvSpPr>
        <p:spPr>
          <a:xfrm>
            <a:off x="6260779" y="1556213"/>
            <a:ext cx="2011680" cy="2240284"/>
          </a:xfrm>
          <a:custGeom>
            <a:avLst/>
            <a:gdLst>
              <a:gd name="csX0" fmla="*/ 144700 w 2011680"/>
              <a:gd name="csY0" fmla="*/ 0 h 2240284"/>
              <a:gd name="csX1" fmla="*/ 1866980 w 2011680"/>
              <a:gd name="csY1" fmla="*/ 0 h 2240284"/>
              <a:gd name="csX2" fmla="*/ 2011680 w 2011680"/>
              <a:gd name="csY2" fmla="*/ 144700 h 2240284"/>
              <a:gd name="csX3" fmla="*/ 2011680 w 2011680"/>
              <a:gd name="csY3" fmla="*/ 2095584 h 2240284"/>
              <a:gd name="csX4" fmla="*/ 1866980 w 2011680"/>
              <a:gd name="csY4" fmla="*/ 2240284 h 2240284"/>
              <a:gd name="csX5" fmla="*/ 144700 w 2011680"/>
              <a:gd name="csY5" fmla="*/ 2240284 h 2240284"/>
              <a:gd name="csX6" fmla="*/ 0 w 2011680"/>
              <a:gd name="csY6" fmla="*/ 2095584 h 2240284"/>
              <a:gd name="csX7" fmla="*/ 0 w 2011680"/>
              <a:gd name="csY7" fmla="*/ 144700 h 2240284"/>
              <a:gd name="csX8" fmla="*/ 144700 w 2011680"/>
              <a:gd name="csY8" fmla="*/ 0 h 22402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011680" h="2240284">
                <a:moveTo>
                  <a:pt x="144700" y="0"/>
                </a:moveTo>
                <a:lnTo>
                  <a:pt x="1866980" y="0"/>
                </a:lnTo>
                <a:cubicBezTo>
                  <a:pt x="1946896" y="0"/>
                  <a:pt x="2011680" y="64784"/>
                  <a:pt x="2011680" y="144700"/>
                </a:cubicBezTo>
                <a:lnTo>
                  <a:pt x="2011680" y="2095584"/>
                </a:lnTo>
                <a:cubicBezTo>
                  <a:pt x="2011680" y="2175500"/>
                  <a:pt x="1946896" y="2240284"/>
                  <a:pt x="1866980" y="2240284"/>
                </a:cubicBezTo>
                <a:lnTo>
                  <a:pt x="144700" y="2240284"/>
                </a:lnTo>
                <a:cubicBezTo>
                  <a:pt x="64784" y="2240284"/>
                  <a:pt x="0" y="2175500"/>
                  <a:pt x="0" y="2095584"/>
                </a:cubicBezTo>
                <a:lnTo>
                  <a:pt x="0" y="144700"/>
                </a:lnTo>
                <a:cubicBezTo>
                  <a:pt x="0" y="64784"/>
                  <a:pt x="64784" y="0"/>
                  <a:pt x="144700" y="0"/>
                </a:cubicBezTo>
                <a:close/>
              </a:path>
            </a:pathLst>
          </a:custGeom>
          <a:solidFill>
            <a:schemeClr val="tx2"/>
          </a:solidFill>
        </p:spPr>
        <p:txBody>
          <a:bodyPr wrap="square">
            <a:noAutofit/>
          </a:bodyPr>
          <a:lstStyle>
            <a:lvl1pPr>
              <a:defRPr>
                <a:solidFill>
                  <a:schemeClr val="tx2"/>
                </a:solidFill>
              </a:defRPr>
            </a:lvl1pPr>
          </a:lstStyle>
          <a:p>
            <a:r>
              <a:rPr lang="en-US"/>
              <a:t>Click icon to add picture</a:t>
            </a:r>
            <a:endParaRPr lang="en-IN"/>
          </a:p>
        </p:txBody>
      </p:sp>
      <p:sp>
        <p:nvSpPr>
          <p:cNvPr id="41" name="Picture Placeholder 40">
            <a:extLst>
              <a:ext uri="{FF2B5EF4-FFF2-40B4-BE49-F238E27FC236}">
                <a16:creationId xmlns:a16="http://schemas.microsoft.com/office/drawing/2014/main" id="{279568DD-1A1D-8FD5-F873-FD5735A0BEBA}"/>
              </a:ext>
            </a:extLst>
          </p:cNvPr>
          <p:cNvSpPr>
            <a:spLocks noGrp="1"/>
          </p:cNvSpPr>
          <p:nvPr>
            <p:ph type="pic" sz="quarter" idx="60"/>
          </p:nvPr>
        </p:nvSpPr>
        <p:spPr>
          <a:xfrm>
            <a:off x="9191609" y="1556213"/>
            <a:ext cx="2011680" cy="2240284"/>
          </a:xfrm>
          <a:custGeom>
            <a:avLst/>
            <a:gdLst>
              <a:gd name="csX0" fmla="*/ 144700 w 2011680"/>
              <a:gd name="csY0" fmla="*/ 0 h 2240284"/>
              <a:gd name="csX1" fmla="*/ 1866980 w 2011680"/>
              <a:gd name="csY1" fmla="*/ 0 h 2240284"/>
              <a:gd name="csX2" fmla="*/ 2011680 w 2011680"/>
              <a:gd name="csY2" fmla="*/ 144700 h 2240284"/>
              <a:gd name="csX3" fmla="*/ 2011680 w 2011680"/>
              <a:gd name="csY3" fmla="*/ 2095584 h 2240284"/>
              <a:gd name="csX4" fmla="*/ 1866980 w 2011680"/>
              <a:gd name="csY4" fmla="*/ 2240284 h 2240284"/>
              <a:gd name="csX5" fmla="*/ 144700 w 2011680"/>
              <a:gd name="csY5" fmla="*/ 2240284 h 2240284"/>
              <a:gd name="csX6" fmla="*/ 0 w 2011680"/>
              <a:gd name="csY6" fmla="*/ 2095584 h 2240284"/>
              <a:gd name="csX7" fmla="*/ 0 w 2011680"/>
              <a:gd name="csY7" fmla="*/ 144700 h 2240284"/>
              <a:gd name="csX8" fmla="*/ 144700 w 2011680"/>
              <a:gd name="csY8" fmla="*/ 0 h 22402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011680" h="2240284">
                <a:moveTo>
                  <a:pt x="144700" y="0"/>
                </a:moveTo>
                <a:lnTo>
                  <a:pt x="1866980" y="0"/>
                </a:lnTo>
                <a:cubicBezTo>
                  <a:pt x="1946896" y="0"/>
                  <a:pt x="2011680" y="64784"/>
                  <a:pt x="2011680" y="144700"/>
                </a:cubicBezTo>
                <a:lnTo>
                  <a:pt x="2011680" y="2095584"/>
                </a:lnTo>
                <a:cubicBezTo>
                  <a:pt x="2011680" y="2175500"/>
                  <a:pt x="1946896" y="2240284"/>
                  <a:pt x="1866980" y="2240284"/>
                </a:cubicBezTo>
                <a:lnTo>
                  <a:pt x="144700" y="2240284"/>
                </a:lnTo>
                <a:cubicBezTo>
                  <a:pt x="64784" y="2240284"/>
                  <a:pt x="0" y="2175500"/>
                  <a:pt x="0" y="2095584"/>
                </a:cubicBezTo>
                <a:lnTo>
                  <a:pt x="0" y="144700"/>
                </a:lnTo>
                <a:cubicBezTo>
                  <a:pt x="0" y="64784"/>
                  <a:pt x="64784" y="0"/>
                  <a:pt x="144700" y="0"/>
                </a:cubicBezTo>
                <a:close/>
              </a:path>
            </a:pathLst>
          </a:custGeom>
          <a:solidFill>
            <a:schemeClr val="tx2"/>
          </a:solidFill>
        </p:spPr>
        <p:txBody>
          <a:bodyPr wrap="square">
            <a:noAutofit/>
          </a:bodyPr>
          <a:lstStyle>
            <a:lvl1pPr>
              <a:defRPr>
                <a:solidFill>
                  <a:schemeClr val="tx2"/>
                </a:solidFill>
              </a:defRPr>
            </a:lvl1pPr>
          </a:lstStyle>
          <a:p>
            <a:r>
              <a:rPr lang="en-US"/>
              <a:t>Click icon to add picture</a:t>
            </a:r>
            <a:endParaRPr lang="en-IN"/>
          </a:p>
        </p:txBody>
      </p:sp>
    </p:spTree>
    <p:extLst>
      <p:ext uri="{BB962C8B-B14F-4D97-AF65-F5344CB8AC3E}">
        <p14:creationId xmlns:p14="http://schemas.microsoft.com/office/powerpoint/2010/main" val="1407215211"/>
      </p:ext>
    </p:extLst>
  </p:cSld>
  <p:clrMapOvr>
    <a:overrideClrMapping bg1="dk1" tx1="lt1" bg2="dk2" tx2="lt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with x3">
    <p:bg>
      <p:bgRef idx="1001">
        <a:schemeClr val="bg2"/>
      </p:bgRef>
    </p:bg>
    <p:spTree>
      <p:nvGrpSpPr>
        <p:cNvPr id="1" name=""/>
        <p:cNvGrpSpPr/>
        <p:nvPr/>
      </p:nvGrpSpPr>
      <p:grpSpPr>
        <a:xfrm>
          <a:off x="0" y="0"/>
          <a:ext cx="0" cy="0"/>
          <a:chOff x="0" y="0"/>
          <a:chExt cx="0" cy="0"/>
        </a:xfrm>
      </p:grpSpPr>
      <p:sp>
        <p:nvSpPr>
          <p:cNvPr id="16" name="Rounded Rectangle 15">
            <a:extLst>
              <a:ext uri="{FF2B5EF4-FFF2-40B4-BE49-F238E27FC236}">
                <a16:creationId xmlns:a16="http://schemas.microsoft.com/office/drawing/2014/main" id="{CB616EDF-69C9-8BF5-BA44-B2341A111F40}"/>
              </a:ext>
            </a:extLst>
          </p:cNvPr>
          <p:cNvSpPr/>
          <p:nvPr userDrawn="1"/>
        </p:nvSpPr>
        <p:spPr>
          <a:xfrm>
            <a:off x="4271772" y="1431236"/>
            <a:ext cx="3642491" cy="1997764"/>
          </a:xfrm>
          <a:prstGeom prst="roundRect">
            <a:avLst>
              <a:gd name="adj" fmla="val 15649"/>
            </a:avLst>
          </a:prstGeom>
          <a:solidFill>
            <a:srgbClr val="F0F0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7" name="Rounded Rectangle 16">
            <a:extLst>
              <a:ext uri="{FF2B5EF4-FFF2-40B4-BE49-F238E27FC236}">
                <a16:creationId xmlns:a16="http://schemas.microsoft.com/office/drawing/2014/main" id="{16D53060-4661-1374-2A4E-7148735003E4}"/>
              </a:ext>
            </a:extLst>
          </p:cNvPr>
          <p:cNvSpPr/>
          <p:nvPr userDrawn="1"/>
        </p:nvSpPr>
        <p:spPr>
          <a:xfrm>
            <a:off x="8167911" y="1431236"/>
            <a:ext cx="3642491" cy="1997764"/>
          </a:xfrm>
          <a:prstGeom prst="roundRect">
            <a:avLst>
              <a:gd name="adj" fmla="val 15649"/>
            </a:avLst>
          </a:prstGeom>
          <a:solidFill>
            <a:srgbClr val="F0F0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2" name="Rounded Rectangle 1">
            <a:extLst>
              <a:ext uri="{FF2B5EF4-FFF2-40B4-BE49-F238E27FC236}">
                <a16:creationId xmlns:a16="http://schemas.microsoft.com/office/drawing/2014/main" id="{81116400-09ED-976C-5FC9-C79EF8EE5B91}"/>
              </a:ext>
            </a:extLst>
          </p:cNvPr>
          <p:cNvSpPr/>
          <p:nvPr userDrawn="1"/>
        </p:nvSpPr>
        <p:spPr>
          <a:xfrm>
            <a:off x="385572" y="1431236"/>
            <a:ext cx="3642491" cy="1997764"/>
          </a:xfrm>
          <a:prstGeom prst="roundRect">
            <a:avLst>
              <a:gd name="adj" fmla="val 15649"/>
            </a:avLst>
          </a:prstGeom>
          <a:solidFill>
            <a:srgbClr val="F0F0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0" name="Title 9">
            <a:extLst>
              <a:ext uri="{FF2B5EF4-FFF2-40B4-BE49-F238E27FC236}">
                <a16:creationId xmlns:a16="http://schemas.microsoft.com/office/drawing/2014/main" id="{222F156D-CC02-5CAE-E6EB-16D8F602C022}"/>
              </a:ext>
            </a:extLst>
          </p:cNvPr>
          <p:cNvSpPr>
            <a:spLocks noGrp="1"/>
          </p:cNvSpPr>
          <p:nvPr>
            <p:ph type="title" hasCustomPrompt="1"/>
          </p:nvPr>
        </p:nvSpPr>
        <p:spPr>
          <a:xfrm>
            <a:off x="385572" y="411480"/>
            <a:ext cx="11420856" cy="664844"/>
          </a:xfrm>
        </p:spPr>
        <p:txBody>
          <a:bodyPr/>
          <a:lstStyle>
            <a:lvl1pPr algn="ctr">
              <a:defRPr>
                <a:solidFill>
                  <a:schemeClr val="tx2"/>
                </a:solidFill>
              </a:defRPr>
            </a:lvl1pPr>
          </a:lstStyle>
          <a:p>
            <a:r>
              <a:rPr lang="en-US"/>
              <a:t>Place headline here</a:t>
            </a:r>
            <a:endParaRPr lang="en-IN"/>
          </a:p>
        </p:txBody>
      </p:sp>
      <p:sp>
        <p:nvSpPr>
          <p:cNvPr id="11" name="Text Placeholder 5">
            <a:extLst>
              <a:ext uri="{FF2B5EF4-FFF2-40B4-BE49-F238E27FC236}">
                <a16:creationId xmlns:a16="http://schemas.microsoft.com/office/drawing/2014/main" id="{110216E4-DA5C-2B1D-1AD6-F4C4D5182DD5}"/>
              </a:ext>
            </a:extLst>
          </p:cNvPr>
          <p:cNvSpPr>
            <a:spLocks noGrp="1"/>
          </p:cNvSpPr>
          <p:nvPr userDrawn="1">
            <p:ph type="body" sz="quarter" idx="18" hasCustomPrompt="1"/>
          </p:nvPr>
        </p:nvSpPr>
        <p:spPr>
          <a:xfrm>
            <a:off x="776804" y="1833526"/>
            <a:ext cx="2841040" cy="462413"/>
          </a:xfrm>
        </p:spPr>
        <p:txBody>
          <a:bodyPr anchor="t"/>
          <a:lstStyle>
            <a:lvl1pPr>
              <a:defRPr sz="1600" b="1" cap="none" baseline="0">
                <a:solidFill>
                  <a:schemeClr val="bg2"/>
                </a:solidFill>
                <a:latin typeface="+mj-lt"/>
              </a:defRPr>
            </a:lvl1pPr>
          </a:lstStyle>
          <a:p>
            <a:pPr lvl="0"/>
            <a:r>
              <a:rPr lang="en-US"/>
              <a:t>Place headline here</a:t>
            </a:r>
          </a:p>
        </p:txBody>
      </p:sp>
      <p:sp>
        <p:nvSpPr>
          <p:cNvPr id="14" name="Text Placeholder 5">
            <a:extLst>
              <a:ext uri="{FF2B5EF4-FFF2-40B4-BE49-F238E27FC236}">
                <a16:creationId xmlns:a16="http://schemas.microsoft.com/office/drawing/2014/main" id="{A7FAF0E4-0D2D-90B6-734A-49E61827AE36}"/>
              </a:ext>
            </a:extLst>
          </p:cNvPr>
          <p:cNvSpPr>
            <a:spLocks noGrp="1"/>
          </p:cNvSpPr>
          <p:nvPr userDrawn="1">
            <p:ph type="body" sz="quarter" idx="19" hasCustomPrompt="1"/>
          </p:nvPr>
        </p:nvSpPr>
        <p:spPr>
          <a:xfrm>
            <a:off x="776804" y="2348472"/>
            <a:ext cx="2841040" cy="390811"/>
          </a:xfrm>
        </p:spPr>
        <p:txBody>
          <a:bodyPr anchor="t"/>
          <a:lstStyle>
            <a:lvl1pPr>
              <a:defRPr sz="1200" b="0" cap="none" baseline="0">
                <a:solidFill>
                  <a:schemeClr val="bg2"/>
                </a:solidFill>
                <a:latin typeface="+mn-lt"/>
              </a:defRPr>
            </a:lvl1pPr>
          </a:lstStyle>
          <a:p>
            <a:pPr lvl="0"/>
            <a:r>
              <a:rPr lang="en-US"/>
              <a:t>Lorem ipsum dolor sit amet, consectetur adipiscing elit, sed.</a:t>
            </a:r>
          </a:p>
        </p:txBody>
      </p:sp>
      <p:sp>
        <p:nvSpPr>
          <p:cNvPr id="6" name="Text Placeholder 5">
            <a:extLst>
              <a:ext uri="{FF2B5EF4-FFF2-40B4-BE49-F238E27FC236}">
                <a16:creationId xmlns:a16="http://schemas.microsoft.com/office/drawing/2014/main" id="{14F444CB-87FE-3538-5751-1417DDF15F73}"/>
              </a:ext>
            </a:extLst>
          </p:cNvPr>
          <p:cNvSpPr>
            <a:spLocks noGrp="1"/>
          </p:cNvSpPr>
          <p:nvPr>
            <p:ph type="body" sz="quarter" idx="20" hasCustomPrompt="1"/>
          </p:nvPr>
        </p:nvSpPr>
        <p:spPr>
          <a:xfrm>
            <a:off x="4675480" y="1833526"/>
            <a:ext cx="2841040" cy="462413"/>
          </a:xfrm>
        </p:spPr>
        <p:txBody>
          <a:bodyPr anchor="t"/>
          <a:lstStyle>
            <a:lvl1pPr>
              <a:defRPr sz="1600" b="1" cap="none" baseline="0">
                <a:solidFill>
                  <a:schemeClr val="bg2"/>
                </a:solidFill>
                <a:latin typeface="+mj-lt"/>
              </a:defRPr>
            </a:lvl1pPr>
          </a:lstStyle>
          <a:p>
            <a:pPr lvl="0"/>
            <a:r>
              <a:rPr lang="en-US"/>
              <a:t>Place headline here</a:t>
            </a:r>
          </a:p>
        </p:txBody>
      </p:sp>
      <p:sp>
        <p:nvSpPr>
          <p:cNvPr id="7" name="Text Placeholder 5">
            <a:extLst>
              <a:ext uri="{FF2B5EF4-FFF2-40B4-BE49-F238E27FC236}">
                <a16:creationId xmlns:a16="http://schemas.microsoft.com/office/drawing/2014/main" id="{B06219D1-E241-1586-D432-9B6CCA901574}"/>
              </a:ext>
            </a:extLst>
          </p:cNvPr>
          <p:cNvSpPr>
            <a:spLocks noGrp="1"/>
          </p:cNvSpPr>
          <p:nvPr>
            <p:ph type="body" sz="quarter" idx="21" hasCustomPrompt="1"/>
          </p:nvPr>
        </p:nvSpPr>
        <p:spPr>
          <a:xfrm>
            <a:off x="4675480" y="2348472"/>
            <a:ext cx="2841040" cy="390811"/>
          </a:xfrm>
        </p:spPr>
        <p:txBody>
          <a:bodyPr anchor="t"/>
          <a:lstStyle>
            <a:lvl1pPr>
              <a:defRPr sz="1200" b="0" cap="none" baseline="0">
                <a:solidFill>
                  <a:schemeClr val="bg2"/>
                </a:solidFill>
                <a:latin typeface="+mn-lt"/>
              </a:defRPr>
            </a:lvl1pPr>
          </a:lstStyle>
          <a:p>
            <a:pPr lvl="0"/>
            <a:r>
              <a:rPr lang="en-US"/>
              <a:t>Lorem ipsum dolor sit amet, consectetur adipiscing elit, sed.</a:t>
            </a:r>
          </a:p>
        </p:txBody>
      </p:sp>
      <p:sp>
        <p:nvSpPr>
          <p:cNvPr id="8" name="Text Placeholder 5">
            <a:extLst>
              <a:ext uri="{FF2B5EF4-FFF2-40B4-BE49-F238E27FC236}">
                <a16:creationId xmlns:a16="http://schemas.microsoft.com/office/drawing/2014/main" id="{6DA47285-53AD-3EBF-9189-852D70EB9098}"/>
              </a:ext>
            </a:extLst>
          </p:cNvPr>
          <p:cNvSpPr>
            <a:spLocks noGrp="1"/>
          </p:cNvSpPr>
          <p:nvPr>
            <p:ph type="body" sz="quarter" idx="22" hasCustomPrompt="1"/>
          </p:nvPr>
        </p:nvSpPr>
        <p:spPr>
          <a:xfrm>
            <a:off x="8569910" y="1833526"/>
            <a:ext cx="2841040" cy="462413"/>
          </a:xfrm>
        </p:spPr>
        <p:txBody>
          <a:bodyPr anchor="t"/>
          <a:lstStyle>
            <a:lvl1pPr>
              <a:defRPr sz="1600" b="1" cap="none" baseline="0">
                <a:solidFill>
                  <a:schemeClr val="bg2"/>
                </a:solidFill>
                <a:latin typeface="+mj-lt"/>
              </a:defRPr>
            </a:lvl1pPr>
          </a:lstStyle>
          <a:p>
            <a:pPr lvl="0"/>
            <a:r>
              <a:rPr lang="en-US"/>
              <a:t>Place headline here</a:t>
            </a:r>
          </a:p>
        </p:txBody>
      </p:sp>
      <p:sp>
        <p:nvSpPr>
          <p:cNvPr id="21" name="Text Placeholder 5">
            <a:extLst>
              <a:ext uri="{FF2B5EF4-FFF2-40B4-BE49-F238E27FC236}">
                <a16:creationId xmlns:a16="http://schemas.microsoft.com/office/drawing/2014/main" id="{45532DBB-CBB2-2BC3-55DE-191FA1E54676}"/>
              </a:ext>
            </a:extLst>
          </p:cNvPr>
          <p:cNvSpPr>
            <a:spLocks noGrp="1"/>
          </p:cNvSpPr>
          <p:nvPr>
            <p:ph type="body" sz="quarter" idx="23" hasCustomPrompt="1"/>
          </p:nvPr>
        </p:nvSpPr>
        <p:spPr>
          <a:xfrm>
            <a:off x="8569910" y="2348472"/>
            <a:ext cx="2841040" cy="390811"/>
          </a:xfrm>
        </p:spPr>
        <p:txBody>
          <a:bodyPr anchor="t"/>
          <a:lstStyle>
            <a:lvl1pPr>
              <a:defRPr sz="1200" b="0" cap="none" baseline="0">
                <a:solidFill>
                  <a:schemeClr val="bg2"/>
                </a:solidFill>
                <a:latin typeface="+mn-lt"/>
              </a:defRPr>
            </a:lvl1pPr>
          </a:lstStyle>
          <a:p>
            <a:pPr lvl="0"/>
            <a:r>
              <a:rPr lang="en-US"/>
              <a:t>Lorem ipsum dolor sit amet, consectetur adipiscing elit, sed.</a:t>
            </a:r>
          </a:p>
        </p:txBody>
      </p:sp>
      <p:sp>
        <p:nvSpPr>
          <p:cNvPr id="18" name="Rounded Rectangle 17">
            <a:extLst>
              <a:ext uri="{FF2B5EF4-FFF2-40B4-BE49-F238E27FC236}">
                <a16:creationId xmlns:a16="http://schemas.microsoft.com/office/drawing/2014/main" id="{B6673886-14EA-F15D-B90D-802C33CDE2E9}"/>
              </a:ext>
            </a:extLst>
          </p:cNvPr>
          <p:cNvSpPr/>
          <p:nvPr userDrawn="1"/>
        </p:nvSpPr>
        <p:spPr>
          <a:xfrm>
            <a:off x="4271772" y="3707297"/>
            <a:ext cx="3642491" cy="1997764"/>
          </a:xfrm>
          <a:prstGeom prst="roundRect">
            <a:avLst>
              <a:gd name="adj" fmla="val 15649"/>
            </a:avLst>
          </a:prstGeom>
          <a:solidFill>
            <a:srgbClr val="F0F0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9" name="Rounded Rectangle 18">
            <a:extLst>
              <a:ext uri="{FF2B5EF4-FFF2-40B4-BE49-F238E27FC236}">
                <a16:creationId xmlns:a16="http://schemas.microsoft.com/office/drawing/2014/main" id="{2EF7281A-DE94-DC69-3059-5D4F032800CC}"/>
              </a:ext>
            </a:extLst>
          </p:cNvPr>
          <p:cNvSpPr/>
          <p:nvPr userDrawn="1"/>
        </p:nvSpPr>
        <p:spPr>
          <a:xfrm>
            <a:off x="8167911" y="3707297"/>
            <a:ext cx="3642491" cy="1997764"/>
          </a:xfrm>
          <a:prstGeom prst="roundRect">
            <a:avLst>
              <a:gd name="adj" fmla="val 15649"/>
            </a:avLst>
          </a:prstGeom>
          <a:solidFill>
            <a:srgbClr val="F0F0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20" name="Rounded Rectangle 19">
            <a:extLst>
              <a:ext uri="{FF2B5EF4-FFF2-40B4-BE49-F238E27FC236}">
                <a16:creationId xmlns:a16="http://schemas.microsoft.com/office/drawing/2014/main" id="{595F3784-B649-F107-EC51-58ABCC1E1AA6}"/>
              </a:ext>
            </a:extLst>
          </p:cNvPr>
          <p:cNvSpPr/>
          <p:nvPr userDrawn="1"/>
        </p:nvSpPr>
        <p:spPr>
          <a:xfrm>
            <a:off x="385572" y="3707297"/>
            <a:ext cx="3642491" cy="1997764"/>
          </a:xfrm>
          <a:prstGeom prst="roundRect">
            <a:avLst>
              <a:gd name="adj" fmla="val 15649"/>
            </a:avLst>
          </a:prstGeom>
          <a:solidFill>
            <a:srgbClr val="F0F0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22" name="Text Placeholder 5">
            <a:extLst>
              <a:ext uri="{FF2B5EF4-FFF2-40B4-BE49-F238E27FC236}">
                <a16:creationId xmlns:a16="http://schemas.microsoft.com/office/drawing/2014/main" id="{D0ADD062-DBF9-F111-9226-9C918BBE55FD}"/>
              </a:ext>
            </a:extLst>
          </p:cNvPr>
          <p:cNvSpPr>
            <a:spLocks noGrp="1"/>
          </p:cNvSpPr>
          <p:nvPr>
            <p:ph type="body" sz="quarter" idx="24" hasCustomPrompt="1"/>
          </p:nvPr>
        </p:nvSpPr>
        <p:spPr>
          <a:xfrm>
            <a:off x="776804" y="4109587"/>
            <a:ext cx="2841040" cy="462413"/>
          </a:xfrm>
        </p:spPr>
        <p:txBody>
          <a:bodyPr anchor="t"/>
          <a:lstStyle>
            <a:lvl1pPr>
              <a:defRPr sz="1600" b="1" cap="none" baseline="0">
                <a:solidFill>
                  <a:schemeClr val="bg2"/>
                </a:solidFill>
                <a:latin typeface="+mj-lt"/>
              </a:defRPr>
            </a:lvl1pPr>
          </a:lstStyle>
          <a:p>
            <a:pPr lvl="0"/>
            <a:r>
              <a:rPr lang="en-US"/>
              <a:t>Place headline here</a:t>
            </a:r>
          </a:p>
        </p:txBody>
      </p:sp>
      <p:sp>
        <p:nvSpPr>
          <p:cNvPr id="23" name="Text Placeholder 5">
            <a:extLst>
              <a:ext uri="{FF2B5EF4-FFF2-40B4-BE49-F238E27FC236}">
                <a16:creationId xmlns:a16="http://schemas.microsoft.com/office/drawing/2014/main" id="{E027CBA5-0AB9-70E4-D67C-A21D7B5C53A7}"/>
              </a:ext>
            </a:extLst>
          </p:cNvPr>
          <p:cNvSpPr>
            <a:spLocks noGrp="1"/>
          </p:cNvSpPr>
          <p:nvPr>
            <p:ph type="body" sz="quarter" idx="25" hasCustomPrompt="1"/>
          </p:nvPr>
        </p:nvSpPr>
        <p:spPr>
          <a:xfrm>
            <a:off x="776804" y="4624533"/>
            <a:ext cx="2841040" cy="390811"/>
          </a:xfrm>
        </p:spPr>
        <p:txBody>
          <a:bodyPr anchor="t"/>
          <a:lstStyle>
            <a:lvl1pPr>
              <a:defRPr sz="1200" b="0" cap="none" baseline="0">
                <a:solidFill>
                  <a:schemeClr val="bg2"/>
                </a:solidFill>
                <a:latin typeface="+mn-lt"/>
              </a:defRPr>
            </a:lvl1pPr>
          </a:lstStyle>
          <a:p>
            <a:pPr lvl="0"/>
            <a:r>
              <a:rPr lang="en-US"/>
              <a:t>Lorem ipsum dolor sit amet, consectetur adipiscing elit, sed.</a:t>
            </a:r>
          </a:p>
        </p:txBody>
      </p:sp>
      <p:sp>
        <p:nvSpPr>
          <p:cNvPr id="24" name="Text Placeholder 5">
            <a:extLst>
              <a:ext uri="{FF2B5EF4-FFF2-40B4-BE49-F238E27FC236}">
                <a16:creationId xmlns:a16="http://schemas.microsoft.com/office/drawing/2014/main" id="{C6A819FC-B9E8-C196-AB7D-E15C464866C3}"/>
              </a:ext>
            </a:extLst>
          </p:cNvPr>
          <p:cNvSpPr>
            <a:spLocks noGrp="1"/>
          </p:cNvSpPr>
          <p:nvPr>
            <p:ph type="body" sz="quarter" idx="26" hasCustomPrompt="1"/>
          </p:nvPr>
        </p:nvSpPr>
        <p:spPr>
          <a:xfrm>
            <a:off x="4675480" y="4109587"/>
            <a:ext cx="2841040" cy="462413"/>
          </a:xfrm>
        </p:spPr>
        <p:txBody>
          <a:bodyPr anchor="t"/>
          <a:lstStyle>
            <a:lvl1pPr>
              <a:defRPr sz="1600" b="1" cap="none" baseline="0">
                <a:solidFill>
                  <a:schemeClr val="bg2"/>
                </a:solidFill>
                <a:latin typeface="+mj-lt"/>
              </a:defRPr>
            </a:lvl1pPr>
          </a:lstStyle>
          <a:p>
            <a:pPr lvl="0"/>
            <a:r>
              <a:rPr lang="en-US"/>
              <a:t>Place headline here</a:t>
            </a:r>
          </a:p>
        </p:txBody>
      </p:sp>
      <p:sp>
        <p:nvSpPr>
          <p:cNvPr id="25" name="Text Placeholder 5">
            <a:extLst>
              <a:ext uri="{FF2B5EF4-FFF2-40B4-BE49-F238E27FC236}">
                <a16:creationId xmlns:a16="http://schemas.microsoft.com/office/drawing/2014/main" id="{77BAC56B-E645-FD56-5216-F548632A7C5F}"/>
              </a:ext>
            </a:extLst>
          </p:cNvPr>
          <p:cNvSpPr>
            <a:spLocks noGrp="1"/>
          </p:cNvSpPr>
          <p:nvPr>
            <p:ph type="body" sz="quarter" idx="27" hasCustomPrompt="1"/>
          </p:nvPr>
        </p:nvSpPr>
        <p:spPr>
          <a:xfrm>
            <a:off x="4675480" y="4624533"/>
            <a:ext cx="2841040" cy="390811"/>
          </a:xfrm>
        </p:spPr>
        <p:txBody>
          <a:bodyPr anchor="t"/>
          <a:lstStyle>
            <a:lvl1pPr>
              <a:defRPr sz="1200" b="0" cap="none" baseline="0">
                <a:solidFill>
                  <a:schemeClr val="bg2"/>
                </a:solidFill>
                <a:latin typeface="+mn-lt"/>
              </a:defRPr>
            </a:lvl1pPr>
          </a:lstStyle>
          <a:p>
            <a:pPr lvl="0"/>
            <a:r>
              <a:rPr lang="en-US"/>
              <a:t>Lorem ipsum dolor sit amet, consectetur adipiscing elit, sed.</a:t>
            </a:r>
          </a:p>
        </p:txBody>
      </p:sp>
      <p:sp>
        <p:nvSpPr>
          <p:cNvPr id="26" name="Text Placeholder 5">
            <a:extLst>
              <a:ext uri="{FF2B5EF4-FFF2-40B4-BE49-F238E27FC236}">
                <a16:creationId xmlns:a16="http://schemas.microsoft.com/office/drawing/2014/main" id="{397D4DC9-5869-B4C4-A8DC-7789622C2D81}"/>
              </a:ext>
            </a:extLst>
          </p:cNvPr>
          <p:cNvSpPr>
            <a:spLocks noGrp="1"/>
          </p:cNvSpPr>
          <p:nvPr>
            <p:ph type="body" sz="quarter" idx="28" hasCustomPrompt="1"/>
          </p:nvPr>
        </p:nvSpPr>
        <p:spPr>
          <a:xfrm>
            <a:off x="8569910" y="4109587"/>
            <a:ext cx="2841040" cy="462413"/>
          </a:xfrm>
        </p:spPr>
        <p:txBody>
          <a:bodyPr anchor="t"/>
          <a:lstStyle>
            <a:lvl1pPr>
              <a:defRPr sz="1600" b="1" cap="none" baseline="0">
                <a:solidFill>
                  <a:schemeClr val="bg2"/>
                </a:solidFill>
                <a:latin typeface="+mj-lt"/>
              </a:defRPr>
            </a:lvl1pPr>
          </a:lstStyle>
          <a:p>
            <a:pPr lvl="0"/>
            <a:r>
              <a:rPr lang="en-US"/>
              <a:t>Place headline here</a:t>
            </a:r>
          </a:p>
        </p:txBody>
      </p:sp>
      <p:sp>
        <p:nvSpPr>
          <p:cNvPr id="27" name="Text Placeholder 5">
            <a:extLst>
              <a:ext uri="{FF2B5EF4-FFF2-40B4-BE49-F238E27FC236}">
                <a16:creationId xmlns:a16="http://schemas.microsoft.com/office/drawing/2014/main" id="{45A59EC8-FA9D-DCAE-19C8-D64055EB83A8}"/>
              </a:ext>
            </a:extLst>
          </p:cNvPr>
          <p:cNvSpPr>
            <a:spLocks noGrp="1"/>
          </p:cNvSpPr>
          <p:nvPr>
            <p:ph type="body" sz="quarter" idx="29" hasCustomPrompt="1"/>
          </p:nvPr>
        </p:nvSpPr>
        <p:spPr>
          <a:xfrm>
            <a:off x="8569910" y="4624533"/>
            <a:ext cx="2841040" cy="390811"/>
          </a:xfrm>
        </p:spPr>
        <p:txBody>
          <a:bodyPr anchor="t"/>
          <a:lstStyle>
            <a:lvl1pPr>
              <a:defRPr sz="1200" b="0" cap="none" baseline="0">
                <a:solidFill>
                  <a:schemeClr val="bg2"/>
                </a:solidFill>
                <a:latin typeface="+mn-lt"/>
              </a:defRPr>
            </a:lvl1pPr>
          </a:lstStyle>
          <a:p>
            <a:pPr lvl="0"/>
            <a:r>
              <a:rPr lang="en-US"/>
              <a:t>Lorem ipsum dolor sit amet, consectetur adipiscing elit, sed.</a:t>
            </a:r>
          </a:p>
        </p:txBody>
      </p:sp>
      <p:pic>
        <p:nvPicPr>
          <p:cNvPr id="4" name="Graphic 3">
            <a:extLst>
              <a:ext uri="{FF2B5EF4-FFF2-40B4-BE49-F238E27FC236}">
                <a16:creationId xmlns:a16="http://schemas.microsoft.com/office/drawing/2014/main" id="{6F1B263A-5A14-6DF0-F045-9113ED4FACC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18135" y="6317218"/>
            <a:ext cx="1135261" cy="411480"/>
          </a:xfrm>
          <a:prstGeom prst="rect">
            <a:avLst/>
          </a:prstGeom>
        </p:spPr>
      </p:pic>
      <p:sp>
        <p:nvSpPr>
          <p:cNvPr id="5" name="Footer Placeholder 4">
            <a:extLst>
              <a:ext uri="{FF2B5EF4-FFF2-40B4-BE49-F238E27FC236}">
                <a16:creationId xmlns:a16="http://schemas.microsoft.com/office/drawing/2014/main" id="{37A76257-3264-97C2-1F67-C596C6E41999}"/>
              </a:ext>
            </a:extLst>
          </p:cNvPr>
          <p:cNvSpPr>
            <a:spLocks noGrp="1"/>
          </p:cNvSpPr>
          <p:nvPr>
            <p:ph type="ftr" sz="quarter" idx="30"/>
          </p:nvPr>
        </p:nvSpPr>
        <p:spPr/>
        <p:txBody>
          <a:bodyPr/>
          <a:lstStyle>
            <a:lvl1pPr>
              <a:defRPr>
                <a:solidFill>
                  <a:schemeClr val="tx2"/>
                </a:solidFill>
              </a:defRPr>
            </a:lvl1pPr>
          </a:lstStyle>
          <a:p>
            <a:r>
              <a:rPr lang="en-US"/>
              <a:t>Footer</a:t>
            </a:r>
            <a:endParaRPr lang="en-IN"/>
          </a:p>
        </p:txBody>
      </p:sp>
      <p:sp>
        <p:nvSpPr>
          <p:cNvPr id="9" name="Slide Number Placeholder 8">
            <a:extLst>
              <a:ext uri="{FF2B5EF4-FFF2-40B4-BE49-F238E27FC236}">
                <a16:creationId xmlns:a16="http://schemas.microsoft.com/office/drawing/2014/main" id="{78DD5F3D-ED84-6E36-F19C-4A3A159A084B}"/>
              </a:ext>
            </a:extLst>
          </p:cNvPr>
          <p:cNvSpPr>
            <a:spLocks noGrp="1"/>
          </p:cNvSpPr>
          <p:nvPr>
            <p:ph type="sldNum" sz="quarter" idx="31"/>
          </p:nvPr>
        </p:nvSpPr>
        <p:spPr/>
        <p:txBody>
          <a:bodyPr/>
          <a:lstStyle>
            <a:lvl1pPr>
              <a:defRPr>
                <a:solidFill>
                  <a:schemeClr val="tx2"/>
                </a:solidFill>
              </a:defRPr>
            </a:lvl1pPr>
          </a:lstStyle>
          <a:p>
            <a:fld id="{85AC2185-BC10-47CC-BB5A-D3C63A4C1365}" type="slidenum">
              <a:rPr lang="en-IN" smtClean="0"/>
              <a:pPr/>
              <a:t>‹#›</a:t>
            </a:fld>
            <a:endParaRPr lang="en-IN"/>
          </a:p>
        </p:txBody>
      </p:sp>
    </p:spTree>
    <p:extLst>
      <p:ext uri="{BB962C8B-B14F-4D97-AF65-F5344CB8AC3E}">
        <p14:creationId xmlns:p14="http://schemas.microsoft.com/office/powerpoint/2010/main" val="738491426"/>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with x6">
    <p:bg>
      <p:bgRef idx="1001">
        <a:schemeClr val="bg2"/>
      </p:bgRef>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222F156D-CC02-5CAE-E6EB-16D8F602C022}"/>
              </a:ext>
            </a:extLst>
          </p:cNvPr>
          <p:cNvSpPr>
            <a:spLocks noGrp="1"/>
          </p:cNvSpPr>
          <p:nvPr>
            <p:ph type="title" hasCustomPrompt="1"/>
          </p:nvPr>
        </p:nvSpPr>
        <p:spPr>
          <a:xfrm>
            <a:off x="385572" y="411480"/>
            <a:ext cx="11420856" cy="664844"/>
          </a:xfrm>
        </p:spPr>
        <p:txBody>
          <a:bodyPr/>
          <a:lstStyle>
            <a:lvl1pPr algn="ctr">
              <a:defRPr>
                <a:solidFill>
                  <a:schemeClr val="tx2"/>
                </a:solidFill>
              </a:defRPr>
            </a:lvl1pPr>
          </a:lstStyle>
          <a:p>
            <a:r>
              <a:rPr lang="en-US"/>
              <a:t>Place headline here</a:t>
            </a:r>
            <a:endParaRPr lang="en-IN"/>
          </a:p>
        </p:txBody>
      </p:sp>
      <p:sp>
        <p:nvSpPr>
          <p:cNvPr id="11" name="Text Placeholder 5">
            <a:extLst>
              <a:ext uri="{FF2B5EF4-FFF2-40B4-BE49-F238E27FC236}">
                <a16:creationId xmlns:a16="http://schemas.microsoft.com/office/drawing/2014/main" id="{110216E4-DA5C-2B1D-1AD6-F4C4D5182DD5}"/>
              </a:ext>
            </a:extLst>
          </p:cNvPr>
          <p:cNvSpPr>
            <a:spLocks noGrp="1"/>
          </p:cNvSpPr>
          <p:nvPr userDrawn="1">
            <p:ph type="body" sz="quarter" idx="18" hasCustomPrompt="1"/>
          </p:nvPr>
        </p:nvSpPr>
        <p:spPr>
          <a:xfrm>
            <a:off x="776804" y="1833526"/>
            <a:ext cx="2841040" cy="462413"/>
          </a:xfrm>
        </p:spPr>
        <p:txBody>
          <a:bodyPr anchor="t"/>
          <a:lstStyle>
            <a:lvl1pPr>
              <a:defRPr sz="1600" b="1" cap="none" baseline="0">
                <a:solidFill>
                  <a:schemeClr val="tx2"/>
                </a:solidFill>
                <a:latin typeface="+mj-lt"/>
              </a:defRPr>
            </a:lvl1pPr>
          </a:lstStyle>
          <a:p>
            <a:pPr lvl="0"/>
            <a:r>
              <a:rPr lang="en-US"/>
              <a:t>Place headline here</a:t>
            </a:r>
          </a:p>
        </p:txBody>
      </p:sp>
      <p:sp>
        <p:nvSpPr>
          <p:cNvPr id="14" name="Text Placeholder 5">
            <a:extLst>
              <a:ext uri="{FF2B5EF4-FFF2-40B4-BE49-F238E27FC236}">
                <a16:creationId xmlns:a16="http://schemas.microsoft.com/office/drawing/2014/main" id="{A7FAF0E4-0D2D-90B6-734A-49E61827AE36}"/>
              </a:ext>
            </a:extLst>
          </p:cNvPr>
          <p:cNvSpPr>
            <a:spLocks noGrp="1"/>
          </p:cNvSpPr>
          <p:nvPr userDrawn="1">
            <p:ph type="body" sz="quarter" idx="19" hasCustomPrompt="1"/>
          </p:nvPr>
        </p:nvSpPr>
        <p:spPr>
          <a:xfrm>
            <a:off x="776804" y="2348472"/>
            <a:ext cx="2841040" cy="390811"/>
          </a:xfrm>
        </p:spPr>
        <p:txBody>
          <a:bodyPr anchor="t"/>
          <a:lstStyle>
            <a:lvl1pPr>
              <a:defRPr sz="1200" b="0" cap="none" baseline="0">
                <a:solidFill>
                  <a:schemeClr val="tx2"/>
                </a:solidFill>
                <a:latin typeface="+mn-lt"/>
              </a:defRPr>
            </a:lvl1pPr>
          </a:lstStyle>
          <a:p>
            <a:pPr lvl="0"/>
            <a:r>
              <a:rPr lang="en-US"/>
              <a:t>Lorem ipsum dolor sit amet, consectetur adipiscing elit, sed.</a:t>
            </a:r>
          </a:p>
        </p:txBody>
      </p:sp>
      <p:sp>
        <p:nvSpPr>
          <p:cNvPr id="6" name="Text Placeholder 5">
            <a:extLst>
              <a:ext uri="{FF2B5EF4-FFF2-40B4-BE49-F238E27FC236}">
                <a16:creationId xmlns:a16="http://schemas.microsoft.com/office/drawing/2014/main" id="{14F444CB-87FE-3538-5751-1417DDF15F73}"/>
              </a:ext>
            </a:extLst>
          </p:cNvPr>
          <p:cNvSpPr>
            <a:spLocks noGrp="1"/>
          </p:cNvSpPr>
          <p:nvPr>
            <p:ph type="body" sz="quarter" idx="20" hasCustomPrompt="1"/>
          </p:nvPr>
        </p:nvSpPr>
        <p:spPr>
          <a:xfrm>
            <a:off x="4675480" y="1833526"/>
            <a:ext cx="2841040" cy="462413"/>
          </a:xfrm>
        </p:spPr>
        <p:txBody>
          <a:bodyPr anchor="t"/>
          <a:lstStyle>
            <a:lvl1pPr>
              <a:defRPr sz="1600" b="1" cap="none" baseline="0">
                <a:solidFill>
                  <a:schemeClr val="tx2"/>
                </a:solidFill>
                <a:latin typeface="+mj-lt"/>
              </a:defRPr>
            </a:lvl1pPr>
          </a:lstStyle>
          <a:p>
            <a:pPr lvl="0"/>
            <a:r>
              <a:rPr lang="en-US"/>
              <a:t>Place headline here</a:t>
            </a:r>
          </a:p>
        </p:txBody>
      </p:sp>
      <p:sp>
        <p:nvSpPr>
          <p:cNvPr id="7" name="Text Placeholder 5">
            <a:extLst>
              <a:ext uri="{FF2B5EF4-FFF2-40B4-BE49-F238E27FC236}">
                <a16:creationId xmlns:a16="http://schemas.microsoft.com/office/drawing/2014/main" id="{B06219D1-E241-1586-D432-9B6CCA901574}"/>
              </a:ext>
            </a:extLst>
          </p:cNvPr>
          <p:cNvSpPr>
            <a:spLocks noGrp="1"/>
          </p:cNvSpPr>
          <p:nvPr>
            <p:ph type="body" sz="quarter" idx="21" hasCustomPrompt="1"/>
          </p:nvPr>
        </p:nvSpPr>
        <p:spPr>
          <a:xfrm>
            <a:off x="4675480" y="2348472"/>
            <a:ext cx="2841040" cy="390811"/>
          </a:xfrm>
        </p:spPr>
        <p:txBody>
          <a:bodyPr anchor="t"/>
          <a:lstStyle>
            <a:lvl1pPr>
              <a:defRPr sz="1200" b="0" cap="none" baseline="0">
                <a:solidFill>
                  <a:schemeClr val="tx2"/>
                </a:solidFill>
                <a:latin typeface="+mn-lt"/>
              </a:defRPr>
            </a:lvl1pPr>
          </a:lstStyle>
          <a:p>
            <a:pPr lvl="0"/>
            <a:r>
              <a:rPr lang="en-US"/>
              <a:t>Lorem ipsum dolor sit amet, consectetur adipiscing elit, sed.</a:t>
            </a:r>
          </a:p>
        </p:txBody>
      </p:sp>
      <p:sp>
        <p:nvSpPr>
          <p:cNvPr id="8" name="Text Placeholder 5">
            <a:extLst>
              <a:ext uri="{FF2B5EF4-FFF2-40B4-BE49-F238E27FC236}">
                <a16:creationId xmlns:a16="http://schemas.microsoft.com/office/drawing/2014/main" id="{6DA47285-53AD-3EBF-9189-852D70EB9098}"/>
              </a:ext>
            </a:extLst>
          </p:cNvPr>
          <p:cNvSpPr>
            <a:spLocks noGrp="1"/>
          </p:cNvSpPr>
          <p:nvPr>
            <p:ph type="body" sz="quarter" idx="22" hasCustomPrompt="1"/>
          </p:nvPr>
        </p:nvSpPr>
        <p:spPr>
          <a:xfrm>
            <a:off x="8569910" y="1833526"/>
            <a:ext cx="2841040" cy="462413"/>
          </a:xfrm>
        </p:spPr>
        <p:txBody>
          <a:bodyPr anchor="t"/>
          <a:lstStyle>
            <a:lvl1pPr>
              <a:defRPr sz="1600" b="1" cap="none" baseline="0">
                <a:solidFill>
                  <a:schemeClr val="tx2"/>
                </a:solidFill>
                <a:latin typeface="+mj-lt"/>
              </a:defRPr>
            </a:lvl1pPr>
          </a:lstStyle>
          <a:p>
            <a:pPr lvl="0"/>
            <a:r>
              <a:rPr lang="en-US"/>
              <a:t>Place headline here</a:t>
            </a:r>
          </a:p>
        </p:txBody>
      </p:sp>
      <p:sp>
        <p:nvSpPr>
          <p:cNvPr id="21" name="Text Placeholder 5">
            <a:extLst>
              <a:ext uri="{FF2B5EF4-FFF2-40B4-BE49-F238E27FC236}">
                <a16:creationId xmlns:a16="http://schemas.microsoft.com/office/drawing/2014/main" id="{45532DBB-CBB2-2BC3-55DE-191FA1E54676}"/>
              </a:ext>
            </a:extLst>
          </p:cNvPr>
          <p:cNvSpPr>
            <a:spLocks noGrp="1"/>
          </p:cNvSpPr>
          <p:nvPr>
            <p:ph type="body" sz="quarter" idx="23" hasCustomPrompt="1"/>
          </p:nvPr>
        </p:nvSpPr>
        <p:spPr>
          <a:xfrm>
            <a:off x="8569910" y="2348472"/>
            <a:ext cx="2841040" cy="390811"/>
          </a:xfrm>
        </p:spPr>
        <p:txBody>
          <a:bodyPr anchor="t"/>
          <a:lstStyle>
            <a:lvl1pPr>
              <a:defRPr sz="1200" b="0" cap="none" baseline="0">
                <a:solidFill>
                  <a:schemeClr val="tx2"/>
                </a:solidFill>
                <a:latin typeface="+mn-lt"/>
              </a:defRPr>
            </a:lvl1pPr>
          </a:lstStyle>
          <a:p>
            <a:pPr lvl="0"/>
            <a:r>
              <a:rPr lang="en-US"/>
              <a:t>Lorem ipsum dolor sit amet, consectetur adipiscing elit, sed.</a:t>
            </a:r>
          </a:p>
        </p:txBody>
      </p:sp>
      <p:sp>
        <p:nvSpPr>
          <p:cNvPr id="22" name="Text Placeholder 5">
            <a:extLst>
              <a:ext uri="{FF2B5EF4-FFF2-40B4-BE49-F238E27FC236}">
                <a16:creationId xmlns:a16="http://schemas.microsoft.com/office/drawing/2014/main" id="{D0ADD062-DBF9-F111-9226-9C918BBE55FD}"/>
              </a:ext>
            </a:extLst>
          </p:cNvPr>
          <p:cNvSpPr>
            <a:spLocks noGrp="1"/>
          </p:cNvSpPr>
          <p:nvPr>
            <p:ph type="body" sz="quarter" idx="24" hasCustomPrompt="1"/>
          </p:nvPr>
        </p:nvSpPr>
        <p:spPr>
          <a:xfrm>
            <a:off x="776804" y="4109587"/>
            <a:ext cx="2841040" cy="462413"/>
          </a:xfrm>
        </p:spPr>
        <p:txBody>
          <a:bodyPr anchor="t"/>
          <a:lstStyle>
            <a:lvl1pPr>
              <a:defRPr sz="1600" b="1" cap="none" baseline="0">
                <a:solidFill>
                  <a:schemeClr val="tx2"/>
                </a:solidFill>
                <a:latin typeface="+mj-lt"/>
              </a:defRPr>
            </a:lvl1pPr>
          </a:lstStyle>
          <a:p>
            <a:pPr lvl="0"/>
            <a:r>
              <a:rPr lang="en-US"/>
              <a:t>Place headline here</a:t>
            </a:r>
          </a:p>
        </p:txBody>
      </p:sp>
      <p:sp>
        <p:nvSpPr>
          <p:cNvPr id="23" name="Text Placeholder 5">
            <a:extLst>
              <a:ext uri="{FF2B5EF4-FFF2-40B4-BE49-F238E27FC236}">
                <a16:creationId xmlns:a16="http://schemas.microsoft.com/office/drawing/2014/main" id="{E027CBA5-0AB9-70E4-D67C-A21D7B5C53A7}"/>
              </a:ext>
            </a:extLst>
          </p:cNvPr>
          <p:cNvSpPr>
            <a:spLocks noGrp="1"/>
          </p:cNvSpPr>
          <p:nvPr>
            <p:ph type="body" sz="quarter" idx="25" hasCustomPrompt="1"/>
          </p:nvPr>
        </p:nvSpPr>
        <p:spPr>
          <a:xfrm>
            <a:off x="776804" y="4624533"/>
            <a:ext cx="2841040" cy="390811"/>
          </a:xfrm>
        </p:spPr>
        <p:txBody>
          <a:bodyPr anchor="t"/>
          <a:lstStyle>
            <a:lvl1pPr>
              <a:defRPr sz="1200" b="0" cap="none" baseline="0">
                <a:solidFill>
                  <a:schemeClr val="tx2"/>
                </a:solidFill>
                <a:latin typeface="+mn-lt"/>
              </a:defRPr>
            </a:lvl1pPr>
          </a:lstStyle>
          <a:p>
            <a:pPr lvl="0"/>
            <a:r>
              <a:rPr lang="en-US"/>
              <a:t>Lorem ipsum dolor sit amet, consectetur adipiscing elit, sed.</a:t>
            </a:r>
          </a:p>
        </p:txBody>
      </p:sp>
      <p:sp>
        <p:nvSpPr>
          <p:cNvPr id="24" name="Text Placeholder 5">
            <a:extLst>
              <a:ext uri="{FF2B5EF4-FFF2-40B4-BE49-F238E27FC236}">
                <a16:creationId xmlns:a16="http://schemas.microsoft.com/office/drawing/2014/main" id="{C6A819FC-B9E8-C196-AB7D-E15C464866C3}"/>
              </a:ext>
            </a:extLst>
          </p:cNvPr>
          <p:cNvSpPr>
            <a:spLocks noGrp="1"/>
          </p:cNvSpPr>
          <p:nvPr>
            <p:ph type="body" sz="quarter" idx="26" hasCustomPrompt="1"/>
          </p:nvPr>
        </p:nvSpPr>
        <p:spPr>
          <a:xfrm>
            <a:off x="4675480" y="4109587"/>
            <a:ext cx="2841040" cy="462413"/>
          </a:xfrm>
        </p:spPr>
        <p:txBody>
          <a:bodyPr anchor="t"/>
          <a:lstStyle>
            <a:lvl1pPr>
              <a:defRPr sz="1600" b="1" cap="none" baseline="0">
                <a:solidFill>
                  <a:schemeClr val="tx2"/>
                </a:solidFill>
                <a:latin typeface="+mj-lt"/>
              </a:defRPr>
            </a:lvl1pPr>
          </a:lstStyle>
          <a:p>
            <a:pPr lvl="0"/>
            <a:r>
              <a:rPr lang="en-US"/>
              <a:t>Place headline here</a:t>
            </a:r>
          </a:p>
        </p:txBody>
      </p:sp>
      <p:sp>
        <p:nvSpPr>
          <p:cNvPr id="25" name="Text Placeholder 5">
            <a:extLst>
              <a:ext uri="{FF2B5EF4-FFF2-40B4-BE49-F238E27FC236}">
                <a16:creationId xmlns:a16="http://schemas.microsoft.com/office/drawing/2014/main" id="{77BAC56B-E645-FD56-5216-F548632A7C5F}"/>
              </a:ext>
            </a:extLst>
          </p:cNvPr>
          <p:cNvSpPr>
            <a:spLocks noGrp="1"/>
          </p:cNvSpPr>
          <p:nvPr>
            <p:ph type="body" sz="quarter" idx="27" hasCustomPrompt="1"/>
          </p:nvPr>
        </p:nvSpPr>
        <p:spPr>
          <a:xfrm>
            <a:off x="4675480" y="4624533"/>
            <a:ext cx="2841040" cy="390811"/>
          </a:xfrm>
        </p:spPr>
        <p:txBody>
          <a:bodyPr anchor="t"/>
          <a:lstStyle>
            <a:lvl1pPr>
              <a:defRPr sz="1200" b="0" cap="none" baseline="0">
                <a:solidFill>
                  <a:schemeClr val="tx2"/>
                </a:solidFill>
                <a:latin typeface="+mn-lt"/>
              </a:defRPr>
            </a:lvl1pPr>
          </a:lstStyle>
          <a:p>
            <a:pPr lvl="0"/>
            <a:r>
              <a:rPr lang="en-US"/>
              <a:t>Lorem ipsum dolor sit amet, consectetur adipiscing elit, sed.</a:t>
            </a:r>
          </a:p>
        </p:txBody>
      </p:sp>
      <p:sp>
        <p:nvSpPr>
          <p:cNvPr id="26" name="Text Placeholder 5">
            <a:extLst>
              <a:ext uri="{FF2B5EF4-FFF2-40B4-BE49-F238E27FC236}">
                <a16:creationId xmlns:a16="http://schemas.microsoft.com/office/drawing/2014/main" id="{397D4DC9-5869-B4C4-A8DC-7789622C2D81}"/>
              </a:ext>
            </a:extLst>
          </p:cNvPr>
          <p:cNvSpPr>
            <a:spLocks noGrp="1"/>
          </p:cNvSpPr>
          <p:nvPr>
            <p:ph type="body" sz="quarter" idx="28" hasCustomPrompt="1"/>
          </p:nvPr>
        </p:nvSpPr>
        <p:spPr>
          <a:xfrm>
            <a:off x="8569910" y="4109587"/>
            <a:ext cx="2841040" cy="462413"/>
          </a:xfrm>
        </p:spPr>
        <p:txBody>
          <a:bodyPr anchor="t"/>
          <a:lstStyle>
            <a:lvl1pPr>
              <a:defRPr sz="1600" b="1" cap="none" baseline="0">
                <a:solidFill>
                  <a:schemeClr val="tx2"/>
                </a:solidFill>
                <a:latin typeface="+mj-lt"/>
              </a:defRPr>
            </a:lvl1pPr>
          </a:lstStyle>
          <a:p>
            <a:pPr lvl="0"/>
            <a:r>
              <a:rPr lang="en-US"/>
              <a:t>Place headline here</a:t>
            </a:r>
          </a:p>
        </p:txBody>
      </p:sp>
      <p:sp>
        <p:nvSpPr>
          <p:cNvPr id="27" name="Text Placeholder 5">
            <a:extLst>
              <a:ext uri="{FF2B5EF4-FFF2-40B4-BE49-F238E27FC236}">
                <a16:creationId xmlns:a16="http://schemas.microsoft.com/office/drawing/2014/main" id="{45A59EC8-FA9D-DCAE-19C8-D64055EB83A8}"/>
              </a:ext>
            </a:extLst>
          </p:cNvPr>
          <p:cNvSpPr>
            <a:spLocks noGrp="1"/>
          </p:cNvSpPr>
          <p:nvPr>
            <p:ph type="body" sz="quarter" idx="29" hasCustomPrompt="1"/>
          </p:nvPr>
        </p:nvSpPr>
        <p:spPr>
          <a:xfrm>
            <a:off x="8569910" y="4624533"/>
            <a:ext cx="2841040" cy="390811"/>
          </a:xfrm>
        </p:spPr>
        <p:txBody>
          <a:bodyPr anchor="t"/>
          <a:lstStyle>
            <a:lvl1pPr>
              <a:defRPr sz="1200" b="0" cap="none" baseline="0">
                <a:solidFill>
                  <a:schemeClr val="tx2"/>
                </a:solidFill>
                <a:latin typeface="+mn-lt"/>
              </a:defRPr>
            </a:lvl1pPr>
          </a:lstStyle>
          <a:p>
            <a:pPr lvl="0"/>
            <a:r>
              <a:rPr lang="en-US"/>
              <a:t>Lorem ipsum dolor sit amet, consectetur adipiscing elit, sed.</a:t>
            </a:r>
          </a:p>
        </p:txBody>
      </p:sp>
      <p:pic>
        <p:nvPicPr>
          <p:cNvPr id="3" name="Graphic 2">
            <a:extLst>
              <a:ext uri="{FF2B5EF4-FFF2-40B4-BE49-F238E27FC236}">
                <a16:creationId xmlns:a16="http://schemas.microsoft.com/office/drawing/2014/main" id="{EA333D33-99A0-F7E3-68B9-121339ECE6B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18135" y="6317218"/>
            <a:ext cx="1135261" cy="411480"/>
          </a:xfrm>
          <a:prstGeom prst="rect">
            <a:avLst/>
          </a:prstGeom>
        </p:spPr>
      </p:pic>
      <p:sp>
        <p:nvSpPr>
          <p:cNvPr id="4" name="Footer Placeholder 3">
            <a:extLst>
              <a:ext uri="{FF2B5EF4-FFF2-40B4-BE49-F238E27FC236}">
                <a16:creationId xmlns:a16="http://schemas.microsoft.com/office/drawing/2014/main" id="{679748C2-406A-9DC4-4DC0-883FC74FEC4F}"/>
              </a:ext>
            </a:extLst>
          </p:cNvPr>
          <p:cNvSpPr>
            <a:spLocks noGrp="1"/>
          </p:cNvSpPr>
          <p:nvPr>
            <p:ph type="ftr" sz="quarter" idx="30"/>
          </p:nvPr>
        </p:nvSpPr>
        <p:spPr/>
        <p:txBody>
          <a:bodyPr/>
          <a:lstStyle>
            <a:lvl1pPr>
              <a:defRPr>
                <a:solidFill>
                  <a:schemeClr val="tx2"/>
                </a:solidFill>
              </a:defRPr>
            </a:lvl1pPr>
          </a:lstStyle>
          <a:p>
            <a:r>
              <a:rPr lang="en-US"/>
              <a:t>Footer</a:t>
            </a:r>
            <a:endParaRPr lang="en-IN"/>
          </a:p>
        </p:txBody>
      </p:sp>
      <p:sp>
        <p:nvSpPr>
          <p:cNvPr id="5" name="Slide Number Placeholder 4">
            <a:extLst>
              <a:ext uri="{FF2B5EF4-FFF2-40B4-BE49-F238E27FC236}">
                <a16:creationId xmlns:a16="http://schemas.microsoft.com/office/drawing/2014/main" id="{26D975A0-B4FB-47E6-5BBD-BF39DFF34D2F}"/>
              </a:ext>
            </a:extLst>
          </p:cNvPr>
          <p:cNvSpPr>
            <a:spLocks noGrp="1"/>
          </p:cNvSpPr>
          <p:nvPr>
            <p:ph type="sldNum" sz="quarter" idx="31"/>
          </p:nvPr>
        </p:nvSpPr>
        <p:spPr/>
        <p:txBody>
          <a:bodyPr/>
          <a:lstStyle>
            <a:lvl1pPr>
              <a:defRPr>
                <a:solidFill>
                  <a:schemeClr val="tx2"/>
                </a:solidFill>
              </a:defRPr>
            </a:lvl1pPr>
          </a:lstStyle>
          <a:p>
            <a:fld id="{85AC2185-BC10-47CC-BB5A-D3C63A4C1365}" type="slidenum">
              <a:rPr lang="en-IN" smtClean="0"/>
              <a:pPr/>
              <a:t>‹#›</a:t>
            </a:fld>
            <a:endParaRPr lang="en-IN"/>
          </a:p>
        </p:txBody>
      </p:sp>
    </p:spTree>
    <p:extLst>
      <p:ext uri="{BB962C8B-B14F-4D97-AF65-F5344CB8AC3E}">
        <p14:creationId xmlns:p14="http://schemas.microsoft.com/office/powerpoint/2010/main" val="3842242157"/>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Title Only with 3x">
    <p:bg>
      <p:bgRef idx="1001">
        <a:schemeClr val="bg2"/>
      </p:bgRef>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7222E558-5D77-8523-3694-348835F845DF}"/>
              </a:ext>
            </a:extLst>
          </p:cNvPr>
          <p:cNvSpPr/>
          <p:nvPr/>
        </p:nvSpPr>
        <p:spPr>
          <a:xfrm>
            <a:off x="385564" y="2381862"/>
            <a:ext cx="3895678" cy="2086626"/>
          </a:xfrm>
          <a:custGeom>
            <a:avLst/>
            <a:gdLst>
              <a:gd name="csX0" fmla="*/ 375744 w 3895678"/>
              <a:gd name="csY0" fmla="*/ 366521 h 2086626"/>
              <a:gd name="csX1" fmla="*/ 13041 w 3895678"/>
              <a:gd name="csY1" fmla="*/ 1720040 h 2086626"/>
              <a:gd name="csX2" fmla="*/ 281612 w 3895678"/>
              <a:gd name="csY2" fmla="*/ 2086626 h 2086626"/>
              <a:gd name="csX3" fmla="*/ 3054938 w 3895678"/>
              <a:gd name="csY3" fmla="*/ 2086626 h 2086626"/>
              <a:gd name="csX4" fmla="*/ 3519935 w 3895678"/>
              <a:gd name="csY4" fmla="*/ 1720040 h 2086626"/>
              <a:gd name="csX5" fmla="*/ 3882638 w 3895678"/>
              <a:gd name="csY5" fmla="*/ 366586 h 2086626"/>
              <a:gd name="csX6" fmla="*/ 3614067 w 3895678"/>
              <a:gd name="csY6" fmla="*/ 0 h 2086626"/>
              <a:gd name="csX7" fmla="*/ 840740 w 3895678"/>
              <a:gd name="csY7" fmla="*/ 0 h 2086626"/>
              <a:gd name="csX8" fmla="*/ 375744 w 3895678"/>
              <a:gd name="csY8" fmla="*/ 366586 h 20866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895678" h="2086626">
                <a:moveTo>
                  <a:pt x="375744" y="366521"/>
                </a:moveTo>
                <a:lnTo>
                  <a:pt x="13041" y="1720040"/>
                </a:lnTo>
                <a:cubicBezTo>
                  <a:pt x="-41266" y="1922587"/>
                  <a:pt x="78999" y="2086626"/>
                  <a:pt x="281612" y="2086626"/>
                </a:cubicBezTo>
                <a:lnTo>
                  <a:pt x="3054938" y="2086626"/>
                </a:lnTo>
                <a:cubicBezTo>
                  <a:pt x="3257552" y="2086626"/>
                  <a:pt x="3465694" y="1922390"/>
                  <a:pt x="3519935" y="1720040"/>
                </a:cubicBezTo>
                <a:lnTo>
                  <a:pt x="3882638" y="366586"/>
                </a:lnTo>
                <a:cubicBezTo>
                  <a:pt x="3936944" y="164039"/>
                  <a:pt x="3816680" y="0"/>
                  <a:pt x="3614067" y="0"/>
                </a:cubicBezTo>
                <a:lnTo>
                  <a:pt x="840740" y="0"/>
                </a:lnTo>
                <a:cubicBezTo>
                  <a:pt x="638127" y="0"/>
                  <a:pt x="429984" y="164236"/>
                  <a:pt x="375744" y="366586"/>
                </a:cubicBezTo>
                <a:close/>
              </a:path>
            </a:pathLst>
          </a:custGeom>
          <a:solidFill>
            <a:srgbClr val="F0F0E7"/>
          </a:solidFill>
          <a:ln w="6582" cap="flat">
            <a:noFill/>
            <a:prstDash val="solid"/>
            <a:miter/>
          </a:ln>
        </p:spPr>
        <p:txBody>
          <a:bodyPr/>
          <a:lstStyle/>
          <a:p>
            <a:endParaRPr lang="en-IN">
              <a:solidFill>
                <a:schemeClr val="bg2"/>
              </a:solidFill>
            </a:endParaRPr>
          </a:p>
        </p:txBody>
      </p:sp>
      <p:sp>
        <p:nvSpPr>
          <p:cNvPr id="15" name="Freeform: Shape 14">
            <a:extLst>
              <a:ext uri="{FF2B5EF4-FFF2-40B4-BE49-F238E27FC236}">
                <a16:creationId xmlns:a16="http://schemas.microsoft.com/office/drawing/2014/main" id="{97EF0633-BD77-8354-0371-516C8075BCFB}"/>
              </a:ext>
            </a:extLst>
          </p:cNvPr>
          <p:cNvSpPr/>
          <p:nvPr/>
        </p:nvSpPr>
        <p:spPr>
          <a:xfrm>
            <a:off x="4177157" y="2381797"/>
            <a:ext cx="3895678" cy="2086626"/>
          </a:xfrm>
          <a:custGeom>
            <a:avLst/>
            <a:gdLst>
              <a:gd name="csX0" fmla="*/ 375744 w 3895678"/>
              <a:gd name="csY0" fmla="*/ 366586 h 2086626"/>
              <a:gd name="csX1" fmla="*/ 13041 w 3895678"/>
              <a:gd name="csY1" fmla="*/ 1720040 h 2086626"/>
              <a:gd name="csX2" fmla="*/ 281612 w 3895678"/>
              <a:gd name="csY2" fmla="*/ 2086626 h 2086626"/>
              <a:gd name="csX3" fmla="*/ 3054938 w 3895678"/>
              <a:gd name="csY3" fmla="*/ 2086626 h 2086626"/>
              <a:gd name="csX4" fmla="*/ 3519935 w 3895678"/>
              <a:gd name="csY4" fmla="*/ 1720040 h 2086626"/>
              <a:gd name="csX5" fmla="*/ 3882638 w 3895678"/>
              <a:gd name="csY5" fmla="*/ 366586 h 2086626"/>
              <a:gd name="csX6" fmla="*/ 3614067 w 3895678"/>
              <a:gd name="csY6" fmla="*/ 0 h 2086626"/>
              <a:gd name="csX7" fmla="*/ 840740 w 3895678"/>
              <a:gd name="csY7" fmla="*/ 0 h 2086626"/>
              <a:gd name="csX8" fmla="*/ 375744 w 3895678"/>
              <a:gd name="csY8" fmla="*/ 366586 h 20866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895678" h="2086626">
                <a:moveTo>
                  <a:pt x="375744" y="366586"/>
                </a:moveTo>
                <a:lnTo>
                  <a:pt x="13041" y="1720040"/>
                </a:lnTo>
                <a:cubicBezTo>
                  <a:pt x="-41266" y="1922587"/>
                  <a:pt x="78999" y="2086626"/>
                  <a:pt x="281612" y="2086626"/>
                </a:cubicBezTo>
                <a:lnTo>
                  <a:pt x="3054938" y="2086626"/>
                </a:lnTo>
                <a:cubicBezTo>
                  <a:pt x="3257552" y="2086626"/>
                  <a:pt x="3465694" y="1922390"/>
                  <a:pt x="3519935" y="1720040"/>
                </a:cubicBezTo>
                <a:lnTo>
                  <a:pt x="3882638" y="366586"/>
                </a:lnTo>
                <a:cubicBezTo>
                  <a:pt x="3936944" y="164039"/>
                  <a:pt x="3816680" y="0"/>
                  <a:pt x="3614067" y="0"/>
                </a:cubicBezTo>
                <a:lnTo>
                  <a:pt x="840740" y="0"/>
                </a:lnTo>
                <a:cubicBezTo>
                  <a:pt x="638127" y="0"/>
                  <a:pt x="429985" y="164236"/>
                  <a:pt x="375744" y="366586"/>
                </a:cubicBezTo>
                <a:close/>
              </a:path>
            </a:pathLst>
          </a:custGeom>
          <a:solidFill>
            <a:srgbClr val="F0F0E7"/>
          </a:solidFill>
          <a:ln w="6582" cap="flat">
            <a:noFill/>
            <a:prstDash val="solid"/>
            <a:miter/>
          </a:ln>
        </p:spPr>
        <p:txBody>
          <a:bodyPr/>
          <a:lstStyle/>
          <a:p>
            <a:endParaRPr lang="en-IN">
              <a:solidFill>
                <a:schemeClr val="bg2"/>
              </a:solidFill>
            </a:endParaRPr>
          </a:p>
        </p:txBody>
      </p:sp>
      <p:sp>
        <p:nvSpPr>
          <p:cNvPr id="20" name="Freeform: Shape 19">
            <a:extLst>
              <a:ext uri="{FF2B5EF4-FFF2-40B4-BE49-F238E27FC236}">
                <a16:creationId xmlns:a16="http://schemas.microsoft.com/office/drawing/2014/main" id="{3C2AC034-DD03-1022-84AA-AD9A7798141B}"/>
              </a:ext>
            </a:extLst>
          </p:cNvPr>
          <p:cNvSpPr/>
          <p:nvPr/>
        </p:nvSpPr>
        <p:spPr>
          <a:xfrm>
            <a:off x="7909506" y="2381797"/>
            <a:ext cx="3895678" cy="2086626"/>
          </a:xfrm>
          <a:custGeom>
            <a:avLst/>
            <a:gdLst>
              <a:gd name="csX0" fmla="*/ 375743 w 3895678"/>
              <a:gd name="csY0" fmla="*/ 366586 h 2086626"/>
              <a:gd name="csX1" fmla="*/ 13041 w 3895678"/>
              <a:gd name="csY1" fmla="*/ 1720040 h 2086626"/>
              <a:gd name="csX2" fmla="*/ 281612 w 3895678"/>
              <a:gd name="csY2" fmla="*/ 2086626 h 2086626"/>
              <a:gd name="csX3" fmla="*/ 3054938 w 3895678"/>
              <a:gd name="csY3" fmla="*/ 2086626 h 2086626"/>
              <a:gd name="csX4" fmla="*/ 3519935 w 3895678"/>
              <a:gd name="csY4" fmla="*/ 1720040 h 2086626"/>
              <a:gd name="csX5" fmla="*/ 3882638 w 3895678"/>
              <a:gd name="csY5" fmla="*/ 366586 h 2086626"/>
              <a:gd name="csX6" fmla="*/ 3614067 w 3895678"/>
              <a:gd name="csY6" fmla="*/ 0 h 2086626"/>
              <a:gd name="csX7" fmla="*/ 840740 w 3895678"/>
              <a:gd name="csY7" fmla="*/ 0 h 2086626"/>
              <a:gd name="csX8" fmla="*/ 375743 w 3895678"/>
              <a:gd name="csY8" fmla="*/ 366586 h 20866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895678" h="2086626">
                <a:moveTo>
                  <a:pt x="375743" y="366586"/>
                </a:moveTo>
                <a:lnTo>
                  <a:pt x="13041" y="1720040"/>
                </a:lnTo>
                <a:cubicBezTo>
                  <a:pt x="-41266" y="1922587"/>
                  <a:pt x="78999" y="2086626"/>
                  <a:pt x="281612" y="2086626"/>
                </a:cubicBezTo>
                <a:lnTo>
                  <a:pt x="3054938" y="2086626"/>
                </a:lnTo>
                <a:cubicBezTo>
                  <a:pt x="3257552" y="2086626"/>
                  <a:pt x="3465694" y="1922390"/>
                  <a:pt x="3519935" y="1720040"/>
                </a:cubicBezTo>
                <a:lnTo>
                  <a:pt x="3882638" y="366586"/>
                </a:lnTo>
                <a:cubicBezTo>
                  <a:pt x="3936944" y="164039"/>
                  <a:pt x="3816680" y="0"/>
                  <a:pt x="3614067" y="0"/>
                </a:cubicBezTo>
                <a:lnTo>
                  <a:pt x="840740" y="0"/>
                </a:lnTo>
                <a:cubicBezTo>
                  <a:pt x="638127" y="0"/>
                  <a:pt x="429984" y="164236"/>
                  <a:pt x="375743" y="366586"/>
                </a:cubicBezTo>
                <a:close/>
              </a:path>
            </a:pathLst>
          </a:custGeom>
          <a:solidFill>
            <a:srgbClr val="F0F0E7"/>
          </a:solidFill>
          <a:ln w="6582" cap="flat">
            <a:noFill/>
            <a:prstDash val="solid"/>
            <a:miter/>
          </a:ln>
        </p:spPr>
        <p:txBody>
          <a:bodyPr/>
          <a:lstStyle/>
          <a:p>
            <a:endParaRPr lang="en-IN">
              <a:solidFill>
                <a:schemeClr val="bg2"/>
              </a:solidFill>
            </a:endParaRPr>
          </a:p>
        </p:txBody>
      </p:sp>
      <p:sp>
        <p:nvSpPr>
          <p:cNvPr id="10" name="Title 9">
            <a:extLst>
              <a:ext uri="{FF2B5EF4-FFF2-40B4-BE49-F238E27FC236}">
                <a16:creationId xmlns:a16="http://schemas.microsoft.com/office/drawing/2014/main" id="{222F156D-CC02-5CAE-E6EB-16D8F602C022}"/>
              </a:ext>
            </a:extLst>
          </p:cNvPr>
          <p:cNvSpPr>
            <a:spLocks noGrp="1"/>
          </p:cNvSpPr>
          <p:nvPr>
            <p:ph type="title" hasCustomPrompt="1"/>
          </p:nvPr>
        </p:nvSpPr>
        <p:spPr>
          <a:xfrm>
            <a:off x="385572" y="411480"/>
            <a:ext cx="11420856" cy="664844"/>
          </a:xfrm>
        </p:spPr>
        <p:txBody>
          <a:bodyPr/>
          <a:lstStyle>
            <a:lvl1pPr algn="ctr">
              <a:defRPr>
                <a:solidFill>
                  <a:schemeClr val="tx2"/>
                </a:solidFill>
              </a:defRPr>
            </a:lvl1pPr>
          </a:lstStyle>
          <a:p>
            <a:r>
              <a:rPr lang="en-US"/>
              <a:t>Place headline here</a:t>
            </a:r>
            <a:endParaRPr lang="en-IN"/>
          </a:p>
        </p:txBody>
      </p:sp>
      <p:sp>
        <p:nvSpPr>
          <p:cNvPr id="11" name="Text Placeholder 5">
            <a:extLst>
              <a:ext uri="{FF2B5EF4-FFF2-40B4-BE49-F238E27FC236}">
                <a16:creationId xmlns:a16="http://schemas.microsoft.com/office/drawing/2014/main" id="{110216E4-DA5C-2B1D-1AD6-F4C4D5182DD5}"/>
              </a:ext>
            </a:extLst>
          </p:cNvPr>
          <p:cNvSpPr>
            <a:spLocks noGrp="1"/>
          </p:cNvSpPr>
          <p:nvPr userDrawn="1">
            <p:ph type="body" sz="quarter" idx="18" hasCustomPrompt="1"/>
          </p:nvPr>
        </p:nvSpPr>
        <p:spPr>
          <a:xfrm>
            <a:off x="1089776" y="2995075"/>
            <a:ext cx="2599204" cy="421958"/>
          </a:xfrm>
        </p:spPr>
        <p:txBody>
          <a:bodyPr anchor="ctr"/>
          <a:lstStyle>
            <a:lvl1pPr>
              <a:defRPr sz="1600" b="1" cap="none" baseline="0">
                <a:solidFill>
                  <a:schemeClr val="bg2"/>
                </a:solidFill>
                <a:latin typeface="+mj-lt"/>
              </a:defRPr>
            </a:lvl1pPr>
          </a:lstStyle>
          <a:p>
            <a:pPr lvl="0"/>
            <a:r>
              <a:rPr lang="en-US"/>
              <a:t>Place headline here</a:t>
            </a:r>
          </a:p>
        </p:txBody>
      </p:sp>
      <p:sp>
        <p:nvSpPr>
          <p:cNvPr id="14" name="Text Placeholder 5">
            <a:extLst>
              <a:ext uri="{FF2B5EF4-FFF2-40B4-BE49-F238E27FC236}">
                <a16:creationId xmlns:a16="http://schemas.microsoft.com/office/drawing/2014/main" id="{A7FAF0E4-0D2D-90B6-734A-49E61827AE36}"/>
              </a:ext>
            </a:extLst>
          </p:cNvPr>
          <p:cNvSpPr>
            <a:spLocks noGrp="1"/>
          </p:cNvSpPr>
          <p:nvPr userDrawn="1">
            <p:ph type="body" sz="quarter" idx="19" hasCustomPrompt="1"/>
          </p:nvPr>
        </p:nvSpPr>
        <p:spPr>
          <a:xfrm>
            <a:off x="1089776" y="3516725"/>
            <a:ext cx="2599204" cy="390811"/>
          </a:xfrm>
        </p:spPr>
        <p:txBody>
          <a:bodyPr anchor="t"/>
          <a:lstStyle>
            <a:lvl1pPr>
              <a:defRPr sz="1200" b="0" cap="none" baseline="0">
                <a:solidFill>
                  <a:schemeClr val="bg2"/>
                </a:solidFill>
                <a:latin typeface="+mn-lt"/>
              </a:defRPr>
            </a:lvl1pPr>
          </a:lstStyle>
          <a:p>
            <a:pPr lvl="0"/>
            <a:r>
              <a:rPr lang="en-US"/>
              <a:t>Lorem ipsum dolor sit amet, consectetur adipiscing elit, sed.</a:t>
            </a:r>
          </a:p>
        </p:txBody>
      </p:sp>
      <p:sp>
        <p:nvSpPr>
          <p:cNvPr id="16" name="Text Placeholder 5">
            <a:extLst>
              <a:ext uri="{FF2B5EF4-FFF2-40B4-BE49-F238E27FC236}">
                <a16:creationId xmlns:a16="http://schemas.microsoft.com/office/drawing/2014/main" id="{2C549F42-BC80-586B-1DE3-3A884A34356F}"/>
              </a:ext>
            </a:extLst>
          </p:cNvPr>
          <p:cNvSpPr>
            <a:spLocks noGrp="1"/>
          </p:cNvSpPr>
          <p:nvPr userDrawn="1">
            <p:ph type="body" sz="quarter" idx="20" hasCustomPrompt="1"/>
          </p:nvPr>
        </p:nvSpPr>
        <p:spPr>
          <a:xfrm>
            <a:off x="4854892" y="2995075"/>
            <a:ext cx="2599204" cy="421958"/>
          </a:xfrm>
        </p:spPr>
        <p:txBody>
          <a:bodyPr anchor="ctr"/>
          <a:lstStyle>
            <a:lvl1pPr>
              <a:defRPr sz="1600" b="1" cap="none" baseline="0">
                <a:solidFill>
                  <a:schemeClr val="bg2"/>
                </a:solidFill>
                <a:latin typeface="+mj-lt"/>
              </a:defRPr>
            </a:lvl1pPr>
          </a:lstStyle>
          <a:p>
            <a:pPr lvl="0"/>
            <a:r>
              <a:rPr lang="en-US"/>
              <a:t>Place headline here</a:t>
            </a:r>
          </a:p>
        </p:txBody>
      </p:sp>
      <p:sp>
        <p:nvSpPr>
          <p:cNvPr id="17" name="Text Placeholder 5">
            <a:extLst>
              <a:ext uri="{FF2B5EF4-FFF2-40B4-BE49-F238E27FC236}">
                <a16:creationId xmlns:a16="http://schemas.microsoft.com/office/drawing/2014/main" id="{D6A697E0-CD97-BF62-CFFA-0D56F1AB84E1}"/>
              </a:ext>
            </a:extLst>
          </p:cNvPr>
          <p:cNvSpPr>
            <a:spLocks noGrp="1"/>
          </p:cNvSpPr>
          <p:nvPr userDrawn="1">
            <p:ph type="body" sz="quarter" idx="21" hasCustomPrompt="1"/>
          </p:nvPr>
        </p:nvSpPr>
        <p:spPr>
          <a:xfrm>
            <a:off x="4854892" y="3516725"/>
            <a:ext cx="2599204" cy="390811"/>
          </a:xfrm>
        </p:spPr>
        <p:txBody>
          <a:bodyPr anchor="t"/>
          <a:lstStyle>
            <a:lvl1pPr>
              <a:defRPr sz="1200" b="0" cap="none" baseline="0">
                <a:solidFill>
                  <a:schemeClr val="bg2"/>
                </a:solidFill>
                <a:latin typeface="+mn-lt"/>
              </a:defRPr>
            </a:lvl1pPr>
          </a:lstStyle>
          <a:p>
            <a:pPr lvl="0"/>
            <a:r>
              <a:rPr lang="en-US"/>
              <a:t>Lorem ipsum dolor sit amet, consectetur adipiscing elit, sed.</a:t>
            </a:r>
          </a:p>
        </p:txBody>
      </p:sp>
      <p:sp>
        <p:nvSpPr>
          <p:cNvPr id="18" name="Text Placeholder 5">
            <a:extLst>
              <a:ext uri="{FF2B5EF4-FFF2-40B4-BE49-F238E27FC236}">
                <a16:creationId xmlns:a16="http://schemas.microsoft.com/office/drawing/2014/main" id="{1B4CFBC3-4032-792D-A5CD-E14479F79FF1}"/>
              </a:ext>
            </a:extLst>
          </p:cNvPr>
          <p:cNvSpPr>
            <a:spLocks noGrp="1"/>
          </p:cNvSpPr>
          <p:nvPr userDrawn="1">
            <p:ph type="body" sz="quarter" idx="22" hasCustomPrompt="1"/>
          </p:nvPr>
        </p:nvSpPr>
        <p:spPr>
          <a:xfrm>
            <a:off x="8620008" y="2995075"/>
            <a:ext cx="2599204" cy="421958"/>
          </a:xfrm>
        </p:spPr>
        <p:txBody>
          <a:bodyPr anchor="ctr"/>
          <a:lstStyle>
            <a:lvl1pPr>
              <a:defRPr sz="1600" b="1" cap="none" baseline="0">
                <a:solidFill>
                  <a:schemeClr val="bg2"/>
                </a:solidFill>
                <a:latin typeface="+mj-lt"/>
              </a:defRPr>
            </a:lvl1pPr>
          </a:lstStyle>
          <a:p>
            <a:pPr lvl="0"/>
            <a:r>
              <a:rPr lang="en-US"/>
              <a:t>Place headline here</a:t>
            </a:r>
          </a:p>
        </p:txBody>
      </p:sp>
      <p:sp>
        <p:nvSpPr>
          <p:cNvPr id="19" name="Text Placeholder 5">
            <a:extLst>
              <a:ext uri="{FF2B5EF4-FFF2-40B4-BE49-F238E27FC236}">
                <a16:creationId xmlns:a16="http://schemas.microsoft.com/office/drawing/2014/main" id="{09E56D49-1AA5-0793-DB7D-7790DE8C2F82}"/>
              </a:ext>
            </a:extLst>
          </p:cNvPr>
          <p:cNvSpPr>
            <a:spLocks noGrp="1"/>
          </p:cNvSpPr>
          <p:nvPr userDrawn="1">
            <p:ph type="body" sz="quarter" idx="23" hasCustomPrompt="1"/>
          </p:nvPr>
        </p:nvSpPr>
        <p:spPr>
          <a:xfrm>
            <a:off x="8620008" y="3516725"/>
            <a:ext cx="2599204" cy="390811"/>
          </a:xfrm>
        </p:spPr>
        <p:txBody>
          <a:bodyPr anchor="t"/>
          <a:lstStyle>
            <a:lvl1pPr>
              <a:defRPr sz="1200" b="0" cap="none" baseline="0">
                <a:solidFill>
                  <a:schemeClr val="bg2"/>
                </a:solidFill>
                <a:latin typeface="+mn-lt"/>
              </a:defRPr>
            </a:lvl1pPr>
          </a:lstStyle>
          <a:p>
            <a:pPr lvl="0"/>
            <a:r>
              <a:rPr lang="en-US"/>
              <a:t>Lorem ipsum dolor sit amet, consectetur adipiscing elit, sed.</a:t>
            </a:r>
          </a:p>
        </p:txBody>
      </p:sp>
      <p:sp>
        <p:nvSpPr>
          <p:cNvPr id="2" name="Text Placeholder 5">
            <a:extLst>
              <a:ext uri="{FF2B5EF4-FFF2-40B4-BE49-F238E27FC236}">
                <a16:creationId xmlns:a16="http://schemas.microsoft.com/office/drawing/2014/main" id="{1DFBE1E5-C12E-4B42-2BF3-0F87E59C07A7}"/>
              </a:ext>
            </a:extLst>
          </p:cNvPr>
          <p:cNvSpPr>
            <a:spLocks noGrp="1"/>
          </p:cNvSpPr>
          <p:nvPr>
            <p:ph type="body" sz="quarter" idx="14" hasCustomPrompt="1"/>
          </p:nvPr>
        </p:nvSpPr>
        <p:spPr>
          <a:xfrm>
            <a:off x="385572" y="1122680"/>
            <a:ext cx="11420856" cy="421958"/>
          </a:xfrm>
        </p:spPr>
        <p:txBody>
          <a:bodyPr anchor="t"/>
          <a:lstStyle>
            <a:lvl1pPr algn="ctr">
              <a:defRPr sz="1600">
                <a:solidFill>
                  <a:schemeClr val="tx2"/>
                </a:solidFill>
                <a:latin typeface="+mn-lt"/>
              </a:defRPr>
            </a:lvl1pPr>
          </a:lstStyle>
          <a:p>
            <a:pPr lvl="0"/>
            <a:r>
              <a:rPr lang="en-US"/>
              <a:t>Place subtitle here, lorem ipsum dolor</a:t>
            </a:r>
          </a:p>
        </p:txBody>
      </p:sp>
      <p:sp>
        <p:nvSpPr>
          <p:cNvPr id="3" name="Text Placeholder 5">
            <a:extLst>
              <a:ext uri="{FF2B5EF4-FFF2-40B4-BE49-F238E27FC236}">
                <a16:creationId xmlns:a16="http://schemas.microsoft.com/office/drawing/2014/main" id="{72A82E20-1CD8-DB87-6335-DEA2C891058F}"/>
              </a:ext>
            </a:extLst>
          </p:cNvPr>
          <p:cNvSpPr>
            <a:spLocks noGrp="1"/>
          </p:cNvSpPr>
          <p:nvPr>
            <p:ph type="body" sz="quarter" idx="17" hasCustomPrompt="1"/>
          </p:nvPr>
        </p:nvSpPr>
        <p:spPr>
          <a:xfrm>
            <a:off x="385572" y="5686332"/>
            <a:ext cx="4572000" cy="421958"/>
          </a:xfrm>
        </p:spPr>
        <p:txBody>
          <a:bodyPr anchor="b"/>
          <a:lstStyle>
            <a:lvl1pPr>
              <a:defRPr sz="800">
                <a:solidFill>
                  <a:schemeClr val="tx2"/>
                </a:solidFill>
                <a:latin typeface="+mn-lt"/>
              </a:defRPr>
            </a:lvl1pPr>
          </a:lstStyle>
          <a:p>
            <a:pPr lvl="0"/>
            <a:r>
              <a:rPr lang="en-US"/>
              <a:t>Place source here</a:t>
            </a:r>
          </a:p>
        </p:txBody>
      </p:sp>
      <p:sp>
        <p:nvSpPr>
          <p:cNvPr id="5" name="Footer Placeholder 4">
            <a:extLst>
              <a:ext uri="{FF2B5EF4-FFF2-40B4-BE49-F238E27FC236}">
                <a16:creationId xmlns:a16="http://schemas.microsoft.com/office/drawing/2014/main" id="{488048E5-4D57-AB85-BBE5-A992C75FBAEE}"/>
              </a:ext>
            </a:extLst>
          </p:cNvPr>
          <p:cNvSpPr>
            <a:spLocks noGrp="1"/>
          </p:cNvSpPr>
          <p:nvPr>
            <p:ph type="ftr" sz="quarter" idx="24"/>
          </p:nvPr>
        </p:nvSpPr>
        <p:spPr/>
        <p:txBody>
          <a:bodyPr/>
          <a:lstStyle>
            <a:lvl1pPr>
              <a:defRPr>
                <a:solidFill>
                  <a:schemeClr val="tx2"/>
                </a:solidFill>
              </a:defRPr>
            </a:lvl1pPr>
          </a:lstStyle>
          <a:p>
            <a:r>
              <a:rPr lang="en-US"/>
              <a:t>Footer</a:t>
            </a:r>
            <a:endParaRPr lang="en-IN"/>
          </a:p>
        </p:txBody>
      </p:sp>
      <p:sp>
        <p:nvSpPr>
          <p:cNvPr id="6" name="Slide Number Placeholder 5">
            <a:extLst>
              <a:ext uri="{FF2B5EF4-FFF2-40B4-BE49-F238E27FC236}">
                <a16:creationId xmlns:a16="http://schemas.microsoft.com/office/drawing/2014/main" id="{CC6F96A8-D4BD-01F1-D649-AE943C34E2C5}"/>
              </a:ext>
            </a:extLst>
          </p:cNvPr>
          <p:cNvSpPr>
            <a:spLocks noGrp="1"/>
          </p:cNvSpPr>
          <p:nvPr>
            <p:ph type="sldNum" sz="quarter" idx="25"/>
          </p:nvPr>
        </p:nvSpPr>
        <p:spPr/>
        <p:txBody>
          <a:bodyPr/>
          <a:lstStyle>
            <a:lvl1pPr>
              <a:defRPr>
                <a:solidFill>
                  <a:schemeClr val="tx2"/>
                </a:solidFill>
              </a:defRPr>
            </a:lvl1pPr>
          </a:lstStyle>
          <a:p>
            <a:fld id="{85AC2185-BC10-47CC-BB5A-D3C63A4C1365}" type="slidenum">
              <a:rPr lang="en-IN" smtClean="0"/>
              <a:pPr/>
              <a:t>‹#›</a:t>
            </a:fld>
            <a:endParaRPr lang="en-IN"/>
          </a:p>
        </p:txBody>
      </p:sp>
      <p:pic>
        <p:nvPicPr>
          <p:cNvPr id="7" name="Graphic 6">
            <a:extLst>
              <a:ext uri="{FF2B5EF4-FFF2-40B4-BE49-F238E27FC236}">
                <a16:creationId xmlns:a16="http://schemas.microsoft.com/office/drawing/2014/main" id="{36808BFE-79AB-8AA0-2B1F-3406A00496E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18135" y="6317218"/>
            <a:ext cx="1135261" cy="411480"/>
          </a:xfrm>
          <a:prstGeom prst="rect">
            <a:avLst/>
          </a:prstGeom>
        </p:spPr>
      </p:pic>
    </p:spTree>
    <p:extLst>
      <p:ext uri="{BB962C8B-B14F-4D97-AF65-F5344CB8AC3E}">
        <p14:creationId xmlns:p14="http://schemas.microsoft.com/office/powerpoint/2010/main" val="2957832401"/>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Executive Summary">
    <p:bg>
      <p:bgRef idx="1001">
        <a:schemeClr val="bg2"/>
      </p:bgRef>
    </p:bg>
    <p:spTree>
      <p:nvGrpSpPr>
        <p:cNvPr id="1" name=""/>
        <p:cNvGrpSpPr/>
        <p:nvPr/>
      </p:nvGrpSpPr>
      <p:grpSpPr>
        <a:xfrm>
          <a:off x="0" y="0"/>
          <a:ext cx="0" cy="0"/>
          <a:chOff x="0" y="0"/>
          <a:chExt cx="0" cy="0"/>
        </a:xfrm>
      </p:grpSpPr>
      <p:sp>
        <p:nvSpPr>
          <p:cNvPr id="37" name="Rectangle: Rounded Corners 36">
            <a:extLst>
              <a:ext uri="{FF2B5EF4-FFF2-40B4-BE49-F238E27FC236}">
                <a16:creationId xmlns:a16="http://schemas.microsoft.com/office/drawing/2014/main" id="{F6D8D774-5D4A-9EBB-7581-BC4497439C11}"/>
              </a:ext>
            </a:extLst>
          </p:cNvPr>
          <p:cNvSpPr/>
          <p:nvPr userDrawn="1"/>
        </p:nvSpPr>
        <p:spPr>
          <a:xfrm>
            <a:off x="4876800" y="400050"/>
            <a:ext cx="7097650" cy="5684838"/>
          </a:xfrm>
          <a:prstGeom prst="roundRect">
            <a:avLst>
              <a:gd name="adj" fmla="val 329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2"/>
              </a:solidFill>
            </a:endParaRPr>
          </a:p>
        </p:txBody>
      </p:sp>
      <p:sp>
        <p:nvSpPr>
          <p:cNvPr id="2" name="Text Placeholder 5">
            <a:extLst>
              <a:ext uri="{FF2B5EF4-FFF2-40B4-BE49-F238E27FC236}">
                <a16:creationId xmlns:a16="http://schemas.microsoft.com/office/drawing/2014/main" id="{CA8EBD2F-86DC-0C86-C3DE-56D69A90C2BE}"/>
              </a:ext>
            </a:extLst>
          </p:cNvPr>
          <p:cNvSpPr>
            <a:spLocks noGrp="1"/>
          </p:cNvSpPr>
          <p:nvPr>
            <p:ph type="body" sz="quarter" idx="18" hasCustomPrompt="1"/>
          </p:nvPr>
        </p:nvSpPr>
        <p:spPr>
          <a:xfrm>
            <a:off x="6126480" y="820761"/>
            <a:ext cx="5398827" cy="457200"/>
          </a:xfrm>
        </p:spPr>
        <p:txBody>
          <a:bodyPr anchor="ctr"/>
          <a:lstStyle>
            <a:lvl1pPr>
              <a:lnSpc>
                <a:spcPct val="80000"/>
              </a:lnSpc>
              <a:defRPr sz="1600" b="1" cap="none" baseline="0">
                <a:solidFill>
                  <a:schemeClr val="bg2"/>
                </a:solidFill>
                <a:latin typeface="+mj-lt"/>
              </a:defRPr>
            </a:lvl1pPr>
          </a:lstStyle>
          <a:p>
            <a:pPr lvl="0"/>
            <a:r>
              <a:rPr lang="en-US"/>
              <a:t>Lorem  Ipsum</a:t>
            </a:r>
          </a:p>
        </p:txBody>
      </p:sp>
      <p:sp>
        <p:nvSpPr>
          <p:cNvPr id="4" name="Picture Placeholder 27">
            <a:extLst>
              <a:ext uri="{FF2B5EF4-FFF2-40B4-BE49-F238E27FC236}">
                <a16:creationId xmlns:a16="http://schemas.microsoft.com/office/drawing/2014/main" id="{6A1860B2-8930-7290-E821-84F6FBDDE722}"/>
              </a:ext>
            </a:extLst>
          </p:cNvPr>
          <p:cNvSpPr>
            <a:spLocks noGrp="1"/>
          </p:cNvSpPr>
          <p:nvPr>
            <p:ph type="pic" sz="quarter" idx="24"/>
          </p:nvPr>
        </p:nvSpPr>
        <p:spPr>
          <a:xfrm>
            <a:off x="5391546" y="866044"/>
            <a:ext cx="325994" cy="325994"/>
          </a:xfrm>
          <a:noFill/>
        </p:spPr>
        <p:txBody>
          <a:bodyPr anchor="t"/>
          <a:lstStyle>
            <a:lvl1pPr>
              <a:defRPr>
                <a:solidFill>
                  <a:schemeClr val="bg2"/>
                </a:solidFill>
              </a:defRPr>
            </a:lvl1pPr>
          </a:lstStyle>
          <a:p>
            <a:r>
              <a:rPr lang="en-US"/>
              <a:t>Click icon to add picture</a:t>
            </a:r>
            <a:endParaRPr lang="en-IN"/>
          </a:p>
        </p:txBody>
      </p:sp>
      <p:sp>
        <p:nvSpPr>
          <p:cNvPr id="6" name="Text Placeholder 35">
            <a:extLst>
              <a:ext uri="{FF2B5EF4-FFF2-40B4-BE49-F238E27FC236}">
                <a16:creationId xmlns:a16="http://schemas.microsoft.com/office/drawing/2014/main" id="{9F2F2758-2F65-66F7-95CD-EDCCA603B112}"/>
              </a:ext>
            </a:extLst>
          </p:cNvPr>
          <p:cNvSpPr>
            <a:spLocks noGrp="1"/>
          </p:cNvSpPr>
          <p:nvPr>
            <p:ph type="body" sz="quarter" idx="43" hasCustomPrompt="1"/>
          </p:nvPr>
        </p:nvSpPr>
        <p:spPr>
          <a:xfrm>
            <a:off x="6131274" y="1272584"/>
            <a:ext cx="5394033" cy="492737"/>
          </a:xfrm>
        </p:spPr>
        <p:txBody>
          <a:bodyPr/>
          <a:lstStyle>
            <a:lvl1pPr>
              <a:spcBef>
                <a:spcPts val="0"/>
              </a:spcBef>
              <a:defRPr>
                <a:solidFill>
                  <a:schemeClr val="bg2"/>
                </a:solidFill>
              </a:defRPr>
            </a:lvl1pPr>
          </a:lstStyle>
          <a:p>
            <a:pPr lvl="0"/>
            <a:r>
              <a:rPr lang="en-US"/>
              <a:t>Lorem ipsum dolor sit amet consectetur adipiscing elit. </a:t>
            </a:r>
            <a:r>
              <a:rPr lang="en-US" err="1"/>
              <a:t>Quisque</a:t>
            </a:r>
            <a:r>
              <a:rPr lang="en-US"/>
              <a:t> </a:t>
            </a:r>
            <a:r>
              <a:rPr lang="en-US" err="1"/>
              <a:t>faucibus</a:t>
            </a:r>
            <a:r>
              <a:rPr lang="en-US"/>
              <a:t> ex </a:t>
            </a:r>
            <a:r>
              <a:rPr lang="en-US" err="1"/>
              <a:t>sapien</a:t>
            </a:r>
            <a:r>
              <a:rPr lang="en-US"/>
              <a:t> vitae </a:t>
            </a:r>
            <a:r>
              <a:rPr lang="en-US" err="1"/>
              <a:t>pellentesque</a:t>
            </a:r>
            <a:r>
              <a:rPr lang="en-US"/>
              <a:t> </a:t>
            </a:r>
            <a:r>
              <a:rPr lang="en-US" err="1"/>
              <a:t>sem</a:t>
            </a:r>
            <a:r>
              <a:rPr lang="en-US"/>
              <a:t> </a:t>
            </a:r>
            <a:r>
              <a:rPr lang="en-US" err="1"/>
              <a:t>placerat</a:t>
            </a:r>
            <a:r>
              <a:rPr lang="en-US"/>
              <a:t>.</a:t>
            </a:r>
          </a:p>
        </p:txBody>
      </p:sp>
      <p:sp>
        <p:nvSpPr>
          <p:cNvPr id="35" name="Text Placeholder 5">
            <a:extLst>
              <a:ext uri="{FF2B5EF4-FFF2-40B4-BE49-F238E27FC236}">
                <a16:creationId xmlns:a16="http://schemas.microsoft.com/office/drawing/2014/main" id="{2E665F0F-0F99-55BD-4E38-8232618FFFAB}"/>
              </a:ext>
            </a:extLst>
          </p:cNvPr>
          <p:cNvSpPr>
            <a:spLocks noGrp="1"/>
          </p:cNvSpPr>
          <p:nvPr>
            <p:ph type="body" sz="quarter" idx="14" hasCustomPrompt="1"/>
          </p:nvPr>
        </p:nvSpPr>
        <p:spPr>
          <a:xfrm>
            <a:off x="385572" y="1946543"/>
            <a:ext cx="3858768" cy="421958"/>
          </a:xfrm>
        </p:spPr>
        <p:txBody>
          <a:bodyPr anchor="t"/>
          <a:lstStyle>
            <a:lvl1pPr>
              <a:defRPr sz="1600">
                <a:solidFill>
                  <a:schemeClr val="tx2"/>
                </a:solidFill>
                <a:latin typeface="+mn-lt"/>
              </a:defRPr>
            </a:lvl1pPr>
          </a:lstStyle>
          <a:p>
            <a:pPr lvl="0"/>
            <a:r>
              <a:rPr lang="en-US"/>
              <a:t>Place subtitle here, lorem ipsum dolor</a:t>
            </a:r>
          </a:p>
        </p:txBody>
      </p:sp>
      <p:sp>
        <p:nvSpPr>
          <p:cNvPr id="41" name="Title 40">
            <a:extLst>
              <a:ext uri="{FF2B5EF4-FFF2-40B4-BE49-F238E27FC236}">
                <a16:creationId xmlns:a16="http://schemas.microsoft.com/office/drawing/2014/main" id="{01D70993-6352-08F4-9683-7A99964FEED7}"/>
              </a:ext>
            </a:extLst>
          </p:cNvPr>
          <p:cNvSpPr>
            <a:spLocks noGrp="1"/>
          </p:cNvSpPr>
          <p:nvPr>
            <p:ph type="title" hasCustomPrompt="1"/>
          </p:nvPr>
        </p:nvSpPr>
        <p:spPr>
          <a:xfrm>
            <a:off x="385572" y="411479"/>
            <a:ext cx="3862578" cy="1483995"/>
          </a:xfrm>
        </p:spPr>
        <p:txBody>
          <a:bodyPr/>
          <a:lstStyle>
            <a:lvl1pPr>
              <a:defRPr sz="3200">
                <a:solidFill>
                  <a:schemeClr val="tx2"/>
                </a:solidFill>
              </a:defRPr>
            </a:lvl1pPr>
          </a:lstStyle>
          <a:p>
            <a:r>
              <a:rPr lang="en-US"/>
              <a:t>Place headline here, max. </a:t>
            </a:r>
            <a:br>
              <a:rPr lang="en-US"/>
            </a:br>
            <a:r>
              <a:rPr lang="en-US"/>
              <a:t>three lines</a:t>
            </a:r>
          </a:p>
        </p:txBody>
      </p:sp>
      <p:sp>
        <p:nvSpPr>
          <p:cNvPr id="5" name="Footer Placeholder 4">
            <a:extLst>
              <a:ext uri="{FF2B5EF4-FFF2-40B4-BE49-F238E27FC236}">
                <a16:creationId xmlns:a16="http://schemas.microsoft.com/office/drawing/2014/main" id="{1968A0B1-47BA-62D0-3EB1-D8DE35D031DC}"/>
              </a:ext>
            </a:extLst>
          </p:cNvPr>
          <p:cNvSpPr>
            <a:spLocks noGrp="1"/>
          </p:cNvSpPr>
          <p:nvPr>
            <p:ph type="ftr" sz="quarter" idx="53"/>
          </p:nvPr>
        </p:nvSpPr>
        <p:spPr/>
        <p:txBody>
          <a:bodyPr/>
          <a:lstStyle>
            <a:lvl1pPr>
              <a:defRPr>
                <a:solidFill>
                  <a:schemeClr val="tx2"/>
                </a:solidFill>
              </a:defRPr>
            </a:lvl1pPr>
          </a:lstStyle>
          <a:p>
            <a:r>
              <a:rPr lang="en-US"/>
              <a:t>Footer</a:t>
            </a:r>
            <a:endParaRPr lang="en-IN"/>
          </a:p>
        </p:txBody>
      </p:sp>
      <p:sp>
        <p:nvSpPr>
          <p:cNvPr id="7" name="Slide Number Placeholder 6">
            <a:extLst>
              <a:ext uri="{FF2B5EF4-FFF2-40B4-BE49-F238E27FC236}">
                <a16:creationId xmlns:a16="http://schemas.microsoft.com/office/drawing/2014/main" id="{8D81616C-D4E8-5A6F-D86C-B29560CAC56F}"/>
              </a:ext>
            </a:extLst>
          </p:cNvPr>
          <p:cNvSpPr>
            <a:spLocks noGrp="1"/>
          </p:cNvSpPr>
          <p:nvPr>
            <p:ph type="sldNum" sz="quarter" idx="54"/>
          </p:nvPr>
        </p:nvSpPr>
        <p:spPr/>
        <p:txBody>
          <a:bodyPr/>
          <a:lstStyle>
            <a:lvl1pPr>
              <a:defRPr>
                <a:solidFill>
                  <a:schemeClr val="tx2"/>
                </a:solidFill>
              </a:defRPr>
            </a:lvl1pPr>
          </a:lstStyle>
          <a:p>
            <a:fld id="{85AC2185-BC10-47CC-BB5A-D3C63A4C1365}" type="slidenum">
              <a:rPr lang="en-IN" smtClean="0"/>
              <a:pPr/>
              <a:t>‹#›</a:t>
            </a:fld>
            <a:endParaRPr lang="en-IN"/>
          </a:p>
        </p:txBody>
      </p:sp>
      <p:sp>
        <p:nvSpPr>
          <p:cNvPr id="31" name="Text Placeholder 35">
            <a:extLst>
              <a:ext uri="{FF2B5EF4-FFF2-40B4-BE49-F238E27FC236}">
                <a16:creationId xmlns:a16="http://schemas.microsoft.com/office/drawing/2014/main" id="{3288768F-D808-7A3C-1660-6F37B0A278AB}"/>
              </a:ext>
            </a:extLst>
          </p:cNvPr>
          <p:cNvSpPr>
            <a:spLocks noGrp="1"/>
          </p:cNvSpPr>
          <p:nvPr>
            <p:ph type="body" sz="quarter" idx="55" hasCustomPrompt="1"/>
          </p:nvPr>
        </p:nvSpPr>
        <p:spPr>
          <a:xfrm>
            <a:off x="6131274" y="2572202"/>
            <a:ext cx="5394033" cy="492737"/>
          </a:xfrm>
        </p:spPr>
        <p:txBody>
          <a:bodyPr/>
          <a:lstStyle>
            <a:lvl1pPr>
              <a:spcBef>
                <a:spcPts val="0"/>
              </a:spcBef>
              <a:defRPr>
                <a:solidFill>
                  <a:schemeClr val="bg2"/>
                </a:solidFill>
              </a:defRPr>
            </a:lvl1pPr>
          </a:lstStyle>
          <a:p>
            <a:pPr lvl="0"/>
            <a:r>
              <a:rPr lang="en-US"/>
              <a:t>Lorem ipsum dolor sit amet consectetur adipiscing elit. </a:t>
            </a:r>
            <a:r>
              <a:rPr lang="en-US" err="1"/>
              <a:t>Quisque</a:t>
            </a:r>
            <a:r>
              <a:rPr lang="en-US"/>
              <a:t> </a:t>
            </a:r>
            <a:r>
              <a:rPr lang="en-US" err="1"/>
              <a:t>faucibus</a:t>
            </a:r>
            <a:r>
              <a:rPr lang="en-US"/>
              <a:t> ex </a:t>
            </a:r>
            <a:r>
              <a:rPr lang="en-US" err="1"/>
              <a:t>sapien</a:t>
            </a:r>
            <a:r>
              <a:rPr lang="en-US"/>
              <a:t> vitae </a:t>
            </a:r>
            <a:r>
              <a:rPr lang="en-US" err="1"/>
              <a:t>pellentesque</a:t>
            </a:r>
            <a:r>
              <a:rPr lang="en-US"/>
              <a:t> </a:t>
            </a:r>
            <a:r>
              <a:rPr lang="en-US" err="1"/>
              <a:t>sem</a:t>
            </a:r>
            <a:r>
              <a:rPr lang="en-US"/>
              <a:t> </a:t>
            </a:r>
            <a:r>
              <a:rPr lang="en-US" err="1"/>
              <a:t>placerat</a:t>
            </a:r>
            <a:r>
              <a:rPr lang="en-US"/>
              <a:t>.</a:t>
            </a:r>
          </a:p>
        </p:txBody>
      </p:sp>
      <p:sp>
        <p:nvSpPr>
          <p:cNvPr id="32" name="Text Placeholder 35">
            <a:extLst>
              <a:ext uri="{FF2B5EF4-FFF2-40B4-BE49-F238E27FC236}">
                <a16:creationId xmlns:a16="http://schemas.microsoft.com/office/drawing/2014/main" id="{EFECA28F-FD09-C535-CD66-E68BF50DAB86}"/>
              </a:ext>
            </a:extLst>
          </p:cNvPr>
          <p:cNvSpPr>
            <a:spLocks noGrp="1"/>
          </p:cNvSpPr>
          <p:nvPr>
            <p:ph type="body" sz="quarter" idx="56" hasCustomPrompt="1"/>
          </p:nvPr>
        </p:nvSpPr>
        <p:spPr>
          <a:xfrm>
            <a:off x="6131274" y="3871820"/>
            <a:ext cx="5394033" cy="492737"/>
          </a:xfrm>
        </p:spPr>
        <p:txBody>
          <a:bodyPr/>
          <a:lstStyle>
            <a:lvl1pPr>
              <a:spcBef>
                <a:spcPts val="0"/>
              </a:spcBef>
              <a:defRPr>
                <a:solidFill>
                  <a:schemeClr val="bg2"/>
                </a:solidFill>
              </a:defRPr>
            </a:lvl1pPr>
          </a:lstStyle>
          <a:p>
            <a:pPr lvl="0"/>
            <a:r>
              <a:rPr lang="en-US"/>
              <a:t>Lorem ipsum dolor sit amet consectetur adipiscing elit. </a:t>
            </a:r>
            <a:r>
              <a:rPr lang="en-US" err="1"/>
              <a:t>Quisque</a:t>
            </a:r>
            <a:r>
              <a:rPr lang="en-US"/>
              <a:t> </a:t>
            </a:r>
            <a:r>
              <a:rPr lang="en-US" err="1"/>
              <a:t>faucibus</a:t>
            </a:r>
            <a:r>
              <a:rPr lang="en-US"/>
              <a:t> ex </a:t>
            </a:r>
            <a:r>
              <a:rPr lang="en-US" err="1"/>
              <a:t>sapien</a:t>
            </a:r>
            <a:r>
              <a:rPr lang="en-US"/>
              <a:t> vitae </a:t>
            </a:r>
            <a:r>
              <a:rPr lang="en-US" err="1"/>
              <a:t>pellentesque</a:t>
            </a:r>
            <a:r>
              <a:rPr lang="en-US"/>
              <a:t> </a:t>
            </a:r>
            <a:r>
              <a:rPr lang="en-US" err="1"/>
              <a:t>sem</a:t>
            </a:r>
            <a:r>
              <a:rPr lang="en-US"/>
              <a:t> </a:t>
            </a:r>
            <a:r>
              <a:rPr lang="en-US" err="1"/>
              <a:t>placerat</a:t>
            </a:r>
            <a:r>
              <a:rPr lang="en-US"/>
              <a:t>.</a:t>
            </a:r>
          </a:p>
        </p:txBody>
      </p:sp>
      <p:sp>
        <p:nvSpPr>
          <p:cNvPr id="33" name="Text Placeholder 35">
            <a:extLst>
              <a:ext uri="{FF2B5EF4-FFF2-40B4-BE49-F238E27FC236}">
                <a16:creationId xmlns:a16="http://schemas.microsoft.com/office/drawing/2014/main" id="{9EAAC25D-8A0C-0061-F26E-BD4A7F69FB83}"/>
              </a:ext>
            </a:extLst>
          </p:cNvPr>
          <p:cNvSpPr>
            <a:spLocks noGrp="1"/>
          </p:cNvSpPr>
          <p:nvPr>
            <p:ph type="body" sz="quarter" idx="57" hasCustomPrompt="1"/>
          </p:nvPr>
        </p:nvSpPr>
        <p:spPr>
          <a:xfrm>
            <a:off x="6131274" y="5171439"/>
            <a:ext cx="5394033" cy="492737"/>
          </a:xfrm>
        </p:spPr>
        <p:txBody>
          <a:bodyPr/>
          <a:lstStyle>
            <a:lvl1pPr>
              <a:spcBef>
                <a:spcPts val="0"/>
              </a:spcBef>
              <a:defRPr>
                <a:solidFill>
                  <a:schemeClr val="bg2"/>
                </a:solidFill>
              </a:defRPr>
            </a:lvl1pPr>
          </a:lstStyle>
          <a:p>
            <a:pPr lvl="0"/>
            <a:r>
              <a:rPr lang="en-US"/>
              <a:t>Lorem ipsum dolor sit amet consectetur adipiscing elit. </a:t>
            </a:r>
            <a:r>
              <a:rPr lang="en-US" err="1"/>
              <a:t>Quisque</a:t>
            </a:r>
            <a:r>
              <a:rPr lang="en-US"/>
              <a:t> </a:t>
            </a:r>
            <a:r>
              <a:rPr lang="en-US" err="1"/>
              <a:t>faucibus</a:t>
            </a:r>
            <a:r>
              <a:rPr lang="en-US"/>
              <a:t> ex </a:t>
            </a:r>
            <a:r>
              <a:rPr lang="en-US" err="1"/>
              <a:t>sapien</a:t>
            </a:r>
            <a:r>
              <a:rPr lang="en-US"/>
              <a:t> vitae </a:t>
            </a:r>
            <a:r>
              <a:rPr lang="en-US" err="1"/>
              <a:t>pellentesque</a:t>
            </a:r>
            <a:r>
              <a:rPr lang="en-US"/>
              <a:t> </a:t>
            </a:r>
            <a:r>
              <a:rPr lang="en-US" err="1"/>
              <a:t>sem</a:t>
            </a:r>
            <a:r>
              <a:rPr lang="en-US"/>
              <a:t> </a:t>
            </a:r>
            <a:r>
              <a:rPr lang="en-US" err="1"/>
              <a:t>placerat</a:t>
            </a:r>
            <a:r>
              <a:rPr lang="en-US"/>
              <a:t>.</a:t>
            </a:r>
          </a:p>
        </p:txBody>
      </p:sp>
      <p:sp>
        <p:nvSpPr>
          <p:cNvPr id="34" name="Text Placeholder 5">
            <a:extLst>
              <a:ext uri="{FF2B5EF4-FFF2-40B4-BE49-F238E27FC236}">
                <a16:creationId xmlns:a16="http://schemas.microsoft.com/office/drawing/2014/main" id="{C7118119-EDAD-7C38-2CDA-BC0320F4AFDB}"/>
              </a:ext>
            </a:extLst>
          </p:cNvPr>
          <p:cNvSpPr>
            <a:spLocks noGrp="1"/>
          </p:cNvSpPr>
          <p:nvPr>
            <p:ph type="body" sz="quarter" idx="58" hasCustomPrompt="1"/>
          </p:nvPr>
        </p:nvSpPr>
        <p:spPr>
          <a:xfrm>
            <a:off x="6126480" y="2120379"/>
            <a:ext cx="5398827" cy="457200"/>
          </a:xfrm>
        </p:spPr>
        <p:txBody>
          <a:bodyPr anchor="ctr"/>
          <a:lstStyle>
            <a:lvl1pPr>
              <a:lnSpc>
                <a:spcPct val="80000"/>
              </a:lnSpc>
              <a:defRPr sz="1600" b="1" cap="none" baseline="0">
                <a:solidFill>
                  <a:schemeClr val="bg2"/>
                </a:solidFill>
                <a:latin typeface="+mj-lt"/>
              </a:defRPr>
            </a:lvl1pPr>
          </a:lstStyle>
          <a:p>
            <a:pPr lvl="0"/>
            <a:r>
              <a:rPr lang="en-US"/>
              <a:t>Lorem  Ipsum</a:t>
            </a:r>
          </a:p>
        </p:txBody>
      </p:sp>
      <p:sp>
        <p:nvSpPr>
          <p:cNvPr id="36" name="Picture Placeholder 27">
            <a:extLst>
              <a:ext uri="{FF2B5EF4-FFF2-40B4-BE49-F238E27FC236}">
                <a16:creationId xmlns:a16="http://schemas.microsoft.com/office/drawing/2014/main" id="{4D130D44-3025-846B-143A-DC157453E21B}"/>
              </a:ext>
            </a:extLst>
          </p:cNvPr>
          <p:cNvSpPr>
            <a:spLocks noGrp="1"/>
          </p:cNvSpPr>
          <p:nvPr>
            <p:ph type="pic" sz="quarter" idx="59"/>
          </p:nvPr>
        </p:nvSpPr>
        <p:spPr>
          <a:xfrm>
            <a:off x="5391546" y="2165662"/>
            <a:ext cx="325994" cy="325994"/>
          </a:xfrm>
          <a:noFill/>
        </p:spPr>
        <p:txBody>
          <a:bodyPr anchor="t"/>
          <a:lstStyle>
            <a:lvl1pPr>
              <a:defRPr>
                <a:solidFill>
                  <a:schemeClr val="bg2"/>
                </a:solidFill>
              </a:defRPr>
            </a:lvl1pPr>
          </a:lstStyle>
          <a:p>
            <a:r>
              <a:rPr lang="en-US"/>
              <a:t>Click icon to add picture</a:t>
            </a:r>
            <a:endParaRPr lang="en-IN"/>
          </a:p>
        </p:txBody>
      </p:sp>
      <p:sp>
        <p:nvSpPr>
          <p:cNvPr id="38" name="Text Placeholder 5">
            <a:extLst>
              <a:ext uri="{FF2B5EF4-FFF2-40B4-BE49-F238E27FC236}">
                <a16:creationId xmlns:a16="http://schemas.microsoft.com/office/drawing/2014/main" id="{6A571B2F-274F-76D4-FA60-47EE55532A9C}"/>
              </a:ext>
            </a:extLst>
          </p:cNvPr>
          <p:cNvSpPr>
            <a:spLocks noGrp="1"/>
          </p:cNvSpPr>
          <p:nvPr>
            <p:ph type="body" sz="quarter" idx="60" hasCustomPrompt="1"/>
          </p:nvPr>
        </p:nvSpPr>
        <p:spPr>
          <a:xfrm>
            <a:off x="6126480" y="3419997"/>
            <a:ext cx="5398827" cy="457200"/>
          </a:xfrm>
        </p:spPr>
        <p:txBody>
          <a:bodyPr anchor="ctr"/>
          <a:lstStyle>
            <a:lvl1pPr>
              <a:lnSpc>
                <a:spcPct val="80000"/>
              </a:lnSpc>
              <a:defRPr sz="1600" b="1" cap="none" baseline="0">
                <a:solidFill>
                  <a:schemeClr val="bg2"/>
                </a:solidFill>
                <a:latin typeface="+mj-lt"/>
              </a:defRPr>
            </a:lvl1pPr>
          </a:lstStyle>
          <a:p>
            <a:pPr lvl="0"/>
            <a:r>
              <a:rPr lang="en-US"/>
              <a:t>Lorem  Ipsum</a:t>
            </a:r>
          </a:p>
        </p:txBody>
      </p:sp>
      <p:sp>
        <p:nvSpPr>
          <p:cNvPr id="39" name="Picture Placeholder 27">
            <a:extLst>
              <a:ext uri="{FF2B5EF4-FFF2-40B4-BE49-F238E27FC236}">
                <a16:creationId xmlns:a16="http://schemas.microsoft.com/office/drawing/2014/main" id="{D52C1497-D050-2909-2AAD-6F3FF5B9FA0D}"/>
              </a:ext>
            </a:extLst>
          </p:cNvPr>
          <p:cNvSpPr>
            <a:spLocks noGrp="1"/>
          </p:cNvSpPr>
          <p:nvPr>
            <p:ph type="pic" sz="quarter" idx="61"/>
          </p:nvPr>
        </p:nvSpPr>
        <p:spPr>
          <a:xfrm>
            <a:off x="5391546" y="3465280"/>
            <a:ext cx="325994" cy="325994"/>
          </a:xfrm>
          <a:noFill/>
        </p:spPr>
        <p:txBody>
          <a:bodyPr anchor="t"/>
          <a:lstStyle>
            <a:lvl1pPr>
              <a:defRPr>
                <a:solidFill>
                  <a:schemeClr val="bg2"/>
                </a:solidFill>
              </a:defRPr>
            </a:lvl1pPr>
          </a:lstStyle>
          <a:p>
            <a:r>
              <a:rPr lang="en-US"/>
              <a:t>Click icon to add picture</a:t>
            </a:r>
            <a:endParaRPr lang="en-IN"/>
          </a:p>
        </p:txBody>
      </p:sp>
      <p:sp>
        <p:nvSpPr>
          <p:cNvPr id="40" name="Text Placeholder 5">
            <a:extLst>
              <a:ext uri="{FF2B5EF4-FFF2-40B4-BE49-F238E27FC236}">
                <a16:creationId xmlns:a16="http://schemas.microsoft.com/office/drawing/2014/main" id="{1EC49B37-5C86-C92F-C514-653F089659E1}"/>
              </a:ext>
            </a:extLst>
          </p:cNvPr>
          <p:cNvSpPr>
            <a:spLocks noGrp="1"/>
          </p:cNvSpPr>
          <p:nvPr>
            <p:ph type="body" sz="quarter" idx="62" hasCustomPrompt="1"/>
          </p:nvPr>
        </p:nvSpPr>
        <p:spPr>
          <a:xfrm>
            <a:off x="6126480" y="4719616"/>
            <a:ext cx="5398827" cy="457200"/>
          </a:xfrm>
        </p:spPr>
        <p:txBody>
          <a:bodyPr anchor="ctr"/>
          <a:lstStyle>
            <a:lvl1pPr>
              <a:lnSpc>
                <a:spcPct val="80000"/>
              </a:lnSpc>
              <a:defRPr sz="1600" b="1" cap="none" baseline="0">
                <a:solidFill>
                  <a:schemeClr val="bg2"/>
                </a:solidFill>
                <a:latin typeface="+mj-lt"/>
              </a:defRPr>
            </a:lvl1pPr>
          </a:lstStyle>
          <a:p>
            <a:pPr lvl="0"/>
            <a:r>
              <a:rPr lang="en-US"/>
              <a:t>Lorem  Ipsum</a:t>
            </a:r>
          </a:p>
        </p:txBody>
      </p:sp>
      <p:sp>
        <p:nvSpPr>
          <p:cNvPr id="42" name="Picture Placeholder 27">
            <a:extLst>
              <a:ext uri="{FF2B5EF4-FFF2-40B4-BE49-F238E27FC236}">
                <a16:creationId xmlns:a16="http://schemas.microsoft.com/office/drawing/2014/main" id="{CBB6E6A6-7C4B-7CAF-D82E-A892866EDF73}"/>
              </a:ext>
            </a:extLst>
          </p:cNvPr>
          <p:cNvSpPr>
            <a:spLocks noGrp="1"/>
          </p:cNvSpPr>
          <p:nvPr>
            <p:ph type="pic" sz="quarter" idx="63"/>
          </p:nvPr>
        </p:nvSpPr>
        <p:spPr>
          <a:xfrm>
            <a:off x="5391546" y="4764899"/>
            <a:ext cx="325994" cy="325994"/>
          </a:xfrm>
          <a:noFill/>
        </p:spPr>
        <p:txBody>
          <a:bodyPr anchor="t"/>
          <a:lstStyle>
            <a:lvl1pPr>
              <a:defRPr>
                <a:solidFill>
                  <a:schemeClr val="bg2"/>
                </a:solidFill>
              </a:defRPr>
            </a:lvl1pPr>
          </a:lstStyle>
          <a:p>
            <a:r>
              <a:rPr lang="en-US"/>
              <a:t>Click icon to add picture</a:t>
            </a:r>
            <a:endParaRPr lang="en-IN"/>
          </a:p>
        </p:txBody>
      </p:sp>
    </p:spTree>
    <p:extLst>
      <p:ext uri="{BB962C8B-B14F-4D97-AF65-F5344CB8AC3E}">
        <p14:creationId xmlns:p14="http://schemas.microsoft.com/office/powerpoint/2010/main" val="1449563846"/>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chart x1">
    <p:bg>
      <p:bgPr>
        <a:solidFill>
          <a:schemeClr val="bg2"/>
        </a:solidFill>
        <a:effectLst/>
      </p:bgPr>
    </p:bg>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010CCF0F-CA2D-C1F3-3A48-323831E16DA2}"/>
              </a:ext>
            </a:extLst>
          </p:cNvPr>
          <p:cNvSpPr/>
          <p:nvPr userDrawn="1"/>
        </p:nvSpPr>
        <p:spPr>
          <a:xfrm>
            <a:off x="4876800" y="400050"/>
            <a:ext cx="7097650" cy="5684838"/>
          </a:xfrm>
          <a:prstGeom prst="roundRect">
            <a:avLst>
              <a:gd name="adj" fmla="val 329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itle 9">
            <a:extLst>
              <a:ext uri="{FF2B5EF4-FFF2-40B4-BE49-F238E27FC236}">
                <a16:creationId xmlns:a16="http://schemas.microsoft.com/office/drawing/2014/main" id="{222F156D-CC02-5CAE-E6EB-16D8F602C022}"/>
              </a:ext>
            </a:extLst>
          </p:cNvPr>
          <p:cNvSpPr>
            <a:spLocks noGrp="1"/>
          </p:cNvSpPr>
          <p:nvPr userDrawn="1">
            <p:ph type="title" hasCustomPrompt="1"/>
          </p:nvPr>
        </p:nvSpPr>
        <p:spPr>
          <a:xfrm>
            <a:off x="385572" y="411480"/>
            <a:ext cx="4144342" cy="664844"/>
          </a:xfrm>
        </p:spPr>
        <p:txBody>
          <a:bodyPr/>
          <a:lstStyle>
            <a:lvl1pPr>
              <a:defRPr>
                <a:solidFill>
                  <a:schemeClr val="tx2"/>
                </a:solidFill>
              </a:defRPr>
            </a:lvl1pPr>
          </a:lstStyle>
          <a:p>
            <a:r>
              <a:rPr lang="en-US"/>
              <a:t>Place headline here</a:t>
            </a:r>
            <a:endParaRPr lang="en-IN"/>
          </a:p>
        </p:txBody>
      </p:sp>
      <p:sp>
        <p:nvSpPr>
          <p:cNvPr id="12" name="Footer Placeholder 11">
            <a:extLst>
              <a:ext uri="{FF2B5EF4-FFF2-40B4-BE49-F238E27FC236}">
                <a16:creationId xmlns:a16="http://schemas.microsoft.com/office/drawing/2014/main" id="{6E23BB0F-4CDE-D684-FD46-ABCEEEF9DABB}"/>
              </a:ext>
            </a:extLst>
          </p:cNvPr>
          <p:cNvSpPr>
            <a:spLocks noGrp="1"/>
          </p:cNvSpPr>
          <p:nvPr userDrawn="1">
            <p:ph type="ftr" sz="quarter" idx="15"/>
          </p:nvPr>
        </p:nvSpPr>
        <p:spPr/>
        <p:txBody>
          <a:bodyPr/>
          <a:lstStyle>
            <a:lvl1pPr>
              <a:defRPr>
                <a:solidFill>
                  <a:schemeClr val="tx2"/>
                </a:solidFill>
              </a:defRPr>
            </a:lvl1pPr>
          </a:lstStyle>
          <a:p>
            <a:r>
              <a:rPr lang="en-IN"/>
              <a:t>Footer</a:t>
            </a:r>
          </a:p>
        </p:txBody>
      </p:sp>
      <p:sp>
        <p:nvSpPr>
          <p:cNvPr id="13" name="Slide Number Placeholder 12">
            <a:extLst>
              <a:ext uri="{FF2B5EF4-FFF2-40B4-BE49-F238E27FC236}">
                <a16:creationId xmlns:a16="http://schemas.microsoft.com/office/drawing/2014/main" id="{181288D2-A04E-B0BB-8144-CAE25CF7D338}"/>
              </a:ext>
            </a:extLst>
          </p:cNvPr>
          <p:cNvSpPr>
            <a:spLocks noGrp="1"/>
          </p:cNvSpPr>
          <p:nvPr userDrawn="1">
            <p:ph type="sldNum" sz="quarter" idx="16"/>
          </p:nvPr>
        </p:nvSpPr>
        <p:spPr/>
        <p:txBody>
          <a:bodyPr/>
          <a:lstStyle>
            <a:lvl1pPr>
              <a:defRPr>
                <a:solidFill>
                  <a:schemeClr val="tx2"/>
                </a:solidFill>
              </a:defRPr>
            </a:lvl1pPr>
          </a:lstStyle>
          <a:p>
            <a:fld id="{85AC2185-BC10-47CC-BB5A-D3C63A4C1365}" type="slidenum">
              <a:rPr lang="en-IN" smtClean="0"/>
              <a:pPr/>
              <a:t>‹#›</a:t>
            </a:fld>
            <a:endParaRPr lang="en-IN"/>
          </a:p>
        </p:txBody>
      </p:sp>
      <p:sp>
        <p:nvSpPr>
          <p:cNvPr id="16" name="Chart Placeholder 15">
            <a:extLst>
              <a:ext uri="{FF2B5EF4-FFF2-40B4-BE49-F238E27FC236}">
                <a16:creationId xmlns:a16="http://schemas.microsoft.com/office/drawing/2014/main" id="{6F039C64-F133-756B-1663-9F73B47CF48E}"/>
              </a:ext>
            </a:extLst>
          </p:cNvPr>
          <p:cNvSpPr>
            <a:spLocks noGrp="1"/>
          </p:cNvSpPr>
          <p:nvPr>
            <p:ph type="chart" sz="quarter" idx="18"/>
          </p:nvPr>
        </p:nvSpPr>
        <p:spPr>
          <a:xfrm>
            <a:off x="5237163" y="1330640"/>
            <a:ext cx="6386512" cy="4378010"/>
          </a:xfrm>
        </p:spPr>
        <p:txBody>
          <a:bodyPr/>
          <a:lstStyle>
            <a:lvl1pPr>
              <a:defRPr sz="1400">
                <a:solidFill>
                  <a:schemeClr val="bg2"/>
                </a:solidFill>
              </a:defRPr>
            </a:lvl1pPr>
          </a:lstStyle>
          <a:p>
            <a:r>
              <a:rPr lang="en-US"/>
              <a:t>Click icon to add chart</a:t>
            </a:r>
          </a:p>
        </p:txBody>
      </p:sp>
      <p:sp>
        <p:nvSpPr>
          <p:cNvPr id="2" name="Content Placeholder 4">
            <a:extLst>
              <a:ext uri="{FF2B5EF4-FFF2-40B4-BE49-F238E27FC236}">
                <a16:creationId xmlns:a16="http://schemas.microsoft.com/office/drawing/2014/main" id="{4274EB37-7FD6-7B40-B0DD-5F5910E9BC76}"/>
              </a:ext>
            </a:extLst>
          </p:cNvPr>
          <p:cNvSpPr>
            <a:spLocks noGrp="1"/>
          </p:cNvSpPr>
          <p:nvPr>
            <p:ph sz="quarter" idx="17"/>
          </p:nvPr>
        </p:nvSpPr>
        <p:spPr>
          <a:xfrm>
            <a:off x="385571" y="1567054"/>
            <a:ext cx="4140454" cy="3990466"/>
          </a:xfrm>
        </p:spPr>
        <p:txBody>
          <a:bodyPr/>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5">
            <a:extLst>
              <a:ext uri="{FF2B5EF4-FFF2-40B4-BE49-F238E27FC236}">
                <a16:creationId xmlns:a16="http://schemas.microsoft.com/office/drawing/2014/main" id="{DC3CC43C-C3CC-5711-34A3-35DDF1773AD5}"/>
              </a:ext>
            </a:extLst>
          </p:cNvPr>
          <p:cNvSpPr>
            <a:spLocks noGrp="1"/>
          </p:cNvSpPr>
          <p:nvPr>
            <p:ph type="body" sz="quarter" idx="19" hasCustomPrompt="1"/>
          </p:nvPr>
        </p:nvSpPr>
        <p:spPr>
          <a:xfrm>
            <a:off x="5237163" y="654366"/>
            <a:ext cx="6386512" cy="421958"/>
          </a:xfrm>
        </p:spPr>
        <p:txBody>
          <a:bodyPr anchor="ctr"/>
          <a:lstStyle>
            <a:lvl1pPr>
              <a:defRPr sz="1100" cap="all" baseline="0">
                <a:solidFill>
                  <a:schemeClr val="bg2"/>
                </a:solidFill>
                <a:latin typeface="+mn-lt"/>
              </a:defRPr>
            </a:lvl1pPr>
          </a:lstStyle>
          <a:p>
            <a:pPr lvl="0"/>
            <a:r>
              <a:rPr lang="en-US" dirty="0"/>
              <a:t>Place headline here, </a:t>
            </a:r>
            <a:br>
              <a:rPr lang="en-US" dirty="0"/>
            </a:br>
            <a:r>
              <a:rPr lang="en-US" dirty="0"/>
              <a:t>lorem ipsum dolor</a:t>
            </a:r>
          </a:p>
        </p:txBody>
      </p:sp>
      <p:sp>
        <p:nvSpPr>
          <p:cNvPr id="7" name="Text Placeholder 5">
            <a:extLst>
              <a:ext uri="{FF2B5EF4-FFF2-40B4-BE49-F238E27FC236}">
                <a16:creationId xmlns:a16="http://schemas.microsoft.com/office/drawing/2014/main" id="{2721D9C4-1A06-4A03-E44B-15D0C5ABF4BA}"/>
              </a:ext>
            </a:extLst>
          </p:cNvPr>
          <p:cNvSpPr>
            <a:spLocks noGrp="1"/>
          </p:cNvSpPr>
          <p:nvPr>
            <p:ph type="body" sz="quarter" idx="20" hasCustomPrompt="1"/>
          </p:nvPr>
        </p:nvSpPr>
        <p:spPr>
          <a:xfrm>
            <a:off x="385572" y="5686332"/>
            <a:ext cx="4142232" cy="421958"/>
          </a:xfrm>
        </p:spPr>
        <p:txBody>
          <a:bodyPr anchor="b"/>
          <a:lstStyle>
            <a:lvl1pPr>
              <a:defRPr sz="800">
                <a:solidFill>
                  <a:schemeClr val="tx2"/>
                </a:solidFill>
                <a:latin typeface="+mn-lt"/>
              </a:defRPr>
            </a:lvl1pPr>
          </a:lstStyle>
          <a:p>
            <a:pPr lvl="0"/>
            <a:r>
              <a:rPr lang="en-US"/>
              <a:t>Place source here</a:t>
            </a:r>
          </a:p>
        </p:txBody>
      </p:sp>
    </p:spTree>
    <p:extLst>
      <p:ext uri="{BB962C8B-B14F-4D97-AF65-F5344CB8AC3E}">
        <p14:creationId xmlns:p14="http://schemas.microsoft.com/office/powerpoint/2010/main" val="2021057049"/>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and chart x1 Dark">
    <p:bg>
      <p:bgPr>
        <a:solidFill>
          <a:schemeClr val="bg2"/>
        </a:solidFill>
        <a:effectLst/>
      </p:bgPr>
    </p:bg>
    <p:spTree>
      <p:nvGrpSpPr>
        <p:cNvPr id="1" name=""/>
        <p:cNvGrpSpPr/>
        <p:nvPr/>
      </p:nvGrpSpPr>
      <p:grpSpPr>
        <a:xfrm>
          <a:off x="0" y="0"/>
          <a:ext cx="0" cy="0"/>
          <a:chOff x="0" y="0"/>
          <a:chExt cx="0" cy="0"/>
        </a:xfrm>
      </p:grpSpPr>
      <p:sp>
        <p:nvSpPr>
          <p:cNvPr id="19" name="Freeform: Shape 18">
            <a:extLst>
              <a:ext uri="{FF2B5EF4-FFF2-40B4-BE49-F238E27FC236}">
                <a16:creationId xmlns:a16="http://schemas.microsoft.com/office/drawing/2014/main" id="{CCEE51E0-8F43-711E-89DF-C44688654914}"/>
              </a:ext>
            </a:extLst>
          </p:cNvPr>
          <p:cNvSpPr/>
          <p:nvPr/>
        </p:nvSpPr>
        <p:spPr>
          <a:xfrm>
            <a:off x="4467024" y="0"/>
            <a:ext cx="7724976" cy="6858000"/>
          </a:xfrm>
          <a:custGeom>
            <a:avLst/>
            <a:gdLst>
              <a:gd name="csX0" fmla="*/ 2712337 w 7724976"/>
              <a:gd name="csY0" fmla="*/ 0 h 6858000"/>
              <a:gd name="csX1" fmla="*/ 7724976 w 7724976"/>
              <a:gd name="csY1" fmla="*/ 0 h 6858000"/>
              <a:gd name="csX2" fmla="*/ 7724976 w 7724976"/>
              <a:gd name="csY2" fmla="*/ 6858000 h 6858000"/>
              <a:gd name="csX3" fmla="*/ 908193 w 7724976"/>
              <a:gd name="csY3" fmla="*/ 6858000 h 6858000"/>
              <a:gd name="csX4" fmla="*/ 42048 w 7724976"/>
              <a:gd name="csY4" fmla="*/ 5653041 h 6858000"/>
              <a:gd name="csX5" fmla="*/ 1212198 w 7724976"/>
              <a:gd name="csY5" fmla="*/ 1204960 h 6858000"/>
              <a:gd name="csX6" fmla="*/ 2712337 w 7724976"/>
              <a:gd name="csY6" fmla="*/ 0 h 6858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7724976" h="6858000">
                <a:moveTo>
                  <a:pt x="2712337" y="0"/>
                </a:moveTo>
                <a:lnTo>
                  <a:pt x="7724976" y="0"/>
                </a:lnTo>
                <a:lnTo>
                  <a:pt x="7724976" y="6858000"/>
                </a:lnTo>
                <a:lnTo>
                  <a:pt x="908193" y="6858000"/>
                </a:lnTo>
                <a:cubicBezTo>
                  <a:pt x="254683" y="6858000"/>
                  <a:pt x="-133047" y="6318609"/>
                  <a:pt x="42048" y="5653041"/>
                </a:cubicBezTo>
                <a:lnTo>
                  <a:pt x="1212198" y="1204960"/>
                </a:lnTo>
                <a:cubicBezTo>
                  <a:pt x="1387294" y="539577"/>
                  <a:pt x="2058827" y="0"/>
                  <a:pt x="2712337" y="0"/>
                </a:cubicBezTo>
                <a:close/>
              </a:path>
            </a:pathLst>
          </a:custGeom>
          <a:solidFill>
            <a:srgbClr val="0B2245"/>
          </a:solidFill>
          <a:ln w="3153" cap="flat">
            <a:noFill/>
            <a:prstDash val="solid"/>
            <a:miter/>
          </a:ln>
        </p:spPr>
        <p:txBody>
          <a:bodyPr wrap="square">
            <a:noAutofit/>
          </a:bodyPr>
          <a:lstStyle/>
          <a:p>
            <a:endParaRPr lang="en-IN"/>
          </a:p>
        </p:txBody>
      </p:sp>
      <p:sp>
        <p:nvSpPr>
          <p:cNvPr id="18" name="Freeform: Shape 17">
            <a:extLst>
              <a:ext uri="{FF2B5EF4-FFF2-40B4-BE49-F238E27FC236}">
                <a16:creationId xmlns:a16="http://schemas.microsoft.com/office/drawing/2014/main" id="{20A6CC57-8CB2-2B68-1F6B-364CADF74614}"/>
              </a:ext>
            </a:extLst>
          </p:cNvPr>
          <p:cNvSpPr/>
          <p:nvPr/>
        </p:nvSpPr>
        <p:spPr>
          <a:xfrm>
            <a:off x="0" y="2"/>
            <a:ext cx="5563288" cy="6858000"/>
          </a:xfrm>
          <a:custGeom>
            <a:avLst/>
            <a:gdLst>
              <a:gd name="csX0" fmla="*/ 0 w 5563288"/>
              <a:gd name="csY0" fmla="*/ 0 h 6858000"/>
              <a:gd name="csX1" fmla="*/ 4655138 w 5563288"/>
              <a:gd name="csY1" fmla="*/ 0 h 6858000"/>
              <a:gd name="csX2" fmla="*/ 5521220 w 5563288"/>
              <a:gd name="csY2" fmla="*/ 1204960 h 6858000"/>
              <a:gd name="csX3" fmla="*/ 4351069 w 5563288"/>
              <a:gd name="csY3" fmla="*/ 5653041 h 6858000"/>
              <a:gd name="csX4" fmla="*/ 2850931 w 5563288"/>
              <a:gd name="csY4" fmla="*/ 6858000 h 6858000"/>
              <a:gd name="csX5" fmla="*/ 0 w 5563288"/>
              <a:gd name="csY5" fmla="*/ 6858000 h 6858000"/>
            </a:gdLst>
            <a:ahLst/>
            <a:cxnLst>
              <a:cxn ang="0">
                <a:pos x="csX0" y="csY0"/>
              </a:cxn>
              <a:cxn ang="0">
                <a:pos x="csX1" y="csY1"/>
              </a:cxn>
              <a:cxn ang="0">
                <a:pos x="csX2" y="csY2"/>
              </a:cxn>
              <a:cxn ang="0">
                <a:pos x="csX3" y="csY3"/>
              </a:cxn>
              <a:cxn ang="0">
                <a:pos x="csX4" y="csY4"/>
              </a:cxn>
              <a:cxn ang="0">
                <a:pos x="csX5" y="csY5"/>
              </a:cxn>
            </a:cxnLst>
            <a:rect l="l" t="t" r="r" b="b"/>
            <a:pathLst>
              <a:path w="5563288" h="6858000">
                <a:moveTo>
                  <a:pt x="0" y="0"/>
                </a:moveTo>
                <a:lnTo>
                  <a:pt x="4655138" y="0"/>
                </a:lnTo>
                <a:cubicBezTo>
                  <a:pt x="5308585" y="0"/>
                  <a:pt x="5696377" y="539577"/>
                  <a:pt x="5521220" y="1204960"/>
                </a:cubicBezTo>
                <a:lnTo>
                  <a:pt x="4351069" y="5653041"/>
                </a:lnTo>
                <a:cubicBezTo>
                  <a:pt x="4175976" y="6318421"/>
                  <a:pt x="3504441" y="6858000"/>
                  <a:pt x="2850931" y="6858000"/>
                </a:cubicBezTo>
                <a:lnTo>
                  <a:pt x="0" y="6858000"/>
                </a:lnTo>
                <a:close/>
              </a:path>
            </a:pathLst>
          </a:custGeom>
          <a:solidFill>
            <a:schemeClr val="tx2"/>
          </a:solidFill>
          <a:ln w="3153" cap="flat">
            <a:noFill/>
            <a:prstDash val="solid"/>
            <a:miter/>
          </a:ln>
        </p:spPr>
        <p:txBody>
          <a:bodyPr wrap="square">
            <a:noAutofit/>
          </a:bodyPr>
          <a:lstStyle/>
          <a:p>
            <a:endParaRPr lang="en-IN"/>
          </a:p>
        </p:txBody>
      </p:sp>
      <p:sp>
        <p:nvSpPr>
          <p:cNvPr id="10" name="Title 9">
            <a:extLst>
              <a:ext uri="{FF2B5EF4-FFF2-40B4-BE49-F238E27FC236}">
                <a16:creationId xmlns:a16="http://schemas.microsoft.com/office/drawing/2014/main" id="{222F156D-CC02-5CAE-E6EB-16D8F602C022}"/>
              </a:ext>
            </a:extLst>
          </p:cNvPr>
          <p:cNvSpPr>
            <a:spLocks noGrp="1"/>
          </p:cNvSpPr>
          <p:nvPr userDrawn="1">
            <p:ph type="title" hasCustomPrompt="1"/>
          </p:nvPr>
        </p:nvSpPr>
        <p:spPr>
          <a:xfrm>
            <a:off x="385572" y="411480"/>
            <a:ext cx="3526671" cy="664844"/>
          </a:xfrm>
        </p:spPr>
        <p:txBody>
          <a:bodyPr/>
          <a:lstStyle>
            <a:lvl1pPr>
              <a:defRPr>
                <a:solidFill>
                  <a:schemeClr val="bg2"/>
                </a:solidFill>
              </a:defRPr>
            </a:lvl1pPr>
          </a:lstStyle>
          <a:p>
            <a:r>
              <a:rPr lang="en-US"/>
              <a:t>Place headline here</a:t>
            </a:r>
            <a:endParaRPr lang="en-IN"/>
          </a:p>
        </p:txBody>
      </p:sp>
      <p:sp>
        <p:nvSpPr>
          <p:cNvPr id="20" name="Content Placeholder 4">
            <a:extLst>
              <a:ext uri="{FF2B5EF4-FFF2-40B4-BE49-F238E27FC236}">
                <a16:creationId xmlns:a16="http://schemas.microsoft.com/office/drawing/2014/main" id="{4A3C289C-987B-5148-30A5-687913F28D26}"/>
              </a:ext>
            </a:extLst>
          </p:cNvPr>
          <p:cNvSpPr>
            <a:spLocks noGrp="1"/>
          </p:cNvSpPr>
          <p:nvPr>
            <p:ph sz="quarter" idx="17"/>
          </p:nvPr>
        </p:nvSpPr>
        <p:spPr>
          <a:xfrm>
            <a:off x="385571" y="1567054"/>
            <a:ext cx="3526672" cy="3986784"/>
          </a:xfrm>
        </p:spPr>
        <p:txBody>
          <a:bodyPr/>
          <a:lstStyle>
            <a:lvl1pPr>
              <a:defRPr sz="1400">
                <a:solidFill>
                  <a:schemeClr val="bg2"/>
                </a:solidFill>
              </a:defRPr>
            </a:lvl1pPr>
            <a:lvl2pPr>
              <a:defRPr sz="1400">
                <a:solidFill>
                  <a:schemeClr val="bg2"/>
                </a:solidFill>
              </a:defRPr>
            </a:lvl2pPr>
            <a:lvl3pPr>
              <a:defRPr sz="1400">
                <a:solidFill>
                  <a:schemeClr val="bg2"/>
                </a:solidFill>
              </a:defRPr>
            </a:lvl3pPr>
            <a:lvl4pPr>
              <a:defRPr sz="1400">
                <a:solidFill>
                  <a:schemeClr val="bg2"/>
                </a:solidFill>
              </a:defRPr>
            </a:lvl4pPr>
            <a:lvl5pPr>
              <a:defRPr sz="14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1" name="Chart Placeholder 15">
            <a:extLst>
              <a:ext uri="{FF2B5EF4-FFF2-40B4-BE49-F238E27FC236}">
                <a16:creationId xmlns:a16="http://schemas.microsoft.com/office/drawing/2014/main" id="{1632B550-BC21-9041-5DE3-3FDED1AF18C5}"/>
              </a:ext>
            </a:extLst>
          </p:cNvPr>
          <p:cNvSpPr>
            <a:spLocks noGrp="1"/>
          </p:cNvSpPr>
          <p:nvPr>
            <p:ph type="chart" sz="quarter" idx="18"/>
          </p:nvPr>
        </p:nvSpPr>
        <p:spPr>
          <a:xfrm>
            <a:off x="6357395" y="1451537"/>
            <a:ext cx="5266280" cy="4378010"/>
          </a:xfrm>
        </p:spPr>
        <p:txBody>
          <a:bodyPr/>
          <a:lstStyle>
            <a:lvl1pPr algn="ctr">
              <a:defRPr sz="1400">
                <a:solidFill>
                  <a:schemeClr val="bg2"/>
                </a:solidFill>
              </a:defRPr>
            </a:lvl1pPr>
          </a:lstStyle>
          <a:p>
            <a:r>
              <a:rPr lang="en-US"/>
              <a:t>Click icon to add chart</a:t>
            </a:r>
          </a:p>
        </p:txBody>
      </p:sp>
      <p:sp>
        <p:nvSpPr>
          <p:cNvPr id="22" name="Text Placeholder 5">
            <a:extLst>
              <a:ext uri="{FF2B5EF4-FFF2-40B4-BE49-F238E27FC236}">
                <a16:creationId xmlns:a16="http://schemas.microsoft.com/office/drawing/2014/main" id="{BD0C0ED4-24A7-B59E-A93D-A09EB06DAE08}"/>
              </a:ext>
            </a:extLst>
          </p:cNvPr>
          <p:cNvSpPr>
            <a:spLocks noGrp="1"/>
          </p:cNvSpPr>
          <p:nvPr>
            <p:ph type="body" sz="quarter" idx="19" hasCustomPrompt="1"/>
          </p:nvPr>
        </p:nvSpPr>
        <p:spPr>
          <a:xfrm>
            <a:off x="6357395" y="821681"/>
            <a:ext cx="5266282" cy="468314"/>
          </a:xfrm>
        </p:spPr>
        <p:txBody>
          <a:bodyPr anchor="ctr"/>
          <a:lstStyle>
            <a:lvl1pPr algn="ctr">
              <a:defRPr sz="1100" cap="all" baseline="0">
                <a:solidFill>
                  <a:schemeClr val="bg2"/>
                </a:solidFill>
                <a:latin typeface="+mn-lt"/>
              </a:defRPr>
            </a:lvl1pPr>
          </a:lstStyle>
          <a:p>
            <a:pPr lvl="0"/>
            <a:r>
              <a:rPr lang="en-US" dirty="0"/>
              <a:t>Place headline here, </a:t>
            </a:r>
            <a:br>
              <a:rPr lang="en-US" dirty="0"/>
            </a:br>
            <a:r>
              <a:rPr lang="en-US" dirty="0"/>
              <a:t>lorem ipsum dolor</a:t>
            </a:r>
          </a:p>
        </p:txBody>
      </p:sp>
      <p:sp>
        <p:nvSpPr>
          <p:cNvPr id="3" name="Text Placeholder 5">
            <a:extLst>
              <a:ext uri="{FF2B5EF4-FFF2-40B4-BE49-F238E27FC236}">
                <a16:creationId xmlns:a16="http://schemas.microsoft.com/office/drawing/2014/main" id="{9E335D13-C1E1-21CB-DB9E-0EEF2D67F58B}"/>
              </a:ext>
            </a:extLst>
          </p:cNvPr>
          <p:cNvSpPr>
            <a:spLocks noGrp="1"/>
          </p:cNvSpPr>
          <p:nvPr>
            <p:ph type="body" sz="quarter" idx="20" hasCustomPrompt="1"/>
          </p:nvPr>
        </p:nvSpPr>
        <p:spPr>
          <a:xfrm>
            <a:off x="385572" y="5686332"/>
            <a:ext cx="3529584" cy="421958"/>
          </a:xfrm>
        </p:spPr>
        <p:txBody>
          <a:bodyPr anchor="b"/>
          <a:lstStyle>
            <a:lvl1pPr>
              <a:defRPr sz="800">
                <a:solidFill>
                  <a:schemeClr val="bg2"/>
                </a:solidFill>
                <a:latin typeface="+mn-lt"/>
              </a:defRPr>
            </a:lvl1pPr>
          </a:lstStyle>
          <a:p>
            <a:pPr lvl="0"/>
            <a:r>
              <a:rPr lang="en-US"/>
              <a:t>Place source here</a:t>
            </a:r>
          </a:p>
        </p:txBody>
      </p:sp>
      <p:sp>
        <p:nvSpPr>
          <p:cNvPr id="4" name="Footer Placeholder 3">
            <a:extLst>
              <a:ext uri="{FF2B5EF4-FFF2-40B4-BE49-F238E27FC236}">
                <a16:creationId xmlns:a16="http://schemas.microsoft.com/office/drawing/2014/main" id="{79493C3A-1C1E-4C6C-6250-229F5C1A28B2}"/>
              </a:ext>
            </a:extLst>
          </p:cNvPr>
          <p:cNvSpPr>
            <a:spLocks noGrp="1"/>
          </p:cNvSpPr>
          <p:nvPr>
            <p:ph type="ftr" sz="quarter" idx="21"/>
          </p:nvPr>
        </p:nvSpPr>
        <p:spPr/>
        <p:txBody>
          <a:bodyPr/>
          <a:lstStyle>
            <a:lvl1pPr>
              <a:defRPr>
                <a:solidFill>
                  <a:schemeClr val="bg2"/>
                </a:solidFill>
              </a:defRPr>
            </a:lvl1pPr>
          </a:lstStyle>
          <a:p>
            <a:r>
              <a:rPr lang="en-US"/>
              <a:t>Footer</a:t>
            </a:r>
            <a:endParaRPr lang="en-IN"/>
          </a:p>
        </p:txBody>
      </p:sp>
      <p:sp>
        <p:nvSpPr>
          <p:cNvPr id="5" name="Slide Number Placeholder 4">
            <a:extLst>
              <a:ext uri="{FF2B5EF4-FFF2-40B4-BE49-F238E27FC236}">
                <a16:creationId xmlns:a16="http://schemas.microsoft.com/office/drawing/2014/main" id="{77A5FB90-392D-14F5-F3C1-10322E32EFDC}"/>
              </a:ext>
            </a:extLst>
          </p:cNvPr>
          <p:cNvSpPr>
            <a:spLocks noGrp="1"/>
          </p:cNvSpPr>
          <p:nvPr>
            <p:ph type="sldNum" sz="quarter" idx="22"/>
          </p:nvPr>
        </p:nvSpPr>
        <p:spPr/>
        <p:txBody>
          <a:bodyPr/>
          <a:lstStyle>
            <a:lvl1pPr>
              <a:defRPr>
                <a:solidFill>
                  <a:schemeClr val="bg2"/>
                </a:solidFill>
              </a:defRPr>
            </a:lvl1pPr>
          </a:lstStyle>
          <a:p>
            <a:fld id="{85AC2185-BC10-47CC-BB5A-D3C63A4C1365}" type="slidenum">
              <a:rPr lang="en-IN" smtClean="0"/>
              <a:pPr/>
              <a:t>‹#›</a:t>
            </a:fld>
            <a:endParaRPr lang="en-IN"/>
          </a:p>
        </p:txBody>
      </p:sp>
      <p:pic>
        <p:nvPicPr>
          <p:cNvPr id="6" name="Graphic 5">
            <a:extLst>
              <a:ext uri="{FF2B5EF4-FFF2-40B4-BE49-F238E27FC236}">
                <a16:creationId xmlns:a16="http://schemas.microsoft.com/office/drawing/2014/main" id="{2366113E-6C46-868F-216E-27726988DD5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18135" y="6317218"/>
            <a:ext cx="1135261" cy="411480"/>
          </a:xfrm>
          <a:prstGeom prst="rect">
            <a:avLst/>
          </a:prstGeom>
        </p:spPr>
      </p:pic>
    </p:spTree>
    <p:extLst>
      <p:ext uri="{BB962C8B-B14F-4D97-AF65-F5344CB8AC3E}">
        <p14:creationId xmlns:p14="http://schemas.microsoft.com/office/powerpoint/2010/main" val="3247173151"/>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and chart x1 Light">
    <p:bg>
      <p:bgRef idx="1001">
        <a:schemeClr val="bg2"/>
      </p:bgRef>
    </p:bg>
    <p:spTree>
      <p:nvGrpSpPr>
        <p:cNvPr id="1" name=""/>
        <p:cNvGrpSpPr/>
        <p:nvPr/>
      </p:nvGrpSpPr>
      <p:grpSpPr>
        <a:xfrm>
          <a:off x="0" y="0"/>
          <a:ext cx="0" cy="0"/>
          <a:chOff x="0" y="0"/>
          <a:chExt cx="0" cy="0"/>
        </a:xfrm>
      </p:grpSpPr>
      <p:sp>
        <p:nvSpPr>
          <p:cNvPr id="19" name="Freeform: Shape 18">
            <a:extLst>
              <a:ext uri="{FF2B5EF4-FFF2-40B4-BE49-F238E27FC236}">
                <a16:creationId xmlns:a16="http://schemas.microsoft.com/office/drawing/2014/main" id="{CCEE51E0-8F43-711E-89DF-C44688654914}"/>
              </a:ext>
            </a:extLst>
          </p:cNvPr>
          <p:cNvSpPr/>
          <p:nvPr/>
        </p:nvSpPr>
        <p:spPr>
          <a:xfrm>
            <a:off x="4467024" y="0"/>
            <a:ext cx="7724976" cy="6858000"/>
          </a:xfrm>
          <a:custGeom>
            <a:avLst/>
            <a:gdLst>
              <a:gd name="csX0" fmla="*/ 2712337 w 7724976"/>
              <a:gd name="csY0" fmla="*/ 0 h 6858000"/>
              <a:gd name="csX1" fmla="*/ 7724976 w 7724976"/>
              <a:gd name="csY1" fmla="*/ 0 h 6858000"/>
              <a:gd name="csX2" fmla="*/ 7724976 w 7724976"/>
              <a:gd name="csY2" fmla="*/ 6858000 h 6858000"/>
              <a:gd name="csX3" fmla="*/ 908193 w 7724976"/>
              <a:gd name="csY3" fmla="*/ 6858000 h 6858000"/>
              <a:gd name="csX4" fmla="*/ 42048 w 7724976"/>
              <a:gd name="csY4" fmla="*/ 5653041 h 6858000"/>
              <a:gd name="csX5" fmla="*/ 1212198 w 7724976"/>
              <a:gd name="csY5" fmla="*/ 1204960 h 6858000"/>
              <a:gd name="csX6" fmla="*/ 2712337 w 7724976"/>
              <a:gd name="csY6" fmla="*/ 0 h 6858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7724976" h="6858000">
                <a:moveTo>
                  <a:pt x="2712337" y="0"/>
                </a:moveTo>
                <a:lnTo>
                  <a:pt x="7724976" y="0"/>
                </a:lnTo>
                <a:lnTo>
                  <a:pt x="7724976" y="6858000"/>
                </a:lnTo>
                <a:lnTo>
                  <a:pt x="908193" y="6858000"/>
                </a:lnTo>
                <a:cubicBezTo>
                  <a:pt x="254683" y="6858000"/>
                  <a:pt x="-133047" y="6318609"/>
                  <a:pt x="42048" y="5653041"/>
                </a:cubicBezTo>
                <a:lnTo>
                  <a:pt x="1212198" y="1204960"/>
                </a:lnTo>
                <a:cubicBezTo>
                  <a:pt x="1387294" y="539577"/>
                  <a:pt x="2058827" y="0"/>
                  <a:pt x="2712337" y="0"/>
                </a:cubicBezTo>
                <a:close/>
              </a:path>
            </a:pathLst>
          </a:custGeom>
          <a:solidFill>
            <a:schemeClr val="tx2"/>
          </a:solidFill>
          <a:ln w="3153" cap="flat">
            <a:noFill/>
            <a:prstDash val="solid"/>
            <a:miter/>
          </a:ln>
        </p:spPr>
        <p:txBody>
          <a:bodyPr wrap="square">
            <a:noAutofit/>
          </a:bodyPr>
          <a:lstStyle/>
          <a:p>
            <a:endParaRPr lang="en-IN">
              <a:solidFill>
                <a:schemeClr val="bg2"/>
              </a:solidFill>
            </a:endParaRPr>
          </a:p>
        </p:txBody>
      </p:sp>
      <p:sp>
        <p:nvSpPr>
          <p:cNvPr id="18" name="Freeform: Shape 17">
            <a:extLst>
              <a:ext uri="{FF2B5EF4-FFF2-40B4-BE49-F238E27FC236}">
                <a16:creationId xmlns:a16="http://schemas.microsoft.com/office/drawing/2014/main" id="{20A6CC57-8CB2-2B68-1F6B-364CADF74614}"/>
              </a:ext>
            </a:extLst>
          </p:cNvPr>
          <p:cNvSpPr/>
          <p:nvPr/>
        </p:nvSpPr>
        <p:spPr>
          <a:xfrm>
            <a:off x="0" y="2"/>
            <a:ext cx="5563288" cy="6858000"/>
          </a:xfrm>
          <a:custGeom>
            <a:avLst/>
            <a:gdLst>
              <a:gd name="csX0" fmla="*/ 0 w 5563288"/>
              <a:gd name="csY0" fmla="*/ 0 h 6858000"/>
              <a:gd name="csX1" fmla="*/ 4655138 w 5563288"/>
              <a:gd name="csY1" fmla="*/ 0 h 6858000"/>
              <a:gd name="csX2" fmla="*/ 5521220 w 5563288"/>
              <a:gd name="csY2" fmla="*/ 1204960 h 6858000"/>
              <a:gd name="csX3" fmla="*/ 4351069 w 5563288"/>
              <a:gd name="csY3" fmla="*/ 5653041 h 6858000"/>
              <a:gd name="csX4" fmla="*/ 2850931 w 5563288"/>
              <a:gd name="csY4" fmla="*/ 6858000 h 6858000"/>
              <a:gd name="csX5" fmla="*/ 0 w 5563288"/>
              <a:gd name="csY5" fmla="*/ 6858000 h 6858000"/>
            </a:gdLst>
            <a:ahLst/>
            <a:cxnLst>
              <a:cxn ang="0">
                <a:pos x="csX0" y="csY0"/>
              </a:cxn>
              <a:cxn ang="0">
                <a:pos x="csX1" y="csY1"/>
              </a:cxn>
              <a:cxn ang="0">
                <a:pos x="csX2" y="csY2"/>
              </a:cxn>
              <a:cxn ang="0">
                <a:pos x="csX3" y="csY3"/>
              </a:cxn>
              <a:cxn ang="0">
                <a:pos x="csX4" y="csY4"/>
              </a:cxn>
              <a:cxn ang="0">
                <a:pos x="csX5" y="csY5"/>
              </a:cxn>
            </a:cxnLst>
            <a:rect l="l" t="t" r="r" b="b"/>
            <a:pathLst>
              <a:path w="5563288" h="6858000">
                <a:moveTo>
                  <a:pt x="0" y="0"/>
                </a:moveTo>
                <a:lnTo>
                  <a:pt x="4655138" y="0"/>
                </a:lnTo>
                <a:cubicBezTo>
                  <a:pt x="5308585" y="0"/>
                  <a:pt x="5696377" y="539577"/>
                  <a:pt x="5521220" y="1204960"/>
                </a:cubicBezTo>
                <a:lnTo>
                  <a:pt x="4351069" y="5653041"/>
                </a:lnTo>
                <a:cubicBezTo>
                  <a:pt x="4175976" y="6318421"/>
                  <a:pt x="3504441" y="6858000"/>
                  <a:pt x="2850931" y="6858000"/>
                </a:cubicBezTo>
                <a:lnTo>
                  <a:pt x="0" y="6858000"/>
                </a:lnTo>
                <a:close/>
              </a:path>
            </a:pathLst>
          </a:custGeom>
          <a:solidFill>
            <a:schemeClr val="tx2"/>
          </a:solidFill>
          <a:ln w="3153" cap="flat">
            <a:noFill/>
            <a:prstDash val="solid"/>
            <a:miter/>
          </a:ln>
        </p:spPr>
        <p:txBody>
          <a:bodyPr wrap="square">
            <a:noAutofit/>
          </a:bodyPr>
          <a:lstStyle/>
          <a:p>
            <a:endParaRPr lang="en-IN">
              <a:solidFill>
                <a:schemeClr val="bg2"/>
              </a:solidFill>
            </a:endParaRPr>
          </a:p>
        </p:txBody>
      </p:sp>
      <p:sp>
        <p:nvSpPr>
          <p:cNvPr id="10" name="Title 9">
            <a:extLst>
              <a:ext uri="{FF2B5EF4-FFF2-40B4-BE49-F238E27FC236}">
                <a16:creationId xmlns:a16="http://schemas.microsoft.com/office/drawing/2014/main" id="{222F156D-CC02-5CAE-E6EB-16D8F602C022}"/>
              </a:ext>
            </a:extLst>
          </p:cNvPr>
          <p:cNvSpPr>
            <a:spLocks noGrp="1"/>
          </p:cNvSpPr>
          <p:nvPr userDrawn="1">
            <p:ph type="title" hasCustomPrompt="1"/>
          </p:nvPr>
        </p:nvSpPr>
        <p:spPr>
          <a:xfrm>
            <a:off x="385572" y="411480"/>
            <a:ext cx="3526671" cy="664844"/>
          </a:xfrm>
        </p:spPr>
        <p:txBody>
          <a:bodyPr/>
          <a:lstStyle>
            <a:lvl1pPr>
              <a:defRPr>
                <a:solidFill>
                  <a:schemeClr val="bg2"/>
                </a:solidFill>
              </a:defRPr>
            </a:lvl1pPr>
          </a:lstStyle>
          <a:p>
            <a:r>
              <a:rPr lang="en-US"/>
              <a:t>Place headline here</a:t>
            </a:r>
            <a:endParaRPr lang="en-IN"/>
          </a:p>
        </p:txBody>
      </p:sp>
      <p:sp>
        <p:nvSpPr>
          <p:cNvPr id="20" name="Content Placeholder 4">
            <a:extLst>
              <a:ext uri="{FF2B5EF4-FFF2-40B4-BE49-F238E27FC236}">
                <a16:creationId xmlns:a16="http://schemas.microsoft.com/office/drawing/2014/main" id="{4A3C289C-987B-5148-30A5-687913F28D26}"/>
              </a:ext>
            </a:extLst>
          </p:cNvPr>
          <p:cNvSpPr>
            <a:spLocks noGrp="1"/>
          </p:cNvSpPr>
          <p:nvPr>
            <p:ph sz="quarter" idx="17"/>
          </p:nvPr>
        </p:nvSpPr>
        <p:spPr>
          <a:xfrm>
            <a:off x="385571" y="1567054"/>
            <a:ext cx="3526672" cy="3986784"/>
          </a:xfrm>
        </p:spPr>
        <p:txBody>
          <a:bodyPr/>
          <a:lstStyle>
            <a:lvl1pPr>
              <a:defRPr sz="1400">
                <a:solidFill>
                  <a:schemeClr val="bg2"/>
                </a:solidFill>
              </a:defRPr>
            </a:lvl1pPr>
            <a:lvl2pPr>
              <a:defRPr sz="1400">
                <a:solidFill>
                  <a:schemeClr val="bg2"/>
                </a:solidFill>
              </a:defRPr>
            </a:lvl2pPr>
            <a:lvl3pPr>
              <a:defRPr sz="1400">
                <a:solidFill>
                  <a:schemeClr val="bg2"/>
                </a:solidFill>
              </a:defRPr>
            </a:lvl3pPr>
            <a:lvl4pPr>
              <a:defRPr sz="1400">
                <a:solidFill>
                  <a:schemeClr val="bg2"/>
                </a:solidFill>
              </a:defRPr>
            </a:lvl4pPr>
            <a:lvl5pPr>
              <a:defRPr sz="14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1" name="Chart Placeholder 15">
            <a:extLst>
              <a:ext uri="{FF2B5EF4-FFF2-40B4-BE49-F238E27FC236}">
                <a16:creationId xmlns:a16="http://schemas.microsoft.com/office/drawing/2014/main" id="{1632B550-BC21-9041-5DE3-3FDED1AF18C5}"/>
              </a:ext>
            </a:extLst>
          </p:cNvPr>
          <p:cNvSpPr>
            <a:spLocks noGrp="1"/>
          </p:cNvSpPr>
          <p:nvPr>
            <p:ph type="chart" sz="quarter" idx="18"/>
          </p:nvPr>
        </p:nvSpPr>
        <p:spPr>
          <a:xfrm>
            <a:off x="6357395" y="1451537"/>
            <a:ext cx="5266280" cy="4378010"/>
          </a:xfrm>
        </p:spPr>
        <p:txBody>
          <a:bodyPr/>
          <a:lstStyle>
            <a:lvl1pPr algn="ctr">
              <a:defRPr sz="1400">
                <a:solidFill>
                  <a:schemeClr val="bg2"/>
                </a:solidFill>
              </a:defRPr>
            </a:lvl1pPr>
          </a:lstStyle>
          <a:p>
            <a:r>
              <a:rPr lang="en-US"/>
              <a:t>Click icon to add chart</a:t>
            </a:r>
          </a:p>
        </p:txBody>
      </p:sp>
      <p:sp>
        <p:nvSpPr>
          <p:cNvPr id="22" name="Text Placeholder 5">
            <a:extLst>
              <a:ext uri="{FF2B5EF4-FFF2-40B4-BE49-F238E27FC236}">
                <a16:creationId xmlns:a16="http://schemas.microsoft.com/office/drawing/2014/main" id="{BD0C0ED4-24A7-B59E-A93D-A09EB06DAE08}"/>
              </a:ext>
            </a:extLst>
          </p:cNvPr>
          <p:cNvSpPr>
            <a:spLocks noGrp="1"/>
          </p:cNvSpPr>
          <p:nvPr>
            <p:ph type="body" sz="quarter" idx="19" hasCustomPrompt="1"/>
          </p:nvPr>
        </p:nvSpPr>
        <p:spPr>
          <a:xfrm>
            <a:off x="6357395" y="821681"/>
            <a:ext cx="5266282" cy="468314"/>
          </a:xfrm>
        </p:spPr>
        <p:txBody>
          <a:bodyPr anchor="ctr"/>
          <a:lstStyle>
            <a:lvl1pPr algn="ctr">
              <a:defRPr sz="1100" cap="all" baseline="0">
                <a:solidFill>
                  <a:schemeClr val="bg2"/>
                </a:solidFill>
                <a:latin typeface="+mn-lt"/>
              </a:defRPr>
            </a:lvl1pPr>
          </a:lstStyle>
          <a:p>
            <a:pPr lvl="0"/>
            <a:r>
              <a:rPr lang="en-US" dirty="0"/>
              <a:t>Place headline here, </a:t>
            </a:r>
            <a:br>
              <a:rPr lang="en-US" dirty="0"/>
            </a:br>
            <a:r>
              <a:rPr lang="en-US" dirty="0"/>
              <a:t>lorem ipsum dolor</a:t>
            </a:r>
          </a:p>
        </p:txBody>
      </p:sp>
      <p:sp>
        <p:nvSpPr>
          <p:cNvPr id="3" name="Text Placeholder 5">
            <a:extLst>
              <a:ext uri="{FF2B5EF4-FFF2-40B4-BE49-F238E27FC236}">
                <a16:creationId xmlns:a16="http://schemas.microsoft.com/office/drawing/2014/main" id="{3D8B13A9-0C00-2707-F1B4-31C68BBA5E90}"/>
              </a:ext>
            </a:extLst>
          </p:cNvPr>
          <p:cNvSpPr>
            <a:spLocks noGrp="1"/>
          </p:cNvSpPr>
          <p:nvPr>
            <p:ph type="body" sz="quarter" idx="20" hasCustomPrompt="1"/>
          </p:nvPr>
        </p:nvSpPr>
        <p:spPr>
          <a:xfrm>
            <a:off x="385572" y="5686332"/>
            <a:ext cx="3529584" cy="421958"/>
          </a:xfrm>
        </p:spPr>
        <p:txBody>
          <a:bodyPr anchor="b"/>
          <a:lstStyle>
            <a:lvl1pPr>
              <a:defRPr sz="800">
                <a:solidFill>
                  <a:schemeClr val="bg2"/>
                </a:solidFill>
                <a:latin typeface="+mn-lt"/>
              </a:defRPr>
            </a:lvl1pPr>
          </a:lstStyle>
          <a:p>
            <a:pPr lvl="0"/>
            <a:r>
              <a:rPr lang="en-US"/>
              <a:t>Place source here</a:t>
            </a:r>
          </a:p>
        </p:txBody>
      </p:sp>
      <p:sp>
        <p:nvSpPr>
          <p:cNvPr id="4" name="Footer Placeholder 3">
            <a:extLst>
              <a:ext uri="{FF2B5EF4-FFF2-40B4-BE49-F238E27FC236}">
                <a16:creationId xmlns:a16="http://schemas.microsoft.com/office/drawing/2014/main" id="{9803B2F8-3169-4B4B-15F3-FC63202F1A18}"/>
              </a:ext>
            </a:extLst>
          </p:cNvPr>
          <p:cNvSpPr>
            <a:spLocks noGrp="1"/>
          </p:cNvSpPr>
          <p:nvPr>
            <p:ph type="ftr" sz="quarter" idx="21"/>
          </p:nvPr>
        </p:nvSpPr>
        <p:spPr/>
        <p:txBody>
          <a:bodyPr/>
          <a:lstStyle>
            <a:lvl1pPr>
              <a:defRPr>
                <a:solidFill>
                  <a:schemeClr val="bg2"/>
                </a:solidFill>
              </a:defRPr>
            </a:lvl1pPr>
          </a:lstStyle>
          <a:p>
            <a:r>
              <a:rPr lang="en-US"/>
              <a:t>Footer</a:t>
            </a:r>
            <a:endParaRPr lang="en-IN"/>
          </a:p>
        </p:txBody>
      </p:sp>
      <p:sp>
        <p:nvSpPr>
          <p:cNvPr id="5" name="Slide Number Placeholder 4">
            <a:extLst>
              <a:ext uri="{FF2B5EF4-FFF2-40B4-BE49-F238E27FC236}">
                <a16:creationId xmlns:a16="http://schemas.microsoft.com/office/drawing/2014/main" id="{D23B424A-20ED-74FC-BDCB-DC94E170581E}"/>
              </a:ext>
            </a:extLst>
          </p:cNvPr>
          <p:cNvSpPr>
            <a:spLocks noGrp="1"/>
          </p:cNvSpPr>
          <p:nvPr>
            <p:ph type="sldNum" sz="quarter" idx="22"/>
          </p:nvPr>
        </p:nvSpPr>
        <p:spPr/>
        <p:txBody>
          <a:bodyPr/>
          <a:lstStyle>
            <a:lvl1pPr>
              <a:defRPr>
                <a:solidFill>
                  <a:schemeClr val="bg2"/>
                </a:solidFill>
              </a:defRPr>
            </a:lvl1pPr>
          </a:lstStyle>
          <a:p>
            <a:fld id="{85AC2185-BC10-47CC-BB5A-D3C63A4C1365}" type="slidenum">
              <a:rPr lang="en-IN" smtClean="0"/>
              <a:pPr/>
              <a:t>‹#›</a:t>
            </a:fld>
            <a:endParaRPr lang="en-IN"/>
          </a:p>
        </p:txBody>
      </p:sp>
      <p:pic>
        <p:nvPicPr>
          <p:cNvPr id="6" name="Graphic 5">
            <a:extLst>
              <a:ext uri="{FF2B5EF4-FFF2-40B4-BE49-F238E27FC236}">
                <a16:creationId xmlns:a16="http://schemas.microsoft.com/office/drawing/2014/main" id="{941EFAA6-E32B-6701-3203-9B9A6D43443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18135" y="6317218"/>
            <a:ext cx="1135261" cy="411480"/>
          </a:xfrm>
          <a:prstGeom prst="rect">
            <a:avLst/>
          </a:prstGeom>
        </p:spPr>
      </p:pic>
    </p:spTree>
    <p:extLst>
      <p:ext uri="{BB962C8B-B14F-4D97-AF65-F5344CB8AC3E}">
        <p14:creationId xmlns:p14="http://schemas.microsoft.com/office/powerpoint/2010/main" val="2129749302"/>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with Shape">
    <p:bg>
      <p:bgRef idx="1001">
        <a:schemeClr val="bg2"/>
      </p:bgRef>
    </p:bg>
    <p:spTree>
      <p:nvGrpSpPr>
        <p:cNvPr id="1" name=""/>
        <p:cNvGrpSpPr/>
        <p:nvPr/>
      </p:nvGrpSpPr>
      <p:grpSpPr>
        <a:xfrm>
          <a:off x="0" y="0"/>
          <a:ext cx="0" cy="0"/>
          <a:chOff x="0" y="0"/>
          <a:chExt cx="0" cy="0"/>
        </a:xfrm>
      </p:grpSpPr>
      <p:sp>
        <p:nvSpPr>
          <p:cNvPr id="30" name="Freeform: Shape 29">
            <a:extLst>
              <a:ext uri="{FF2B5EF4-FFF2-40B4-BE49-F238E27FC236}">
                <a16:creationId xmlns:a16="http://schemas.microsoft.com/office/drawing/2014/main" id="{53BFE0C0-E843-4266-DF79-70AE5FFA6FAE}"/>
              </a:ext>
            </a:extLst>
          </p:cNvPr>
          <p:cNvSpPr/>
          <p:nvPr userDrawn="1"/>
        </p:nvSpPr>
        <p:spPr>
          <a:xfrm>
            <a:off x="10203548" y="231091"/>
            <a:ext cx="1988453" cy="6624049"/>
          </a:xfrm>
          <a:custGeom>
            <a:avLst/>
            <a:gdLst>
              <a:gd name="csX0" fmla="*/ 1988453 w 1988453"/>
              <a:gd name="csY0" fmla="*/ 0 h 6624049"/>
              <a:gd name="csX1" fmla="*/ 1988453 w 1988453"/>
              <a:gd name="csY1" fmla="*/ 6624049 h 6624049"/>
              <a:gd name="csX2" fmla="*/ 925001 w 1988453"/>
              <a:gd name="csY2" fmla="*/ 6624049 h 6624049"/>
              <a:gd name="csX3" fmla="*/ 42825 w 1988453"/>
              <a:gd name="csY3" fmla="*/ 5419073 h 6624049"/>
              <a:gd name="csX4" fmla="*/ 1234634 w 1988453"/>
              <a:gd name="csY4" fmla="*/ 971028 h 6624049"/>
              <a:gd name="csX5" fmla="*/ 1922268 w 1988453"/>
              <a:gd name="csY5" fmla="*/ 41234 h 6624049"/>
            </a:gdLst>
            <a:ahLst/>
            <a:cxnLst>
              <a:cxn ang="0">
                <a:pos x="csX0" y="csY0"/>
              </a:cxn>
              <a:cxn ang="0">
                <a:pos x="csX1" y="csY1"/>
              </a:cxn>
              <a:cxn ang="0">
                <a:pos x="csX2" y="csY2"/>
              </a:cxn>
              <a:cxn ang="0">
                <a:pos x="csX3" y="csY3"/>
              </a:cxn>
              <a:cxn ang="0">
                <a:pos x="csX4" y="csY4"/>
              </a:cxn>
              <a:cxn ang="0">
                <a:pos x="csX5" y="csY5"/>
              </a:cxn>
            </a:cxnLst>
            <a:rect l="l" t="t" r="r" b="b"/>
            <a:pathLst>
              <a:path w="1988453" h="6624049">
                <a:moveTo>
                  <a:pt x="1988453" y="0"/>
                </a:moveTo>
                <a:lnTo>
                  <a:pt x="1988453" y="6624049"/>
                </a:lnTo>
                <a:lnTo>
                  <a:pt x="925001" y="6624049"/>
                </a:lnTo>
                <a:cubicBezTo>
                  <a:pt x="259396" y="6624049"/>
                  <a:pt x="-135509" y="6084678"/>
                  <a:pt x="42825" y="5419073"/>
                </a:cubicBezTo>
                <a:lnTo>
                  <a:pt x="1234634" y="971028"/>
                </a:lnTo>
                <a:cubicBezTo>
                  <a:pt x="1334948" y="596732"/>
                  <a:pt x="1595245" y="262257"/>
                  <a:pt x="1922268" y="41234"/>
                </a:cubicBezTo>
                <a:close/>
              </a:path>
            </a:pathLst>
          </a:custGeom>
          <a:solidFill>
            <a:schemeClr val="tx2"/>
          </a:solidFill>
          <a:ln w="3153" cap="flat">
            <a:noFill/>
            <a:prstDash val="solid"/>
            <a:miter/>
          </a:ln>
        </p:spPr>
        <p:txBody>
          <a:bodyPr/>
          <a:lstStyle/>
          <a:p>
            <a:endParaRPr lang="en-IN"/>
          </a:p>
        </p:txBody>
      </p:sp>
      <p:sp>
        <p:nvSpPr>
          <p:cNvPr id="29" name="Freeform: Shape 28">
            <a:extLst>
              <a:ext uri="{FF2B5EF4-FFF2-40B4-BE49-F238E27FC236}">
                <a16:creationId xmlns:a16="http://schemas.microsoft.com/office/drawing/2014/main" id="{CEF24CA5-D849-0ADA-E658-92FAE6A3156C}"/>
              </a:ext>
            </a:extLst>
          </p:cNvPr>
          <p:cNvSpPr/>
          <p:nvPr userDrawn="1"/>
        </p:nvSpPr>
        <p:spPr>
          <a:xfrm>
            <a:off x="1" y="2"/>
            <a:ext cx="11320101" cy="6857998"/>
          </a:xfrm>
          <a:custGeom>
            <a:avLst/>
            <a:gdLst>
              <a:gd name="csX0" fmla="*/ 1283559 w 11320101"/>
              <a:gd name="csY0" fmla="*/ 0 h 6857998"/>
              <a:gd name="csX1" fmla="*/ 10395143 w 11320101"/>
              <a:gd name="csY1" fmla="*/ 0 h 6857998"/>
              <a:gd name="csX2" fmla="*/ 11277255 w 11320101"/>
              <a:gd name="csY2" fmla="*/ 1204977 h 6857998"/>
              <a:gd name="csX3" fmla="*/ 10085446 w 11320101"/>
              <a:gd name="csY3" fmla="*/ 5653022 h 6857998"/>
              <a:gd name="csX4" fmla="*/ 8557543 w 11320101"/>
              <a:gd name="csY4" fmla="*/ 6857998 h 6857998"/>
              <a:gd name="csX5" fmla="*/ 0 w 11320101"/>
              <a:gd name="csY5" fmla="*/ 6857998 h 6857998"/>
              <a:gd name="csX6" fmla="*/ 0 w 11320101"/>
              <a:gd name="csY6" fmla="*/ 706404 h 6857998"/>
              <a:gd name="csX7" fmla="*/ 141962 w 11320101"/>
              <a:gd name="csY7" fmla="*/ 531296 h 6857998"/>
              <a:gd name="csX8" fmla="*/ 1283559 w 11320101"/>
              <a:gd name="csY8" fmla="*/ 0 h 68579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1320101" h="6857998">
                <a:moveTo>
                  <a:pt x="1283559" y="0"/>
                </a:moveTo>
                <a:lnTo>
                  <a:pt x="10395143" y="0"/>
                </a:lnTo>
                <a:cubicBezTo>
                  <a:pt x="11060684" y="0"/>
                  <a:pt x="11455653" y="539562"/>
                  <a:pt x="11277255" y="1204977"/>
                </a:cubicBezTo>
                <a:lnTo>
                  <a:pt x="10085446" y="5653022"/>
                </a:lnTo>
                <a:cubicBezTo>
                  <a:pt x="9907112" y="6318436"/>
                  <a:pt x="9223148" y="6857998"/>
                  <a:pt x="8557543" y="6857998"/>
                </a:cubicBezTo>
                <a:lnTo>
                  <a:pt x="0" y="6857998"/>
                </a:lnTo>
                <a:lnTo>
                  <a:pt x="0" y="706404"/>
                </a:lnTo>
                <a:lnTo>
                  <a:pt x="141962" y="531296"/>
                </a:lnTo>
                <a:cubicBezTo>
                  <a:pt x="444381" y="210766"/>
                  <a:pt x="867556" y="0"/>
                  <a:pt x="1283559" y="0"/>
                </a:cubicBezTo>
                <a:close/>
              </a:path>
            </a:pathLst>
          </a:custGeom>
          <a:solidFill>
            <a:schemeClr val="tx2"/>
          </a:solidFill>
          <a:ln w="3153" cap="flat">
            <a:noFill/>
            <a:prstDash val="solid"/>
            <a:miter/>
          </a:ln>
        </p:spPr>
        <p:txBody>
          <a:bodyPr/>
          <a:lstStyle/>
          <a:p>
            <a:endParaRPr lang="en-IN"/>
          </a:p>
        </p:txBody>
      </p:sp>
      <p:sp>
        <p:nvSpPr>
          <p:cNvPr id="32" name="Title 31">
            <a:extLst>
              <a:ext uri="{FF2B5EF4-FFF2-40B4-BE49-F238E27FC236}">
                <a16:creationId xmlns:a16="http://schemas.microsoft.com/office/drawing/2014/main" id="{5007BB59-C007-BD53-15FE-7AAFBFC26E1C}"/>
              </a:ext>
            </a:extLst>
          </p:cNvPr>
          <p:cNvSpPr>
            <a:spLocks noGrp="1"/>
          </p:cNvSpPr>
          <p:nvPr>
            <p:ph type="title" hasCustomPrompt="1"/>
          </p:nvPr>
        </p:nvSpPr>
        <p:spPr>
          <a:xfrm>
            <a:off x="1217855" y="1514158"/>
            <a:ext cx="7754695" cy="847887"/>
          </a:xfrm>
        </p:spPr>
        <p:txBody>
          <a:bodyPr/>
          <a:lstStyle>
            <a:lvl1pPr>
              <a:defRPr sz="3200">
                <a:solidFill>
                  <a:schemeClr val="bg2"/>
                </a:solidFill>
              </a:defRPr>
            </a:lvl1pPr>
          </a:lstStyle>
          <a:p>
            <a:r>
              <a:rPr lang="en-US"/>
              <a:t>Place headline here, lorem </a:t>
            </a:r>
            <a:br>
              <a:rPr lang="en-US"/>
            </a:br>
            <a:r>
              <a:rPr lang="en-US"/>
              <a:t>ipsum dolor sit amet</a:t>
            </a:r>
            <a:endParaRPr lang="en-IN"/>
          </a:p>
        </p:txBody>
      </p:sp>
      <p:sp>
        <p:nvSpPr>
          <p:cNvPr id="33" name="Content Placeholder 4">
            <a:extLst>
              <a:ext uri="{FF2B5EF4-FFF2-40B4-BE49-F238E27FC236}">
                <a16:creationId xmlns:a16="http://schemas.microsoft.com/office/drawing/2014/main" id="{DC58F87A-029C-28C4-E314-1952B26992A3}"/>
              </a:ext>
            </a:extLst>
          </p:cNvPr>
          <p:cNvSpPr>
            <a:spLocks noGrp="1"/>
          </p:cNvSpPr>
          <p:nvPr>
            <p:ph sz="quarter" idx="17"/>
          </p:nvPr>
        </p:nvSpPr>
        <p:spPr>
          <a:xfrm>
            <a:off x="1217167" y="2722880"/>
            <a:ext cx="7755383" cy="3362008"/>
          </a:xfrm>
        </p:spPr>
        <p:txBody>
          <a:bodyPr/>
          <a:lstStyle>
            <a:lvl1pPr>
              <a:defRPr sz="1400">
                <a:solidFill>
                  <a:schemeClr val="bg2"/>
                </a:solidFill>
              </a:defRPr>
            </a:lvl1pPr>
            <a:lvl2pPr>
              <a:defRPr sz="1400">
                <a:solidFill>
                  <a:schemeClr val="bg2"/>
                </a:solidFill>
              </a:defRPr>
            </a:lvl2pPr>
            <a:lvl3pPr>
              <a:defRPr sz="1400">
                <a:solidFill>
                  <a:schemeClr val="bg2"/>
                </a:solidFill>
              </a:defRPr>
            </a:lvl3pPr>
            <a:lvl4pPr>
              <a:defRPr sz="1400">
                <a:solidFill>
                  <a:schemeClr val="bg2"/>
                </a:solidFill>
              </a:defRPr>
            </a:lvl4pPr>
            <a:lvl5pPr>
              <a:defRPr sz="14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 name="Footer Placeholder 1">
            <a:extLst>
              <a:ext uri="{FF2B5EF4-FFF2-40B4-BE49-F238E27FC236}">
                <a16:creationId xmlns:a16="http://schemas.microsoft.com/office/drawing/2014/main" id="{836B5374-1771-98B2-B27B-22BC92D6A79E}"/>
              </a:ext>
            </a:extLst>
          </p:cNvPr>
          <p:cNvSpPr>
            <a:spLocks noGrp="1"/>
          </p:cNvSpPr>
          <p:nvPr>
            <p:ph type="ftr" sz="quarter" idx="18"/>
          </p:nvPr>
        </p:nvSpPr>
        <p:spPr/>
        <p:txBody>
          <a:bodyPr/>
          <a:lstStyle>
            <a:lvl1pPr>
              <a:defRPr>
                <a:solidFill>
                  <a:schemeClr val="bg2"/>
                </a:solidFill>
              </a:defRPr>
            </a:lvl1pPr>
          </a:lstStyle>
          <a:p>
            <a:r>
              <a:rPr lang="en-US"/>
              <a:t>Footer</a:t>
            </a:r>
            <a:endParaRPr lang="en-IN"/>
          </a:p>
        </p:txBody>
      </p:sp>
      <p:sp>
        <p:nvSpPr>
          <p:cNvPr id="3" name="Slide Number Placeholder 2">
            <a:extLst>
              <a:ext uri="{FF2B5EF4-FFF2-40B4-BE49-F238E27FC236}">
                <a16:creationId xmlns:a16="http://schemas.microsoft.com/office/drawing/2014/main" id="{7C64BC45-CA65-CD86-4EA7-192865F8121A}"/>
              </a:ext>
            </a:extLst>
          </p:cNvPr>
          <p:cNvSpPr>
            <a:spLocks noGrp="1"/>
          </p:cNvSpPr>
          <p:nvPr>
            <p:ph type="sldNum" sz="quarter" idx="19"/>
          </p:nvPr>
        </p:nvSpPr>
        <p:spPr/>
        <p:txBody>
          <a:bodyPr/>
          <a:lstStyle>
            <a:lvl1pPr>
              <a:defRPr>
                <a:solidFill>
                  <a:schemeClr val="bg2"/>
                </a:solidFill>
              </a:defRPr>
            </a:lvl1pPr>
          </a:lstStyle>
          <a:p>
            <a:fld id="{85AC2185-BC10-47CC-BB5A-D3C63A4C1365}" type="slidenum">
              <a:rPr lang="en-IN" smtClean="0"/>
              <a:pPr/>
              <a:t>‹#›</a:t>
            </a:fld>
            <a:endParaRPr lang="en-IN"/>
          </a:p>
        </p:txBody>
      </p:sp>
      <p:pic>
        <p:nvPicPr>
          <p:cNvPr id="4" name="Graphic 3">
            <a:extLst>
              <a:ext uri="{FF2B5EF4-FFF2-40B4-BE49-F238E27FC236}">
                <a16:creationId xmlns:a16="http://schemas.microsoft.com/office/drawing/2014/main" id="{E56F85A5-6538-EEE7-970B-68BB43A4C13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18135" y="6317218"/>
            <a:ext cx="1135261" cy="411480"/>
          </a:xfrm>
          <a:prstGeom prst="rect">
            <a:avLst/>
          </a:prstGeom>
        </p:spPr>
      </p:pic>
    </p:spTree>
    <p:extLst>
      <p:ext uri="{BB962C8B-B14F-4D97-AF65-F5344CB8AC3E}">
        <p14:creationId xmlns:p14="http://schemas.microsoft.com/office/powerpoint/2010/main" val="208846010"/>
      </p:ext>
    </p:extLst>
  </p:cSld>
  <p:clrMapOvr>
    <a:overrideClrMapping bg1="dk1" tx1="lt1" bg2="dk2" tx2="lt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nd Chart">
    <p:bg>
      <p:bgPr>
        <a:solidFill>
          <a:schemeClr val="bg2"/>
        </a:solidFill>
        <a:effectLst/>
      </p:bgPr>
    </p:bg>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010CCF0F-CA2D-C1F3-3A48-323831E16DA2}"/>
              </a:ext>
            </a:extLst>
          </p:cNvPr>
          <p:cNvSpPr/>
          <p:nvPr userDrawn="1"/>
        </p:nvSpPr>
        <p:spPr>
          <a:xfrm>
            <a:off x="215266" y="1758316"/>
            <a:ext cx="11759184" cy="4326572"/>
          </a:xfrm>
          <a:prstGeom prst="roundRect">
            <a:avLst>
              <a:gd name="adj" fmla="val 329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2"/>
              </a:solidFill>
            </a:endParaRPr>
          </a:p>
        </p:txBody>
      </p:sp>
      <p:sp>
        <p:nvSpPr>
          <p:cNvPr id="10" name="Title 9">
            <a:extLst>
              <a:ext uri="{FF2B5EF4-FFF2-40B4-BE49-F238E27FC236}">
                <a16:creationId xmlns:a16="http://schemas.microsoft.com/office/drawing/2014/main" id="{222F156D-CC02-5CAE-E6EB-16D8F602C022}"/>
              </a:ext>
            </a:extLst>
          </p:cNvPr>
          <p:cNvSpPr>
            <a:spLocks noGrp="1"/>
          </p:cNvSpPr>
          <p:nvPr userDrawn="1">
            <p:ph type="title" hasCustomPrompt="1"/>
          </p:nvPr>
        </p:nvSpPr>
        <p:spPr/>
        <p:txBody>
          <a:bodyPr/>
          <a:lstStyle>
            <a:lvl1pPr>
              <a:defRPr>
                <a:solidFill>
                  <a:schemeClr val="tx2"/>
                </a:solidFill>
              </a:defRPr>
            </a:lvl1pPr>
          </a:lstStyle>
          <a:p>
            <a:r>
              <a:rPr lang="en-US"/>
              <a:t>Place headline here</a:t>
            </a:r>
            <a:endParaRPr lang="en-IN"/>
          </a:p>
        </p:txBody>
      </p:sp>
      <p:sp>
        <p:nvSpPr>
          <p:cNvPr id="12" name="Footer Placeholder 11">
            <a:extLst>
              <a:ext uri="{FF2B5EF4-FFF2-40B4-BE49-F238E27FC236}">
                <a16:creationId xmlns:a16="http://schemas.microsoft.com/office/drawing/2014/main" id="{6E23BB0F-4CDE-D684-FD46-ABCEEEF9DABB}"/>
              </a:ext>
            </a:extLst>
          </p:cNvPr>
          <p:cNvSpPr>
            <a:spLocks noGrp="1"/>
          </p:cNvSpPr>
          <p:nvPr userDrawn="1">
            <p:ph type="ftr" sz="quarter" idx="15"/>
          </p:nvPr>
        </p:nvSpPr>
        <p:spPr/>
        <p:txBody>
          <a:bodyPr/>
          <a:lstStyle>
            <a:lvl1pPr>
              <a:defRPr>
                <a:solidFill>
                  <a:schemeClr val="tx2"/>
                </a:solidFill>
              </a:defRPr>
            </a:lvl1pPr>
          </a:lstStyle>
          <a:p>
            <a:r>
              <a:rPr lang="en-IN"/>
              <a:t>Footer</a:t>
            </a:r>
          </a:p>
        </p:txBody>
      </p:sp>
      <p:sp>
        <p:nvSpPr>
          <p:cNvPr id="13" name="Slide Number Placeholder 12">
            <a:extLst>
              <a:ext uri="{FF2B5EF4-FFF2-40B4-BE49-F238E27FC236}">
                <a16:creationId xmlns:a16="http://schemas.microsoft.com/office/drawing/2014/main" id="{181288D2-A04E-B0BB-8144-CAE25CF7D338}"/>
              </a:ext>
            </a:extLst>
          </p:cNvPr>
          <p:cNvSpPr>
            <a:spLocks noGrp="1"/>
          </p:cNvSpPr>
          <p:nvPr userDrawn="1">
            <p:ph type="sldNum" sz="quarter" idx="16"/>
          </p:nvPr>
        </p:nvSpPr>
        <p:spPr/>
        <p:txBody>
          <a:bodyPr/>
          <a:lstStyle>
            <a:lvl1pPr>
              <a:defRPr>
                <a:solidFill>
                  <a:schemeClr val="tx2"/>
                </a:solidFill>
              </a:defRPr>
            </a:lvl1pPr>
          </a:lstStyle>
          <a:p>
            <a:fld id="{85AC2185-BC10-47CC-BB5A-D3C63A4C1365}" type="slidenum">
              <a:rPr lang="en-IN" smtClean="0"/>
              <a:pPr/>
              <a:t>‹#›</a:t>
            </a:fld>
            <a:endParaRPr lang="en-IN"/>
          </a:p>
        </p:txBody>
      </p:sp>
      <p:sp>
        <p:nvSpPr>
          <p:cNvPr id="9" name="Text Placeholder 5">
            <a:extLst>
              <a:ext uri="{FF2B5EF4-FFF2-40B4-BE49-F238E27FC236}">
                <a16:creationId xmlns:a16="http://schemas.microsoft.com/office/drawing/2014/main" id="{8AFDEDA8-00B5-7796-69D9-7E65EEB68535}"/>
              </a:ext>
            </a:extLst>
          </p:cNvPr>
          <p:cNvSpPr>
            <a:spLocks noGrp="1"/>
          </p:cNvSpPr>
          <p:nvPr userDrawn="1">
            <p:ph type="body" sz="quarter" idx="17" hasCustomPrompt="1"/>
          </p:nvPr>
        </p:nvSpPr>
        <p:spPr>
          <a:xfrm>
            <a:off x="375285" y="2015651"/>
            <a:ext cx="2825115" cy="421958"/>
          </a:xfrm>
        </p:spPr>
        <p:txBody>
          <a:bodyPr anchor="t"/>
          <a:lstStyle>
            <a:lvl1pPr>
              <a:defRPr sz="1100" cap="all" baseline="0">
                <a:solidFill>
                  <a:schemeClr val="bg2"/>
                </a:solidFill>
                <a:latin typeface="+mn-lt"/>
              </a:defRPr>
            </a:lvl1pPr>
          </a:lstStyle>
          <a:p>
            <a:pPr lvl="0"/>
            <a:r>
              <a:rPr lang="en-US" dirty="0"/>
              <a:t>Place headline here, </a:t>
            </a:r>
            <a:br>
              <a:rPr lang="en-US" dirty="0"/>
            </a:br>
            <a:r>
              <a:rPr lang="en-US" dirty="0"/>
              <a:t>lorem ipsum dolor</a:t>
            </a:r>
          </a:p>
        </p:txBody>
      </p:sp>
      <p:sp>
        <p:nvSpPr>
          <p:cNvPr id="6" name="Chart Placeholder 18">
            <a:extLst>
              <a:ext uri="{FF2B5EF4-FFF2-40B4-BE49-F238E27FC236}">
                <a16:creationId xmlns:a16="http://schemas.microsoft.com/office/drawing/2014/main" id="{9C11EA37-D043-CE85-2B18-85C47F4D540C}"/>
              </a:ext>
            </a:extLst>
          </p:cNvPr>
          <p:cNvSpPr>
            <a:spLocks noGrp="1"/>
          </p:cNvSpPr>
          <p:nvPr>
            <p:ph type="chart" sz="quarter" idx="21"/>
          </p:nvPr>
        </p:nvSpPr>
        <p:spPr>
          <a:xfrm>
            <a:off x="1870494" y="2672081"/>
            <a:ext cx="2487168" cy="3103326"/>
          </a:xfrm>
        </p:spPr>
        <p:txBody>
          <a:bodyPr/>
          <a:lstStyle>
            <a:lvl1pPr>
              <a:defRPr>
                <a:solidFill>
                  <a:schemeClr val="bg2"/>
                </a:solidFill>
              </a:defRPr>
            </a:lvl1pPr>
          </a:lstStyle>
          <a:p>
            <a:r>
              <a:rPr lang="en-US"/>
              <a:t>Click icon to add chart</a:t>
            </a:r>
            <a:endParaRPr lang="en-IN"/>
          </a:p>
        </p:txBody>
      </p:sp>
      <p:sp>
        <p:nvSpPr>
          <p:cNvPr id="7" name="Chart Placeholder 18">
            <a:extLst>
              <a:ext uri="{FF2B5EF4-FFF2-40B4-BE49-F238E27FC236}">
                <a16:creationId xmlns:a16="http://schemas.microsoft.com/office/drawing/2014/main" id="{2EB0363A-AC43-03FF-CAB1-BA3429926F96}"/>
              </a:ext>
            </a:extLst>
          </p:cNvPr>
          <p:cNvSpPr>
            <a:spLocks noGrp="1"/>
          </p:cNvSpPr>
          <p:nvPr>
            <p:ph type="chart" sz="quarter" idx="22"/>
          </p:nvPr>
        </p:nvSpPr>
        <p:spPr>
          <a:xfrm>
            <a:off x="4852416" y="2672081"/>
            <a:ext cx="2487168" cy="3103326"/>
          </a:xfrm>
        </p:spPr>
        <p:txBody>
          <a:bodyPr/>
          <a:lstStyle>
            <a:lvl1pPr>
              <a:defRPr>
                <a:solidFill>
                  <a:schemeClr val="bg2"/>
                </a:solidFill>
              </a:defRPr>
            </a:lvl1pPr>
          </a:lstStyle>
          <a:p>
            <a:r>
              <a:rPr lang="en-US"/>
              <a:t>Click icon to add chart</a:t>
            </a:r>
            <a:endParaRPr lang="en-IN"/>
          </a:p>
        </p:txBody>
      </p:sp>
      <p:sp>
        <p:nvSpPr>
          <p:cNvPr id="8" name="Chart Placeholder 18">
            <a:extLst>
              <a:ext uri="{FF2B5EF4-FFF2-40B4-BE49-F238E27FC236}">
                <a16:creationId xmlns:a16="http://schemas.microsoft.com/office/drawing/2014/main" id="{4847F532-FDF3-A328-EA51-63DA28A5C5A4}"/>
              </a:ext>
            </a:extLst>
          </p:cNvPr>
          <p:cNvSpPr>
            <a:spLocks noGrp="1"/>
          </p:cNvSpPr>
          <p:nvPr>
            <p:ph type="chart" sz="quarter" idx="23"/>
          </p:nvPr>
        </p:nvSpPr>
        <p:spPr>
          <a:xfrm>
            <a:off x="7834338" y="2672081"/>
            <a:ext cx="2487168" cy="3103326"/>
          </a:xfrm>
        </p:spPr>
        <p:txBody>
          <a:bodyPr/>
          <a:lstStyle>
            <a:lvl1pPr>
              <a:defRPr>
                <a:solidFill>
                  <a:schemeClr val="bg2"/>
                </a:solidFill>
              </a:defRPr>
            </a:lvl1pPr>
          </a:lstStyle>
          <a:p>
            <a:r>
              <a:rPr lang="en-US"/>
              <a:t>Click icon to add chart</a:t>
            </a:r>
            <a:endParaRPr lang="en-IN"/>
          </a:p>
        </p:txBody>
      </p:sp>
      <p:sp>
        <p:nvSpPr>
          <p:cNvPr id="2" name="Text Placeholder 5">
            <a:extLst>
              <a:ext uri="{FF2B5EF4-FFF2-40B4-BE49-F238E27FC236}">
                <a16:creationId xmlns:a16="http://schemas.microsoft.com/office/drawing/2014/main" id="{D684A18B-3E5C-56B8-E5A8-CAEC162F8511}"/>
              </a:ext>
            </a:extLst>
          </p:cNvPr>
          <p:cNvSpPr>
            <a:spLocks noGrp="1"/>
          </p:cNvSpPr>
          <p:nvPr>
            <p:ph type="body" sz="quarter" idx="14" hasCustomPrompt="1"/>
          </p:nvPr>
        </p:nvSpPr>
        <p:spPr>
          <a:xfrm>
            <a:off x="385572" y="1122680"/>
            <a:ext cx="11420856" cy="421958"/>
          </a:xfrm>
        </p:spPr>
        <p:txBody>
          <a:bodyPr anchor="t"/>
          <a:lstStyle>
            <a:lvl1pPr>
              <a:defRPr sz="1400">
                <a:solidFill>
                  <a:schemeClr val="tx2"/>
                </a:solidFill>
                <a:latin typeface="+mn-lt"/>
              </a:defRPr>
            </a:lvl1pPr>
          </a:lstStyle>
          <a:p>
            <a:pPr lvl="0"/>
            <a:r>
              <a:rPr lang="en-US"/>
              <a:t>Place subtitle here, lorem ipsum dolor</a:t>
            </a:r>
          </a:p>
        </p:txBody>
      </p:sp>
    </p:spTree>
    <p:extLst>
      <p:ext uri="{BB962C8B-B14F-4D97-AF65-F5344CB8AC3E}">
        <p14:creationId xmlns:p14="http://schemas.microsoft.com/office/powerpoint/2010/main" val="4271381914"/>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and 2col. chart">
    <p:bg>
      <p:bgPr>
        <a:solidFill>
          <a:schemeClr val="bg2"/>
        </a:solidFill>
        <a:effectLst/>
      </p:bgPr>
    </p:bg>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344855F0-FC0C-342A-2C87-D53412511BBB}"/>
              </a:ext>
            </a:extLst>
          </p:cNvPr>
          <p:cNvSpPr/>
          <p:nvPr userDrawn="1"/>
        </p:nvSpPr>
        <p:spPr>
          <a:xfrm>
            <a:off x="215266" y="1758316"/>
            <a:ext cx="5788152" cy="4326572"/>
          </a:xfrm>
          <a:prstGeom prst="roundRect">
            <a:avLst>
              <a:gd name="adj" fmla="val 3290"/>
            </a:avLst>
          </a:prstGeom>
          <a:solidFill>
            <a:schemeClr val="bg2"/>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Rounded Corners 2">
            <a:extLst>
              <a:ext uri="{FF2B5EF4-FFF2-40B4-BE49-F238E27FC236}">
                <a16:creationId xmlns:a16="http://schemas.microsoft.com/office/drawing/2014/main" id="{010CCF0F-CA2D-C1F3-3A48-323831E16DA2}"/>
              </a:ext>
            </a:extLst>
          </p:cNvPr>
          <p:cNvSpPr/>
          <p:nvPr userDrawn="1"/>
        </p:nvSpPr>
        <p:spPr>
          <a:xfrm>
            <a:off x="6184062" y="1758316"/>
            <a:ext cx="5788152" cy="4326572"/>
          </a:xfrm>
          <a:prstGeom prst="roundRect">
            <a:avLst>
              <a:gd name="adj" fmla="val 3290"/>
            </a:avLst>
          </a:prstGeom>
          <a:solidFill>
            <a:schemeClr val="tx2"/>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itle 9">
            <a:extLst>
              <a:ext uri="{FF2B5EF4-FFF2-40B4-BE49-F238E27FC236}">
                <a16:creationId xmlns:a16="http://schemas.microsoft.com/office/drawing/2014/main" id="{222F156D-CC02-5CAE-E6EB-16D8F602C022}"/>
              </a:ext>
            </a:extLst>
          </p:cNvPr>
          <p:cNvSpPr>
            <a:spLocks noGrp="1"/>
          </p:cNvSpPr>
          <p:nvPr>
            <p:ph type="title" hasCustomPrompt="1"/>
          </p:nvPr>
        </p:nvSpPr>
        <p:spPr/>
        <p:txBody>
          <a:bodyPr/>
          <a:lstStyle>
            <a:lvl1pPr>
              <a:defRPr>
                <a:solidFill>
                  <a:schemeClr val="tx2"/>
                </a:solidFill>
              </a:defRPr>
            </a:lvl1pPr>
          </a:lstStyle>
          <a:p>
            <a:r>
              <a:rPr lang="en-US"/>
              <a:t>Place headline here</a:t>
            </a:r>
            <a:endParaRPr lang="en-IN"/>
          </a:p>
        </p:txBody>
      </p:sp>
      <p:sp>
        <p:nvSpPr>
          <p:cNvPr id="12" name="Footer Placeholder 11">
            <a:extLst>
              <a:ext uri="{FF2B5EF4-FFF2-40B4-BE49-F238E27FC236}">
                <a16:creationId xmlns:a16="http://schemas.microsoft.com/office/drawing/2014/main" id="{6E23BB0F-4CDE-D684-FD46-ABCEEEF9DABB}"/>
              </a:ext>
            </a:extLst>
          </p:cNvPr>
          <p:cNvSpPr>
            <a:spLocks noGrp="1"/>
          </p:cNvSpPr>
          <p:nvPr>
            <p:ph type="ftr" sz="quarter" idx="15"/>
          </p:nvPr>
        </p:nvSpPr>
        <p:spPr/>
        <p:txBody>
          <a:bodyPr/>
          <a:lstStyle>
            <a:lvl1pPr>
              <a:defRPr>
                <a:solidFill>
                  <a:schemeClr val="tx2"/>
                </a:solidFill>
              </a:defRPr>
            </a:lvl1pPr>
          </a:lstStyle>
          <a:p>
            <a:r>
              <a:rPr lang="en-IN"/>
              <a:t>Footer</a:t>
            </a:r>
          </a:p>
        </p:txBody>
      </p:sp>
      <p:sp>
        <p:nvSpPr>
          <p:cNvPr id="13" name="Slide Number Placeholder 12">
            <a:extLst>
              <a:ext uri="{FF2B5EF4-FFF2-40B4-BE49-F238E27FC236}">
                <a16:creationId xmlns:a16="http://schemas.microsoft.com/office/drawing/2014/main" id="{181288D2-A04E-B0BB-8144-CAE25CF7D338}"/>
              </a:ext>
            </a:extLst>
          </p:cNvPr>
          <p:cNvSpPr>
            <a:spLocks noGrp="1"/>
          </p:cNvSpPr>
          <p:nvPr>
            <p:ph type="sldNum" sz="quarter" idx="16"/>
          </p:nvPr>
        </p:nvSpPr>
        <p:spPr/>
        <p:txBody>
          <a:bodyPr/>
          <a:lstStyle>
            <a:lvl1pPr>
              <a:defRPr>
                <a:solidFill>
                  <a:schemeClr val="tx2"/>
                </a:solidFill>
              </a:defRPr>
            </a:lvl1pPr>
          </a:lstStyle>
          <a:p>
            <a:fld id="{85AC2185-BC10-47CC-BB5A-D3C63A4C1365}" type="slidenum">
              <a:rPr lang="en-IN" smtClean="0"/>
              <a:pPr/>
              <a:t>‹#›</a:t>
            </a:fld>
            <a:endParaRPr lang="en-IN"/>
          </a:p>
        </p:txBody>
      </p:sp>
      <p:sp>
        <p:nvSpPr>
          <p:cNvPr id="9" name="Text Placeholder 5">
            <a:extLst>
              <a:ext uri="{FF2B5EF4-FFF2-40B4-BE49-F238E27FC236}">
                <a16:creationId xmlns:a16="http://schemas.microsoft.com/office/drawing/2014/main" id="{8AFDEDA8-00B5-7796-69D9-7E65EEB68535}"/>
              </a:ext>
            </a:extLst>
          </p:cNvPr>
          <p:cNvSpPr>
            <a:spLocks noGrp="1"/>
          </p:cNvSpPr>
          <p:nvPr userDrawn="1">
            <p:ph type="body" sz="quarter" idx="17" hasCustomPrompt="1"/>
          </p:nvPr>
        </p:nvSpPr>
        <p:spPr>
          <a:xfrm>
            <a:off x="375285" y="2015651"/>
            <a:ext cx="5451470" cy="421958"/>
          </a:xfrm>
        </p:spPr>
        <p:txBody>
          <a:bodyPr anchor="t"/>
          <a:lstStyle>
            <a:lvl1pPr>
              <a:defRPr sz="1100" cap="all" baseline="0">
                <a:solidFill>
                  <a:schemeClr val="tx2"/>
                </a:solidFill>
                <a:latin typeface="+mn-lt"/>
              </a:defRPr>
            </a:lvl1pPr>
          </a:lstStyle>
          <a:p>
            <a:pPr lvl="0"/>
            <a:r>
              <a:rPr lang="en-US" dirty="0"/>
              <a:t>Place headline here, </a:t>
            </a:r>
            <a:br>
              <a:rPr lang="en-US" dirty="0"/>
            </a:br>
            <a:r>
              <a:rPr lang="en-US" dirty="0"/>
              <a:t>lorem ipsum dolor</a:t>
            </a:r>
          </a:p>
        </p:txBody>
      </p:sp>
      <p:sp>
        <p:nvSpPr>
          <p:cNvPr id="16" name="Text Placeholder 5">
            <a:extLst>
              <a:ext uri="{FF2B5EF4-FFF2-40B4-BE49-F238E27FC236}">
                <a16:creationId xmlns:a16="http://schemas.microsoft.com/office/drawing/2014/main" id="{04A3AFED-043A-1771-7432-87E07827EB6F}"/>
              </a:ext>
            </a:extLst>
          </p:cNvPr>
          <p:cNvSpPr>
            <a:spLocks noGrp="1"/>
          </p:cNvSpPr>
          <p:nvPr userDrawn="1">
            <p:ph type="body" sz="quarter" idx="19" hasCustomPrompt="1"/>
          </p:nvPr>
        </p:nvSpPr>
        <p:spPr>
          <a:xfrm>
            <a:off x="6344081" y="2015651"/>
            <a:ext cx="5451470" cy="421958"/>
          </a:xfrm>
        </p:spPr>
        <p:txBody>
          <a:bodyPr anchor="t"/>
          <a:lstStyle>
            <a:lvl1pPr>
              <a:defRPr sz="1100" cap="all" baseline="0">
                <a:solidFill>
                  <a:schemeClr val="bg2"/>
                </a:solidFill>
                <a:latin typeface="+mn-lt"/>
              </a:defRPr>
            </a:lvl1pPr>
          </a:lstStyle>
          <a:p>
            <a:pPr lvl="0"/>
            <a:r>
              <a:rPr lang="en-US" dirty="0"/>
              <a:t>Place headline here, </a:t>
            </a:r>
            <a:br>
              <a:rPr lang="en-US" dirty="0"/>
            </a:br>
            <a:r>
              <a:rPr lang="en-US" dirty="0"/>
              <a:t>lorem ipsum dolor</a:t>
            </a:r>
          </a:p>
        </p:txBody>
      </p:sp>
      <p:sp>
        <p:nvSpPr>
          <p:cNvPr id="19" name="Chart Placeholder 18">
            <a:extLst>
              <a:ext uri="{FF2B5EF4-FFF2-40B4-BE49-F238E27FC236}">
                <a16:creationId xmlns:a16="http://schemas.microsoft.com/office/drawing/2014/main" id="{A3C6E811-FBB5-384E-E709-0D06DE4C8528}"/>
              </a:ext>
            </a:extLst>
          </p:cNvPr>
          <p:cNvSpPr>
            <a:spLocks noGrp="1"/>
          </p:cNvSpPr>
          <p:nvPr userDrawn="1">
            <p:ph type="chart" sz="quarter" idx="21"/>
          </p:nvPr>
        </p:nvSpPr>
        <p:spPr>
          <a:xfrm>
            <a:off x="375285" y="2672081"/>
            <a:ext cx="5462346" cy="3103326"/>
          </a:xfrm>
        </p:spPr>
        <p:txBody>
          <a:bodyPr/>
          <a:lstStyle>
            <a:lvl1pPr>
              <a:defRPr>
                <a:solidFill>
                  <a:schemeClr val="tx2"/>
                </a:solidFill>
              </a:defRPr>
            </a:lvl1pPr>
          </a:lstStyle>
          <a:p>
            <a:r>
              <a:rPr lang="en-US"/>
              <a:t>Click icon to add chart</a:t>
            </a:r>
            <a:endParaRPr lang="en-IN"/>
          </a:p>
        </p:txBody>
      </p:sp>
      <p:sp>
        <p:nvSpPr>
          <p:cNvPr id="21" name="Chart Placeholder 18">
            <a:extLst>
              <a:ext uri="{FF2B5EF4-FFF2-40B4-BE49-F238E27FC236}">
                <a16:creationId xmlns:a16="http://schemas.microsoft.com/office/drawing/2014/main" id="{E0E8534B-4876-969B-5292-C67857579374}"/>
              </a:ext>
            </a:extLst>
          </p:cNvPr>
          <p:cNvSpPr>
            <a:spLocks noGrp="1"/>
          </p:cNvSpPr>
          <p:nvPr userDrawn="1">
            <p:ph type="chart" sz="quarter" idx="23"/>
          </p:nvPr>
        </p:nvSpPr>
        <p:spPr>
          <a:xfrm>
            <a:off x="6339129" y="2672081"/>
            <a:ext cx="5462346" cy="3103326"/>
          </a:xfrm>
        </p:spPr>
        <p:txBody>
          <a:bodyPr/>
          <a:lstStyle>
            <a:lvl1pPr>
              <a:defRPr>
                <a:solidFill>
                  <a:schemeClr val="bg2"/>
                </a:solidFill>
              </a:defRPr>
            </a:lvl1pPr>
          </a:lstStyle>
          <a:p>
            <a:r>
              <a:rPr lang="en-US"/>
              <a:t>Click icon to add chart</a:t>
            </a:r>
            <a:endParaRPr lang="en-IN"/>
          </a:p>
        </p:txBody>
      </p:sp>
      <p:sp>
        <p:nvSpPr>
          <p:cNvPr id="2" name="Text Placeholder 5">
            <a:extLst>
              <a:ext uri="{FF2B5EF4-FFF2-40B4-BE49-F238E27FC236}">
                <a16:creationId xmlns:a16="http://schemas.microsoft.com/office/drawing/2014/main" id="{2CBB29AF-69EA-1337-729B-DD59539957D1}"/>
              </a:ext>
            </a:extLst>
          </p:cNvPr>
          <p:cNvSpPr>
            <a:spLocks noGrp="1"/>
          </p:cNvSpPr>
          <p:nvPr>
            <p:ph type="body" sz="quarter" idx="14" hasCustomPrompt="1"/>
          </p:nvPr>
        </p:nvSpPr>
        <p:spPr>
          <a:xfrm>
            <a:off x="385572" y="1122680"/>
            <a:ext cx="11420856" cy="421958"/>
          </a:xfrm>
        </p:spPr>
        <p:txBody>
          <a:bodyPr anchor="t"/>
          <a:lstStyle>
            <a:lvl1pPr>
              <a:defRPr sz="1400">
                <a:solidFill>
                  <a:schemeClr val="tx2"/>
                </a:solidFill>
                <a:latin typeface="+mn-lt"/>
              </a:defRPr>
            </a:lvl1pPr>
          </a:lstStyle>
          <a:p>
            <a:pPr lvl="0"/>
            <a:r>
              <a:rPr lang="en-US" dirty="0"/>
              <a:t>Place subtitle here, lorem ipsum dolor</a:t>
            </a:r>
          </a:p>
        </p:txBody>
      </p:sp>
    </p:spTree>
    <p:extLst>
      <p:ext uri="{BB962C8B-B14F-4D97-AF65-F5344CB8AC3E}">
        <p14:creationId xmlns:p14="http://schemas.microsoft.com/office/powerpoint/2010/main" val="251796930"/>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and charts">
    <p:bg>
      <p:bgPr>
        <a:solidFill>
          <a:schemeClr val="bg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4A70A082-EE15-4FFF-1332-455E728E0568}"/>
              </a:ext>
            </a:extLst>
          </p:cNvPr>
          <p:cNvSpPr/>
          <p:nvPr/>
        </p:nvSpPr>
        <p:spPr>
          <a:xfrm>
            <a:off x="5547908" y="0"/>
            <a:ext cx="6644093" cy="6858000"/>
          </a:xfrm>
          <a:custGeom>
            <a:avLst/>
            <a:gdLst>
              <a:gd name="csX0" fmla="*/ 2712337 w 6644093"/>
              <a:gd name="csY0" fmla="*/ 0 h 6858000"/>
              <a:gd name="csX1" fmla="*/ 6644093 w 6644093"/>
              <a:gd name="csY1" fmla="*/ 0 h 6858000"/>
              <a:gd name="csX2" fmla="*/ 6644093 w 6644093"/>
              <a:gd name="csY2" fmla="*/ 6858000 h 6858000"/>
              <a:gd name="csX3" fmla="*/ 908193 w 6644093"/>
              <a:gd name="csY3" fmla="*/ 6858000 h 6858000"/>
              <a:gd name="csX4" fmla="*/ 42048 w 6644093"/>
              <a:gd name="csY4" fmla="*/ 5653040 h 6858000"/>
              <a:gd name="csX5" fmla="*/ 1212198 w 6644093"/>
              <a:gd name="csY5" fmla="*/ 1204960 h 6858000"/>
              <a:gd name="csX6" fmla="*/ 2712337 w 6644093"/>
              <a:gd name="csY6" fmla="*/ 0 h 6858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644093" h="6858000">
                <a:moveTo>
                  <a:pt x="2712337" y="0"/>
                </a:moveTo>
                <a:lnTo>
                  <a:pt x="6644093" y="0"/>
                </a:lnTo>
                <a:lnTo>
                  <a:pt x="6644093" y="6858000"/>
                </a:lnTo>
                <a:lnTo>
                  <a:pt x="908193" y="6858000"/>
                </a:lnTo>
                <a:cubicBezTo>
                  <a:pt x="254682" y="6858000"/>
                  <a:pt x="-133047" y="6318608"/>
                  <a:pt x="42048" y="5653040"/>
                </a:cubicBezTo>
                <a:lnTo>
                  <a:pt x="1212198" y="1204960"/>
                </a:lnTo>
                <a:cubicBezTo>
                  <a:pt x="1387294" y="539577"/>
                  <a:pt x="2058827" y="0"/>
                  <a:pt x="2712337" y="0"/>
                </a:cubicBezTo>
                <a:close/>
              </a:path>
            </a:pathLst>
          </a:custGeom>
          <a:solidFill>
            <a:srgbClr val="0B2245"/>
          </a:solidFill>
          <a:ln w="3153" cap="flat">
            <a:noFill/>
            <a:prstDash val="solid"/>
            <a:miter/>
          </a:ln>
        </p:spPr>
        <p:txBody>
          <a:bodyPr wrap="square">
            <a:noAutofit/>
          </a:bodyPr>
          <a:lstStyle/>
          <a:p>
            <a:endParaRPr lang="en-IN"/>
          </a:p>
        </p:txBody>
      </p:sp>
      <p:sp>
        <p:nvSpPr>
          <p:cNvPr id="5" name="Freeform: Shape 4">
            <a:extLst>
              <a:ext uri="{FF2B5EF4-FFF2-40B4-BE49-F238E27FC236}">
                <a16:creationId xmlns:a16="http://schemas.microsoft.com/office/drawing/2014/main" id="{8CDCC055-EB96-60AD-A4D6-BB2AD20B1B75}"/>
              </a:ext>
            </a:extLst>
          </p:cNvPr>
          <p:cNvSpPr/>
          <p:nvPr/>
        </p:nvSpPr>
        <p:spPr>
          <a:xfrm>
            <a:off x="0" y="2"/>
            <a:ext cx="6644171" cy="6858000"/>
          </a:xfrm>
          <a:custGeom>
            <a:avLst/>
            <a:gdLst>
              <a:gd name="csX0" fmla="*/ 0 w 6644171"/>
              <a:gd name="csY0" fmla="*/ 0 h 6858000"/>
              <a:gd name="csX1" fmla="*/ 5736021 w 6644171"/>
              <a:gd name="csY1" fmla="*/ 0 h 6858000"/>
              <a:gd name="csX2" fmla="*/ 6602103 w 6644171"/>
              <a:gd name="csY2" fmla="*/ 1204960 h 6858000"/>
              <a:gd name="csX3" fmla="*/ 5431952 w 6644171"/>
              <a:gd name="csY3" fmla="*/ 5653040 h 6858000"/>
              <a:gd name="csX4" fmla="*/ 3931814 w 6644171"/>
              <a:gd name="csY4" fmla="*/ 6858000 h 6858000"/>
              <a:gd name="csX5" fmla="*/ 0 w 6644171"/>
              <a:gd name="csY5" fmla="*/ 6858000 h 6858000"/>
            </a:gdLst>
            <a:ahLst/>
            <a:cxnLst>
              <a:cxn ang="0">
                <a:pos x="csX0" y="csY0"/>
              </a:cxn>
              <a:cxn ang="0">
                <a:pos x="csX1" y="csY1"/>
              </a:cxn>
              <a:cxn ang="0">
                <a:pos x="csX2" y="csY2"/>
              </a:cxn>
              <a:cxn ang="0">
                <a:pos x="csX3" y="csY3"/>
              </a:cxn>
              <a:cxn ang="0">
                <a:pos x="csX4" y="csY4"/>
              </a:cxn>
              <a:cxn ang="0">
                <a:pos x="csX5" y="csY5"/>
              </a:cxn>
            </a:cxnLst>
            <a:rect l="l" t="t" r="r" b="b"/>
            <a:pathLst>
              <a:path w="6644171" h="6858000">
                <a:moveTo>
                  <a:pt x="0" y="0"/>
                </a:moveTo>
                <a:lnTo>
                  <a:pt x="5736021" y="0"/>
                </a:lnTo>
                <a:cubicBezTo>
                  <a:pt x="6389468" y="0"/>
                  <a:pt x="6777260" y="539577"/>
                  <a:pt x="6602103" y="1204960"/>
                </a:cubicBezTo>
                <a:lnTo>
                  <a:pt x="5431952" y="5653040"/>
                </a:lnTo>
                <a:cubicBezTo>
                  <a:pt x="5256859" y="6318421"/>
                  <a:pt x="4585324" y="6858000"/>
                  <a:pt x="3931814" y="6858000"/>
                </a:cubicBezTo>
                <a:lnTo>
                  <a:pt x="0" y="6858000"/>
                </a:lnTo>
                <a:close/>
              </a:path>
            </a:pathLst>
          </a:custGeom>
          <a:solidFill>
            <a:schemeClr val="bg2"/>
          </a:solidFill>
          <a:ln w="3153" cap="flat">
            <a:solidFill>
              <a:schemeClr val="tx2"/>
            </a:solidFill>
            <a:prstDash val="solid"/>
            <a:miter/>
          </a:ln>
        </p:spPr>
        <p:txBody>
          <a:bodyPr wrap="square">
            <a:noAutofit/>
          </a:bodyPr>
          <a:lstStyle/>
          <a:p>
            <a:endParaRPr lang="en-IN"/>
          </a:p>
        </p:txBody>
      </p:sp>
      <p:sp>
        <p:nvSpPr>
          <p:cNvPr id="10" name="Title 9">
            <a:extLst>
              <a:ext uri="{FF2B5EF4-FFF2-40B4-BE49-F238E27FC236}">
                <a16:creationId xmlns:a16="http://schemas.microsoft.com/office/drawing/2014/main" id="{222F156D-CC02-5CAE-E6EB-16D8F602C022}"/>
              </a:ext>
            </a:extLst>
          </p:cNvPr>
          <p:cNvSpPr>
            <a:spLocks noGrp="1"/>
          </p:cNvSpPr>
          <p:nvPr userDrawn="1">
            <p:ph type="title" hasCustomPrompt="1"/>
          </p:nvPr>
        </p:nvSpPr>
        <p:spPr>
          <a:xfrm>
            <a:off x="385572" y="411480"/>
            <a:ext cx="4144342" cy="664844"/>
          </a:xfrm>
        </p:spPr>
        <p:txBody>
          <a:bodyPr/>
          <a:lstStyle>
            <a:lvl1pPr>
              <a:defRPr>
                <a:solidFill>
                  <a:schemeClr val="tx2"/>
                </a:solidFill>
              </a:defRPr>
            </a:lvl1pPr>
          </a:lstStyle>
          <a:p>
            <a:r>
              <a:rPr lang="en-US"/>
              <a:t>Place headline here</a:t>
            </a:r>
            <a:endParaRPr lang="en-IN"/>
          </a:p>
        </p:txBody>
      </p:sp>
      <p:sp>
        <p:nvSpPr>
          <p:cNvPr id="11" name="Text Placeholder 5">
            <a:extLst>
              <a:ext uri="{FF2B5EF4-FFF2-40B4-BE49-F238E27FC236}">
                <a16:creationId xmlns:a16="http://schemas.microsoft.com/office/drawing/2014/main" id="{C857553D-9C30-F166-7CA5-C9BA2126721B}"/>
              </a:ext>
            </a:extLst>
          </p:cNvPr>
          <p:cNvSpPr>
            <a:spLocks noGrp="1"/>
          </p:cNvSpPr>
          <p:nvPr>
            <p:ph type="body" sz="quarter" idx="17" hasCustomPrompt="1"/>
          </p:nvPr>
        </p:nvSpPr>
        <p:spPr>
          <a:xfrm>
            <a:off x="375285" y="1869440"/>
            <a:ext cx="4773168" cy="568169"/>
          </a:xfrm>
        </p:spPr>
        <p:txBody>
          <a:bodyPr anchor="t"/>
          <a:lstStyle>
            <a:lvl1pPr>
              <a:defRPr sz="1400" cap="all" baseline="0">
                <a:solidFill>
                  <a:schemeClr val="tx2"/>
                </a:solidFill>
                <a:latin typeface="+mn-lt"/>
              </a:defRPr>
            </a:lvl1pPr>
          </a:lstStyle>
          <a:p>
            <a:pPr lvl="0"/>
            <a:r>
              <a:rPr lang="en-US" dirty="0"/>
              <a:t>Place headline here, </a:t>
            </a:r>
            <a:br>
              <a:rPr lang="en-US" dirty="0"/>
            </a:br>
            <a:r>
              <a:rPr lang="en-US" dirty="0"/>
              <a:t>lorem ipsum dolor</a:t>
            </a:r>
          </a:p>
        </p:txBody>
      </p:sp>
      <p:sp>
        <p:nvSpPr>
          <p:cNvPr id="14" name="Text Placeholder 5">
            <a:extLst>
              <a:ext uri="{FF2B5EF4-FFF2-40B4-BE49-F238E27FC236}">
                <a16:creationId xmlns:a16="http://schemas.microsoft.com/office/drawing/2014/main" id="{870DBC0C-1736-62AE-B9D9-7114C4DD86CA}"/>
              </a:ext>
            </a:extLst>
          </p:cNvPr>
          <p:cNvSpPr>
            <a:spLocks noGrp="1"/>
          </p:cNvSpPr>
          <p:nvPr>
            <p:ph type="body" sz="quarter" idx="19" hasCustomPrompt="1"/>
          </p:nvPr>
        </p:nvSpPr>
        <p:spPr>
          <a:xfrm>
            <a:off x="7023053" y="1869440"/>
            <a:ext cx="4772498" cy="568169"/>
          </a:xfrm>
        </p:spPr>
        <p:txBody>
          <a:bodyPr anchor="t"/>
          <a:lstStyle>
            <a:lvl1pPr>
              <a:defRPr sz="1400" cap="all" baseline="0">
                <a:solidFill>
                  <a:schemeClr val="bg2"/>
                </a:solidFill>
                <a:latin typeface="+mn-lt"/>
              </a:defRPr>
            </a:lvl1pPr>
          </a:lstStyle>
          <a:p>
            <a:pPr lvl="0"/>
            <a:r>
              <a:rPr lang="en-US"/>
              <a:t>Place headline here, </a:t>
            </a:r>
            <a:br>
              <a:rPr lang="en-US"/>
            </a:br>
            <a:r>
              <a:rPr lang="en-US"/>
              <a:t>lorem ipsum dolor</a:t>
            </a:r>
          </a:p>
        </p:txBody>
      </p:sp>
      <p:sp>
        <p:nvSpPr>
          <p:cNvPr id="15" name="Chart Placeholder 18">
            <a:extLst>
              <a:ext uri="{FF2B5EF4-FFF2-40B4-BE49-F238E27FC236}">
                <a16:creationId xmlns:a16="http://schemas.microsoft.com/office/drawing/2014/main" id="{CF0EEBE5-CE5B-61D9-1B7E-F3D6E1B78B43}"/>
              </a:ext>
            </a:extLst>
          </p:cNvPr>
          <p:cNvSpPr>
            <a:spLocks noGrp="1"/>
          </p:cNvSpPr>
          <p:nvPr>
            <p:ph type="chart" sz="quarter" idx="21"/>
          </p:nvPr>
        </p:nvSpPr>
        <p:spPr>
          <a:xfrm>
            <a:off x="375285" y="2672081"/>
            <a:ext cx="4773168" cy="3103326"/>
          </a:xfrm>
        </p:spPr>
        <p:txBody>
          <a:bodyPr/>
          <a:lstStyle>
            <a:lvl1pPr>
              <a:defRPr sz="1400">
                <a:solidFill>
                  <a:schemeClr val="tx2"/>
                </a:solidFill>
              </a:defRPr>
            </a:lvl1pPr>
          </a:lstStyle>
          <a:p>
            <a:r>
              <a:rPr lang="en-US"/>
              <a:t>Click icon to add chart</a:t>
            </a:r>
            <a:endParaRPr lang="en-IN" dirty="0"/>
          </a:p>
        </p:txBody>
      </p:sp>
      <p:sp>
        <p:nvSpPr>
          <p:cNvPr id="16" name="Chart Placeholder 18">
            <a:extLst>
              <a:ext uri="{FF2B5EF4-FFF2-40B4-BE49-F238E27FC236}">
                <a16:creationId xmlns:a16="http://schemas.microsoft.com/office/drawing/2014/main" id="{A2EF503D-EC44-F09E-2A31-F7D40DACC3FD}"/>
              </a:ext>
            </a:extLst>
          </p:cNvPr>
          <p:cNvSpPr>
            <a:spLocks noGrp="1"/>
          </p:cNvSpPr>
          <p:nvPr>
            <p:ph type="chart" sz="quarter" idx="23"/>
          </p:nvPr>
        </p:nvSpPr>
        <p:spPr>
          <a:xfrm>
            <a:off x="7019455" y="2672081"/>
            <a:ext cx="4782019" cy="3103326"/>
          </a:xfrm>
        </p:spPr>
        <p:txBody>
          <a:bodyPr/>
          <a:lstStyle>
            <a:lvl1pPr>
              <a:defRPr sz="1400">
                <a:solidFill>
                  <a:schemeClr val="bg2"/>
                </a:solidFill>
              </a:defRPr>
            </a:lvl1pPr>
          </a:lstStyle>
          <a:p>
            <a:r>
              <a:rPr lang="en-US"/>
              <a:t>Click icon to add chart</a:t>
            </a:r>
            <a:endParaRPr lang="en-IN"/>
          </a:p>
        </p:txBody>
      </p:sp>
      <p:sp>
        <p:nvSpPr>
          <p:cNvPr id="2" name="Footer Placeholder 1">
            <a:extLst>
              <a:ext uri="{FF2B5EF4-FFF2-40B4-BE49-F238E27FC236}">
                <a16:creationId xmlns:a16="http://schemas.microsoft.com/office/drawing/2014/main" id="{54497BDC-58E0-B57F-56B2-D30CADFF4BB1}"/>
              </a:ext>
            </a:extLst>
          </p:cNvPr>
          <p:cNvSpPr>
            <a:spLocks noGrp="1"/>
          </p:cNvSpPr>
          <p:nvPr>
            <p:ph type="ftr" sz="quarter" idx="24"/>
          </p:nvPr>
        </p:nvSpPr>
        <p:spPr/>
        <p:txBody>
          <a:bodyPr/>
          <a:lstStyle>
            <a:lvl1pPr>
              <a:defRPr>
                <a:solidFill>
                  <a:schemeClr val="bg2"/>
                </a:solidFill>
              </a:defRPr>
            </a:lvl1pPr>
          </a:lstStyle>
          <a:p>
            <a:r>
              <a:rPr lang="en-US"/>
              <a:t>Footer</a:t>
            </a:r>
            <a:endParaRPr lang="en-IN"/>
          </a:p>
        </p:txBody>
      </p:sp>
      <p:sp>
        <p:nvSpPr>
          <p:cNvPr id="4" name="Slide Number Placeholder 3">
            <a:extLst>
              <a:ext uri="{FF2B5EF4-FFF2-40B4-BE49-F238E27FC236}">
                <a16:creationId xmlns:a16="http://schemas.microsoft.com/office/drawing/2014/main" id="{83E588A0-AE3E-8E2C-CE65-591BDD11CD9F}"/>
              </a:ext>
            </a:extLst>
          </p:cNvPr>
          <p:cNvSpPr>
            <a:spLocks noGrp="1"/>
          </p:cNvSpPr>
          <p:nvPr>
            <p:ph type="sldNum" sz="quarter" idx="25"/>
          </p:nvPr>
        </p:nvSpPr>
        <p:spPr/>
        <p:txBody>
          <a:bodyPr/>
          <a:lstStyle>
            <a:lvl1pPr>
              <a:defRPr>
                <a:solidFill>
                  <a:schemeClr val="bg2"/>
                </a:solidFill>
              </a:defRPr>
            </a:lvl1pPr>
          </a:lstStyle>
          <a:p>
            <a:fld id="{85AC2185-BC10-47CC-BB5A-D3C63A4C1365}" type="slidenum">
              <a:rPr lang="en-IN" smtClean="0"/>
              <a:pPr/>
              <a:t>‹#›</a:t>
            </a:fld>
            <a:endParaRPr lang="en-IN"/>
          </a:p>
        </p:txBody>
      </p:sp>
      <p:pic>
        <p:nvPicPr>
          <p:cNvPr id="7" name="Graphic 6">
            <a:extLst>
              <a:ext uri="{FF2B5EF4-FFF2-40B4-BE49-F238E27FC236}">
                <a16:creationId xmlns:a16="http://schemas.microsoft.com/office/drawing/2014/main" id="{E9477BF9-41C8-80D8-3845-F5AF7CEC58A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18135" y="6317218"/>
            <a:ext cx="1135261" cy="411480"/>
          </a:xfrm>
          <a:prstGeom prst="rect">
            <a:avLst/>
          </a:prstGeom>
        </p:spPr>
      </p:pic>
    </p:spTree>
    <p:extLst>
      <p:ext uri="{BB962C8B-B14F-4D97-AF65-F5344CB8AC3E}">
        <p14:creationId xmlns:p14="http://schemas.microsoft.com/office/powerpoint/2010/main" val="549798909"/>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3x.  ">
    <p:bg>
      <p:bgPr>
        <a:solidFill>
          <a:schemeClr val="tx2"/>
        </a:solidFill>
        <a:effectLst/>
      </p:bgPr>
    </p:bg>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9857EF92-A7D2-5B4C-0C04-AE62E7A1D9ED}"/>
              </a:ext>
            </a:extLst>
          </p:cNvPr>
          <p:cNvSpPr>
            <a:spLocks noGrp="1"/>
          </p:cNvSpPr>
          <p:nvPr>
            <p:ph type="body" sz="quarter" idx="19" hasCustomPrompt="1"/>
          </p:nvPr>
        </p:nvSpPr>
        <p:spPr>
          <a:xfrm>
            <a:off x="382588" y="2549995"/>
            <a:ext cx="4151312" cy="1939800"/>
          </a:xfrm>
        </p:spPr>
        <p:txBody>
          <a:bodyPr/>
          <a:lstStyle>
            <a:lvl1pPr>
              <a:defRPr sz="1600">
                <a:solidFill>
                  <a:schemeClr val="bg2"/>
                </a:solidFill>
              </a:defRPr>
            </a:lvl1pPr>
          </a:lstStyle>
          <a:p>
            <a:pPr lvl="0"/>
            <a:r>
              <a:rPr lang="en-IN"/>
              <a:t>Lorem ipsum dolor sit amet consectetur adipiscing elit. Quisque faucibus ex sapien vitae pellentesque sem placerat. In id cursus mi </a:t>
            </a:r>
            <a:r>
              <a:rPr lang="en-IN" err="1"/>
              <a:t>pretium</a:t>
            </a:r>
            <a:r>
              <a:rPr lang="en-IN"/>
              <a:t> </a:t>
            </a:r>
            <a:r>
              <a:rPr lang="en-IN" err="1"/>
              <a:t>tellus</a:t>
            </a:r>
            <a:r>
              <a:rPr lang="en-IN"/>
              <a:t> </a:t>
            </a:r>
            <a:r>
              <a:rPr lang="en-IN" err="1"/>
              <a:t>duis</a:t>
            </a:r>
            <a:r>
              <a:rPr lang="en-IN"/>
              <a:t> convallis. Tempus leo </a:t>
            </a:r>
            <a:r>
              <a:rPr lang="en-IN" err="1"/>
              <a:t>eu</a:t>
            </a:r>
            <a:r>
              <a:rPr lang="en-IN"/>
              <a:t> </a:t>
            </a:r>
            <a:r>
              <a:rPr lang="en-IN" err="1"/>
              <a:t>aenean</a:t>
            </a:r>
            <a:r>
              <a:rPr lang="en-IN"/>
              <a:t> sed </a:t>
            </a:r>
            <a:r>
              <a:rPr lang="en-IN" err="1"/>
              <a:t>diam</a:t>
            </a:r>
            <a:r>
              <a:rPr lang="en-IN"/>
              <a:t> </a:t>
            </a:r>
            <a:r>
              <a:rPr lang="en-IN" err="1"/>
              <a:t>urna</a:t>
            </a:r>
            <a:r>
              <a:rPr lang="en-IN"/>
              <a:t> </a:t>
            </a:r>
            <a:r>
              <a:rPr lang="en-IN" err="1"/>
              <a:t>tempor</a:t>
            </a:r>
            <a:r>
              <a:rPr lang="en-IN"/>
              <a:t>.</a:t>
            </a:r>
          </a:p>
        </p:txBody>
      </p:sp>
      <p:sp>
        <p:nvSpPr>
          <p:cNvPr id="7" name="Title 6">
            <a:extLst>
              <a:ext uri="{FF2B5EF4-FFF2-40B4-BE49-F238E27FC236}">
                <a16:creationId xmlns:a16="http://schemas.microsoft.com/office/drawing/2014/main" id="{156D4D3C-1984-CCF4-448D-6BBDEBCCDF01}"/>
              </a:ext>
            </a:extLst>
          </p:cNvPr>
          <p:cNvSpPr>
            <a:spLocks noGrp="1"/>
          </p:cNvSpPr>
          <p:nvPr>
            <p:ph type="title" hasCustomPrompt="1"/>
          </p:nvPr>
        </p:nvSpPr>
        <p:spPr>
          <a:xfrm>
            <a:off x="385572" y="1544638"/>
            <a:ext cx="4148603" cy="664844"/>
          </a:xfrm>
        </p:spPr>
        <p:txBody>
          <a:bodyPr/>
          <a:lstStyle>
            <a:lvl1pPr>
              <a:defRPr>
                <a:solidFill>
                  <a:schemeClr val="bg2"/>
                </a:solidFill>
              </a:defRPr>
            </a:lvl1pPr>
          </a:lstStyle>
          <a:p>
            <a:r>
              <a:rPr lang="en-US"/>
              <a:t>Place headline here</a:t>
            </a:r>
          </a:p>
        </p:txBody>
      </p:sp>
      <p:sp>
        <p:nvSpPr>
          <p:cNvPr id="26" name="Picture Placeholder 6">
            <a:extLst>
              <a:ext uri="{FF2B5EF4-FFF2-40B4-BE49-F238E27FC236}">
                <a16:creationId xmlns:a16="http://schemas.microsoft.com/office/drawing/2014/main" id="{E0226001-394D-2CD1-1A6F-506FA09320D7}"/>
              </a:ext>
            </a:extLst>
          </p:cNvPr>
          <p:cNvSpPr>
            <a:spLocks noGrp="1"/>
          </p:cNvSpPr>
          <p:nvPr>
            <p:ph type="pic" sz="quarter" idx="20"/>
          </p:nvPr>
        </p:nvSpPr>
        <p:spPr>
          <a:xfrm>
            <a:off x="4759919" y="399616"/>
            <a:ext cx="7430345" cy="6472240"/>
          </a:xfrm>
          <a:custGeom>
            <a:avLst/>
            <a:gdLst>
              <a:gd name="csX0" fmla="*/ 1614995 w 6973145"/>
              <a:gd name="csY0" fmla="*/ 0 h 3357824"/>
              <a:gd name="csX1" fmla="*/ 6973145 w 6973145"/>
              <a:gd name="csY1" fmla="*/ 0 h 3357824"/>
              <a:gd name="csX2" fmla="*/ 6973145 w 6973145"/>
              <a:gd name="csY2" fmla="*/ 3357824 h 3357824"/>
              <a:gd name="csX3" fmla="*/ 0 w 6973145"/>
              <a:gd name="csY3" fmla="*/ 3357824 h 3357824"/>
              <a:gd name="csX4" fmla="*/ 714543 w 6973145"/>
              <a:gd name="csY4" fmla="*/ 690926 h 3357824"/>
              <a:gd name="csX5" fmla="*/ 1614995 w 6973145"/>
              <a:gd name="csY5" fmla="*/ 0 h 3357824"/>
              <a:gd name="csX0" fmla="*/ 1972183 w 6973145"/>
              <a:gd name="csY0" fmla="*/ 0 h 3365253"/>
              <a:gd name="csX1" fmla="*/ 6973145 w 6973145"/>
              <a:gd name="csY1" fmla="*/ 7429 h 3365253"/>
              <a:gd name="csX2" fmla="*/ 6973145 w 6973145"/>
              <a:gd name="csY2" fmla="*/ 3365253 h 3365253"/>
              <a:gd name="csX3" fmla="*/ 0 w 6973145"/>
              <a:gd name="csY3" fmla="*/ 3365253 h 3365253"/>
              <a:gd name="csX4" fmla="*/ 714543 w 6973145"/>
              <a:gd name="csY4" fmla="*/ 698355 h 3365253"/>
              <a:gd name="csX5" fmla="*/ 1972183 w 6973145"/>
              <a:gd name="csY5" fmla="*/ 0 h 3365253"/>
              <a:gd name="csX0" fmla="*/ 2110729 w 6973145"/>
              <a:gd name="csY0" fmla="*/ 0 h 3358050"/>
              <a:gd name="csX1" fmla="*/ 6973145 w 6973145"/>
              <a:gd name="csY1" fmla="*/ 226 h 3358050"/>
              <a:gd name="csX2" fmla="*/ 6973145 w 6973145"/>
              <a:gd name="csY2" fmla="*/ 3358050 h 3358050"/>
              <a:gd name="csX3" fmla="*/ 0 w 6973145"/>
              <a:gd name="csY3" fmla="*/ 3358050 h 3358050"/>
              <a:gd name="csX4" fmla="*/ 714543 w 6973145"/>
              <a:gd name="csY4" fmla="*/ 691152 h 3358050"/>
              <a:gd name="csX5" fmla="*/ 2110729 w 6973145"/>
              <a:gd name="csY5" fmla="*/ 0 h 3358050"/>
              <a:gd name="csX0" fmla="*/ 2110729 w 6973145"/>
              <a:gd name="csY0" fmla="*/ 0 h 3358050"/>
              <a:gd name="csX1" fmla="*/ 6973145 w 6973145"/>
              <a:gd name="csY1" fmla="*/ 226 h 3358050"/>
              <a:gd name="csX2" fmla="*/ 6973145 w 6973145"/>
              <a:gd name="csY2" fmla="*/ 3358050 h 3358050"/>
              <a:gd name="csX3" fmla="*/ 0 w 6973145"/>
              <a:gd name="csY3" fmla="*/ 3358050 h 3358050"/>
              <a:gd name="csX4" fmla="*/ 714543 w 6973145"/>
              <a:gd name="csY4" fmla="*/ 691152 h 3358050"/>
              <a:gd name="csX5" fmla="*/ 2110729 w 6973145"/>
              <a:gd name="csY5" fmla="*/ 0 h 3358050"/>
              <a:gd name="csX0" fmla="*/ 2567929 w 7430345"/>
              <a:gd name="csY0" fmla="*/ 0 h 3365254"/>
              <a:gd name="csX1" fmla="*/ 7430345 w 7430345"/>
              <a:gd name="csY1" fmla="*/ 226 h 3365254"/>
              <a:gd name="csX2" fmla="*/ 7430345 w 7430345"/>
              <a:gd name="csY2" fmla="*/ 3358050 h 3365254"/>
              <a:gd name="csX3" fmla="*/ 0 w 7430345"/>
              <a:gd name="csY3" fmla="*/ 3365254 h 3365254"/>
              <a:gd name="csX4" fmla="*/ 1171743 w 7430345"/>
              <a:gd name="csY4" fmla="*/ 691152 h 3365254"/>
              <a:gd name="csX5" fmla="*/ 2567929 w 7430345"/>
              <a:gd name="csY5" fmla="*/ 0 h 3365254"/>
              <a:gd name="csX0" fmla="*/ 2567929 w 7430345"/>
              <a:gd name="csY0" fmla="*/ 0 h 3365254"/>
              <a:gd name="csX1" fmla="*/ 7430345 w 7430345"/>
              <a:gd name="csY1" fmla="*/ 226 h 3365254"/>
              <a:gd name="csX2" fmla="*/ 7430345 w 7430345"/>
              <a:gd name="csY2" fmla="*/ 3358050 h 3365254"/>
              <a:gd name="csX3" fmla="*/ 0 w 7430345"/>
              <a:gd name="csY3" fmla="*/ 3365254 h 3365254"/>
              <a:gd name="csX4" fmla="*/ 1171743 w 7430345"/>
              <a:gd name="csY4" fmla="*/ 691152 h 3365254"/>
              <a:gd name="csX5" fmla="*/ 2567929 w 7430345"/>
              <a:gd name="csY5" fmla="*/ 0 h 3365254"/>
              <a:gd name="csX0" fmla="*/ 2567929 w 7430345"/>
              <a:gd name="csY0" fmla="*/ 0 h 3365254"/>
              <a:gd name="csX1" fmla="*/ 7430345 w 7430345"/>
              <a:gd name="csY1" fmla="*/ 226 h 3365254"/>
              <a:gd name="csX2" fmla="*/ 7430345 w 7430345"/>
              <a:gd name="csY2" fmla="*/ 3358050 h 3365254"/>
              <a:gd name="csX3" fmla="*/ 0 w 7430345"/>
              <a:gd name="csY3" fmla="*/ 3365254 h 3365254"/>
              <a:gd name="csX4" fmla="*/ 1171743 w 7430345"/>
              <a:gd name="csY4" fmla="*/ 691152 h 3365254"/>
              <a:gd name="csX5" fmla="*/ 2567929 w 7430345"/>
              <a:gd name="csY5" fmla="*/ 0 h 3365254"/>
            </a:gdLst>
            <a:ahLst/>
            <a:cxnLst>
              <a:cxn ang="0">
                <a:pos x="csX0" y="csY0"/>
              </a:cxn>
              <a:cxn ang="0">
                <a:pos x="csX1" y="csY1"/>
              </a:cxn>
              <a:cxn ang="0">
                <a:pos x="csX2" y="csY2"/>
              </a:cxn>
              <a:cxn ang="0">
                <a:pos x="csX3" y="csY3"/>
              </a:cxn>
              <a:cxn ang="0">
                <a:pos x="csX4" y="csY4"/>
              </a:cxn>
              <a:cxn ang="0">
                <a:pos x="csX5" y="csY5"/>
              </a:cxn>
            </a:cxnLst>
            <a:rect l="l" t="t" r="r" b="b"/>
            <a:pathLst>
              <a:path w="7430345" h="3365254">
                <a:moveTo>
                  <a:pt x="2567929" y="0"/>
                </a:moveTo>
                <a:lnTo>
                  <a:pt x="7430345" y="226"/>
                </a:lnTo>
                <a:lnTo>
                  <a:pt x="7430345" y="3358050"/>
                </a:lnTo>
                <a:lnTo>
                  <a:pt x="0" y="3365254"/>
                </a:lnTo>
                <a:lnTo>
                  <a:pt x="1171743" y="691152"/>
                </a:lnTo>
                <a:cubicBezTo>
                  <a:pt x="1308714" y="240444"/>
                  <a:pt x="2007544" y="14408"/>
                  <a:pt x="2567929" y="0"/>
                </a:cubicBezTo>
                <a:close/>
              </a:path>
            </a:pathLst>
          </a:custGeom>
          <a:solidFill>
            <a:schemeClr val="accent2"/>
          </a:solidFill>
          <a:ln>
            <a:noFill/>
          </a:ln>
        </p:spPr>
        <p:txBody>
          <a:bodyPr wrap="square">
            <a:noAutofit/>
          </a:bodyPr>
          <a:lstStyle/>
          <a:p>
            <a:r>
              <a:rPr lang="en-US"/>
              <a:t>Click icon to add picture</a:t>
            </a:r>
            <a:endParaRPr lang="en-IN"/>
          </a:p>
        </p:txBody>
      </p:sp>
      <p:sp>
        <p:nvSpPr>
          <p:cNvPr id="2" name="Footer Placeholder 1">
            <a:extLst>
              <a:ext uri="{FF2B5EF4-FFF2-40B4-BE49-F238E27FC236}">
                <a16:creationId xmlns:a16="http://schemas.microsoft.com/office/drawing/2014/main" id="{AE2B45BA-64E6-B04F-4BE7-0004E4D68261}"/>
              </a:ext>
            </a:extLst>
          </p:cNvPr>
          <p:cNvSpPr>
            <a:spLocks noGrp="1"/>
          </p:cNvSpPr>
          <p:nvPr>
            <p:ph type="ftr" sz="quarter" idx="21"/>
          </p:nvPr>
        </p:nvSpPr>
        <p:spPr/>
        <p:txBody>
          <a:bodyPr/>
          <a:lstStyle>
            <a:lvl1pPr>
              <a:defRPr>
                <a:solidFill>
                  <a:schemeClr val="bg2"/>
                </a:solidFill>
              </a:defRPr>
            </a:lvl1pPr>
          </a:lstStyle>
          <a:p>
            <a:r>
              <a:rPr lang="en-US"/>
              <a:t>Footer</a:t>
            </a:r>
            <a:endParaRPr lang="en-IN"/>
          </a:p>
        </p:txBody>
      </p:sp>
      <p:sp>
        <p:nvSpPr>
          <p:cNvPr id="4" name="Slide Number Placeholder 3">
            <a:extLst>
              <a:ext uri="{FF2B5EF4-FFF2-40B4-BE49-F238E27FC236}">
                <a16:creationId xmlns:a16="http://schemas.microsoft.com/office/drawing/2014/main" id="{A52CE997-2EF8-1A32-DBAC-6FD03731CE21}"/>
              </a:ext>
            </a:extLst>
          </p:cNvPr>
          <p:cNvSpPr>
            <a:spLocks noGrp="1"/>
          </p:cNvSpPr>
          <p:nvPr>
            <p:ph type="sldNum" sz="quarter" idx="22"/>
          </p:nvPr>
        </p:nvSpPr>
        <p:spPr/>
        <p:txBody>
          <a:bodyPr/>
          <a:lstStyle>
            <a:lvl1pPr>
              <a:defRPr>
                <a:solidFill>
                  <a:schemeClr val="bg2"/>
                </a:solidFill>
              </a:defRPr>
            </a:lvl1pPr>
          </a:lstStyle>
          <a:p>
            <a:fld id="{85AC2185-BC10-47CC-BB5A-D3C63A4C1365}" type="slidenum">
              <a:rPr lang="en-IN" smtClean="0"/>
              <a:pPr/>
              <a:t>‹#›</a:t>
            </a:fld>
            <a:endParaRPr lang="en-IN"/>
          </a:p>
        </p:txBody>
      </p:sp>
      <p:pic>
        <p:nvPicPr>
          <p:cNvPr id="6" name="Graphic 5">
            <a:extLst>
              <a:ext uri="{FF2B5EF4-FFF2-40B4-BE49-F238E27FC236}">
                <a16:creationId xmlns:a16="http://schemas.microsoft.com/office/drawing/2014/main" id="{0DCAB2C9-F806-76D9-F111-921E9CD819C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18135" y="6317218"/>
            <a:ext cx="1135261" cy="411480"/>
          </a:xfrm>
          <a:prstGeom prst="rect">
            <a:avLst/>
          </a:prstGeom>
        </p:spPr>
      </p:pic>
    </p:spTree>
    <p:extLst>
      <p:ext uri="{BB962C8B-B14F-4D97-AF65-F5344CB8AC3E}">
        <p14:creationId xmlns:p14="http://schemas.microsoft.com/office/powerpoint/2010/main" val="2129563313"/>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Content 3x. curved">
    <p:bg>
      <p:bgPr>
        <a:solidFill>
          <a:schemeClr val="bg2"/>
        </a:solidFill>
        <a:effectLst/>
      </p:bgPr>
    </p:bg>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B891B452-F51A-AA87-F216-673DF077DA8B}"/>
              </a:ext>
            </a:extLst>
          </p:cNvPr>
          <p:cNvSpPr/>
          <p:nvPr userDrawn="1"/>
        </p:nvSpPr>
        <p:spPr>
          <a:xfrm>
            <a:off x="6168709" y="184150"/>
            <a:ext cx="5799454" cy="2104732"/>
          </a:xfrm>
          <a:prstGeom prst="roundRect">
            <a:avLst>
              <a:gd name="adj" fmla="val 8984"/>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Rounded Corners 17">
            <a:extLst>
              <a:ext uri="{FF2B5EF4-FFF2-40B4-BE49-F238E27FC236}">
                <a16:creationId xmlns:a16="http://schemas.microsoft.com/office/drawing/2014/main" id="{BED1773C-025C-4CA1-076D-957C38FC0D72}"/>
              </a:ext>
            </a:extLst>
          </p:cNvPr>
          <p:cNvSpPr/>
          <p:nvPr userDrawn="1"/>
        </p:nvSpPr>
        <p:spPr>
          <a:xfrm>
            <a:off x="6168709" y="2430554"/>
            <a:ext cx="5799454" cy="4245836"/>
          </a:xfrm>
          <a:prstGeom prst="roundRect">
            <a:avLst>
              <a:gd name="adj" fmla="val 4409"/>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Text Placeholder 19">
            <a:extLst>
              <a:ext uri="{FF2B5EF4-FFF2-40B4-BE49-F238E27FC236}">
                <a16:creationId xmlns:a16="http://schemas.microsoft.com/office/drawing/2014/main" id="{AF6189B3-29BE-F0AB-B79D-AE9BDA4DC92C}"/>
              </a:ext>
            </a:extLst>
          </p:cNvPr>
          <p:cNvSpPr>
            <a:spLocks noGrp="1"/>
          </p:cNvSpPr>
          <p:nvPr userDrawn="1">
            <p:ph type="body" sz="quarter" idx="20" hasCustomPrompt="1"/>
          </p:nvPr>
        </p:nvSpPr>
        <p:spPr>
          <a:xfrm>
            <a:off x="6553202" y="549270"/>
            <a:ext cx="3472064" cy="777251"/>
          </a:xfrm>
        </p:spPr>
        <p:txBody>
          <a:bodyPr anchor="ctr"/>
          <a:lstStyle>
            <a:lvl1pPr>
              <a:defRPr sz="7200">
                <a:solidFill>
                  <a:schemeClr val="accent2"/>
                </a:solidFill>
                <a:latin typeface="+mj-lt"/>
              </a:defRPr>
            </a:lvl1pPr>
          </a:lstStyle>
          <a:p>
            <a:pPr lvl="0"/>
            <a:r>
              <a:rPr lang="en-IN"/>
              <a:t>XX</a:t>
            </a:r>
          </a:p>
        </p:txBody>
      </p:sp>
      <p:sp>
        <p:nvSpPr>
          <p:cNvPr id="27" name="Text Placeholder 5">
            <a:extLst>
              <a:ext uri="{FF2B5EF4-FFF2-40B4-BE49-F238E27FC236}">
                <a16:creationId xmlns:a16="http://schemas.microsoft.com/office/drawing/2014/main" id="{84AE25F2-219B-BB92-F0D7-217D3C67B2E5}"/>
              </a:ext>
            </a:extLst>
          </p:cNvPr>
          <p:cNvSpPr>
            <a:spLocks noGrp="1"/>
          </p:cNvSpPr>
          <p:nvPr userDrawn="1">
            <p:ph type="body" sz="quarter" idx="21" hasCustomPrompt="1"/>
          </p:nvPr>
        </p:nvSpPr>
        <p:spPr>
          <a:xfrm>
            <a:off x="6553202" y="1496235"/>
            <a:ext cx="3472064" cy="390811"/>
          </a:xfrm>
        </p:spPr>
        <p:txBody>
          <a:bodyPr anchor="t"/>
          <a:lstStyle>
            <a:lvl1pPr>
              <a:defRPr sz="1400" b="0" cap="none" baseline="0">
                <a:solidFill>
                  <a:schemeClr val="bg2"/>
                </a:solidFill>
                <a:latin typeface="+mj-lt"/>
              </a:defRPr>
            </a:lvl1pPr>
          </a:lstStyle>
          <a:p>
            <a:pPr lvl="0"/>
            <a:r>
              <a:rPr lang="en-US"/>
              <a:t>Lorem ipsum dolor sit amet, consectetur adipiscing elit, sed.</a:t>
            </a:r>
          </a:p>
        </p:txBody>
      </p:sp>
      <p:pic>
        <p:nvPicPr>
          <p:cNvPr id="32" name="Graphic 31">
            <a:extLst>
              <a:ext uri="{FF2B5EF4-FFF2-40B4-BE49-F238E27FC236}">
                <a16:creationId xmlns:a16="http://schemas.microsoft.com/office/drawing/2014/main" id="{70C09C04-E99A-29DC-2B2F-2BAF1D4F433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3202" y="2769236"/>
            <a:ext cx="3108960" cy="616087"/>
          </a:xfrm>
          <a:prstGeom prst="rect">
            <a:avLst/>
          </a:prstGeom>
        </p:spPr>
      </p:pic>
      <p:sp>
        <p:nvSpPr>
          <p:cNvPr id="33" name="Text Placeholder 5">
            <a:extLst>
              <a:ext uri="{FF2B5EF4-FFF2-40B4-BE49-F238E27FC236}">
                <a16:creationId xmlns:a16="http://schemas.microsoft.com/office/drawing/2014/main" id="{4236B2D8-342E-C6D0-7177-B5909CC81882}"/>
              </a:ext>
            </a:extLst>
          </p:cNvPr>
          <p:cNvSpPr>
            <a:spLocks noGrp="1"/>
          </p:cNvSpPr>
          <p:nvPr userDrawn="1">
            <p:ph type="body" sz="quarter" idx="22" hasCustomPrompt="1"/>
          </p:nvPr>
        </p:nvSpPr>
        <p:spPr>
          <a:xfrm>
            <a:off x="6771961" y="2866300"/>
            <a:ext cx="2671443" cy="421958"/>
          </a:xfrm>
        </p:spPr>
        <p:txBody>
          <a:bodyPr anchor="ctr"/>
          <a:lstStyle>
            <a:lvl1pPr algn="ctr">
              <a:defRPr sz="1600" b="0" cap="all" baseline="0">
                <a:solidFill>
                  <a:schemeClr val="accent1"/>
                </a:solidFill>
                <a:latin typeface="NB Akademie Mono Std" panose="020B0509050000020004" pitchFamily="49" charset="0"/>
              </a:defRPr>
            </a:lvl1pPr>
          </a:lstStyle>
          <a:p>
            <a:pPr lvl="0"/>
            <a:r>
              <a:rPr lang="en-US"/>
              <a:t>lorem ipsum dolor</a:t>
            </a:r>
          </a:p>
        </p:txBody>
      </p:sp>
      <p:sp>
        <p:nvSpPr>
          <p:cNvPr id="34" name="Text Placeholder 19">
            <a:extLst>
              <a:ext uri="{FF2B5EF4-FFF2-40B4-BE49-F238E27FC236}">
                <a16:creationId xmlns:a16="http://schemas.microsoft.com/office/drawing/2014/main" id="{135ACEEF-682F-CEBA-40FD-436B784C2A54}"/>
              </a:ext>
            </a:extLst>
          </p:cNvPr>
          <p:cNvSpPr>
            <a:spLocks noGrp="1"/>
          </p:cNvSpPr>
          <p:nvPr userDrawn="1">
            <p:ph type="body" sz="quarter" idx="23" hasCustomPrompt="1"/>
          </p:nvPr>
        </p:nvSpPr>
        <p:spPr>
          <a:xfrm>
            <a:off x="6553202" y="3774593"/>
            <a:ext cx="4572000" cy="1453045"/>
          </a:xfrm>
        </p:spPr>
        <p:txBody>
          <a:bodyPr/>
          <a:lstStyle>
            <a:lvl1pPr>
              <a:defRPr sz="3600">
                <a:solidFill>
                  <a:schemeClr val="bg2"/>
                </a:solidFill>
                <a:latin typeface="+mj-lt"/>
              </a:defRPr>
            </a:lvl1pPr>
          </a:lstStyle>
          <a:p>
            <a:pPr lvl="0"/>
            <a:r>
              <a:rPr lang="en-IN"/>
              <a:t>Lorem ipsum </a:t>
            </a:r>
            <a:br>
              <a:rPr lang="en-IN"/>
            </a:br>
            <a:r>
              <a:rPr lang="en-IN"/>
              <a:t>dolor sit amet, consectetur adipiscing elit, sed.</a:t>
            </a:r>
          </a:p>
        </p:txBody>
      </p:sp>
      <p:sp>
        <p:nvSpPr>
          <p:cNvPr id="4" name="Picture Placeholder 2">
            <a:extLst>
              <a:ext uri="{FF2B5EF4-FFF2-40B4-BE49-F238E27FC236}">
                <a16:creationId xmlns:a16="http://schemas.microsoft.com/office/drawing/2014/main" id="{B064FE74-BCE4-2A9F-2199-AB227BAA2D98}"/>
              </a:ext>
            </a:extLst>
          </p:cNvPr>
          <p:cNvSpPr>
            <a:spLocks noGrp="1"/>
          </p:cNvSpPr>
          <p:nvPr>
            <p:ph type="pic" sz="quarter" idx="24"/>
          </p:nvPr>
        </p:nvSpPr>
        <p:spPr>
          <a:xfrm>
            <a:off x="223838" y="180974"/>
            <a:ext cx="5776912" cy="6486525"/>
          </a:xfrm>
          <a:prstGeom prst="roundRect">
            <a:avLst>
              <a:gd name="adj" fmla="val 2757"/>
            </a:avLst>
          </a:prstGeom>
        </p:spPr>
        <p:txBody>
          <a:bodyPr/>
          <a:lstStyle/>
          <a:p>
            <a:r>
              <a:rPr lang="en-US"/>
              <a:t>Click icon to add picture</a:t>
            </a:r>
          </a:p>
        </p:txBody>
      </p:sp>
    </p:spTree>
    <p:extLst>
      <p:ext uri="{BB962C8B-B14F-4D97-AF65-F5344CB8AC3E}">
        <p14:creationId xmlns:p14="http://schemas.microsoft.com/office/powerpoint/2010/main" val="3789644125"/>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and 4col. chart">
    <p:bg>
      <p:bgPr>
        <a:solidFill>
          <a:schemeClr val="bg2"/>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222F156D-CC02-5CAE-E6EB-16D8F602C022}"/>
              </a:ext>
            </a:extLst>
          </p:cNvPr>
          <p:cNvSpPr>
            <a:spLocks noGrp="1"/>
          </p:cNvSpPr>
          <p:nvPr>
            <p:ph type="title" hasCustomPrompt="1"/>
          </p:nvPr>
        </p:nvSpPr>
        <p:spPr/>
        <p:txBody>
          <a:bodyPr/>
          <a:lstStyle>
            <a:lvl1pPr>
              <a:defRPr>
                <a:solidFill>
                  <a:schemeClr val="tx2"/>
                </a:solidFill>
              </a:defRPr>
            </a:lvl1pPr>
          </a:lstStyle>
          <a:p>
            <a:r>
              <a:rPr lang="en-US"/>
              <a:t>Place headline here</a:t>
            </a:r>
            <a:endParaRPr lang="en-IN"/>
          </a:p>
        </p:txBody>
      </p:sp>
      <p:sp>
        <p:nvSpPr>
          <p:cNvPr id="12" name="Footer Placeholder 11">
            <a:extLst>
              <a:ext uri="{FF2B5EF4-FFF2-40B4-BE49-F238E27FC236}">
                <a16:creationId xmlns:a16="http://schemas.microsoft.com/office/drawing/2014/main" id="{6E23BB0F-4CDE-D684-FD46-ABCEEEF9DABB}"/>
              </a:ext>
            </a:extLst>
          </p:cNvPr>
          <p:cNvSpPr>
            <a:spLocks noGrp="1"/>
          </p:cNvSpPr>
          <p:nvPr>
            <p:ph type="ftr" sz="quarter" idx="15"/>
          </p:nvPr>
        </p:nvSpPr>
        <p:spPr/>
        <p:txBody>
          <a:bodyPr/>
          <a:lstStyle>
            <a:lvl1pPr>
              <a:defRPr>
                <a:solidFill>
                  <a:schemeClr val="tx2"/>
                </a:solidFill>
              </a:defRPr>
            </a:lvl1pPr>
          </a:lstStyle>
          <a:p>
            <a:r>
              <a:rPr lang="en-IN"/>
              <a:t>Footer</a:t>
            </a:r>
          </a:p>
        </p:txBody>
      </p:sp>
      <p:sp>
        <p:nvSpPr>
          <p:cNvPr id="13" name="Slide Number Placeholder 12">
            <a:extLst>
              <a:ext uri="{FF2B5EF4-FFF2-40B4-BE49-F238E27FC236}">
                <a16:creationId xmlns:a16="http://schemas.microsoft.com/office/drawing/2014/main" id="{181288D2-A04E-B0BB-8144-CAE25CF7D338}"/>
              </a:ext>
            </a:extLst>
          </p:cNvPr>
          <p:cNvSpPr>
            <a:spLocks noGrp="1"/>
          </p:cNvSpPr>
          <p:nvPr>
            <p:ph type="sldNum" sz="quarter" idx="16"/>
          </p:nvPr>
        </p:nvSpPr>
        <p:spPr/>
        <p:txBody>
          <a:bodyPr/>
          <a:lstStyle>
            <a:lvl1pPr>
              <a:defRPr>
                <a:solidFill>
                  <a:schemeClr val="tx2"/>
                </a:solidFill>
              </a:defRPr>
            </a:lvl1pPr>
          </a:lstStyle>
          <a:p>
            <a:fld id="{85AC2185-BC10-47CC-BB5A-D3C63A4C1365}" type="slidenum">
              <a:rPr lang="en-IN" smtClean="0"/>
              <a:pPr/>
              <a:t>‹#›</a:t>
            </a:fld>
            <a:endParaRPr lang="en-IN"/>
          </a:p>
        </p:txBody>
      </p:sp>
      <p:sp>
        <p:nvSpPr>
          <p:cNvPr id="4" name="Rectangle: Rounded Corners 3">
            <a:extLst>
              <a:ext uri="{FF2B5EF4-FFF2-40B4-BE49-F238E27FC236}">
                <a16:creationId xmlns:a16="http://schemas.microsoft.com/office/drawing/2014/main" id="{344855F0-FC0C-342A-2C87-D53412511BBB}"/>
              </a:ext>
            </a:extLst>
          </p:cNvPr>
          <p:cNvSpPr/>
          <p:nvPr userDrawn="1"/>
        </p:nvSpPr>
        <p:spPr>
          <a:xfrm>
            <a:off x="215266" y="1758316"/>
            <a:ext cx="2802254" cy="4326572"/>
          </a:xfrm>
          <a:prstGeom prst="roundRect">
            <a:avLst>
              <a:gd name="adj" fmla="val 511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2"/>
              </a:solidFill>
            </a:endParaRPr>
          </a:p>
        </p:txBody>
      </p:sp>
      <p:sp>
        <p:nvSpPr>
          <p:cNvPr id="5" name="Rectangle: Rounded Corners 4">
            <a:extLst>
              <a:ext uri="{FF2B5EF4-FFF2-40B4-BE49-F238E27FC236}">
                <a16:creationId xmlns:a16="http://schemas.microsoft.com/office/drawing/2014/main" id="{BCCED3F3-B398-E4F6-46F7-25C656E5D5B1}"/>
              </a:ext>
            </a:extLst>
          </p:cNvPr>
          <p:cNvSpPr/>
          <p:nvPr userDrawn="1"/>
        </p:nvSpPr>
        <p:spPr>
          <a:xfrm>
            <a:off x="3199664" y="1758316"/>
            <a:ext cx="2802254" cy="4326572"/>
          </a:xfrm>
          <a:prstGeom prst="roundRect">
            <a:avLst>
              <a:gd name="adj" fmla="val 511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2"/>
              </a:solidFill>
            </a:endParaRPr>
          </a:p>
        </p:txBody>
      </p:sp>
      <p:sp>
        <p:nvSpPr>
          <p:cNvPr id="6" name="Rectangle: Rounded Corners 5">
            <a:extLst>
              <a:ext uri="{FF2B5EF4-FFF2-40B4-BE49-F238E27FC236}">
                <a16:creationId xmlns:a16="http://schemas.microsoft.com/office/drawing/2014/main" id="{02B2107F-D9BE-E419-EBFC-F1342D35A134}"/>
              </a:ext>
            </a:extLst>
          </p:cNvPr>
          <p:cNvSpPr/>
          <p:nvPr userDrawn="1"/>
        </p:nvSpPr>
        <p:spPr>
          <a:xfrm>
            <a:off x="6184062" y="1758316"/>
            <a:ext cx="2802254" cy="4326572"/>
          </a:xfrm>
          <a:prstGeom prst="roundRect">
            <a:avLst>
              <a:gd name="adj" fmla="val 511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E181B08C-D1AB-2389-A078-FA4B75E5EE33}"/>
              </a:ext>
            </a:extLst>
          </p:cNvPr>
          <p:cNvSpPr/>
          <p:nvPr userDrawn="1"/>
        </p:nvSpPr>
        <p:spPr>
          <a:xfrm>
            <a:off x="9168459" y="1758316"/>
            <a:ext cx="2802254" cy="4326572"/>
          </a:xfrm>
          <a:prstGeom prst="roundRect">
            <a:avLst>
              <a:gd name="adj" fmla="val 511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 Placeholder 5">
            <a:extLst>
              <a:ext uri="{FF2B5EF4-FFF2-40B4-BE49-F238E27FC236}">
                <a16:creationId xmlns:a16="http://schemas.microsoft.com/office/drawing/2014/main" id="{8AFDEDA8-00B5-7796-69D9-7E65EEB68535}"/>
              </a:ext>
            </a:extLst>
          </p:cNvPr>
          <p:cNvSpPr>
            <a:spLocks noGrp="1"/>
          </p:cNvSpPr>
          <p:nvPr>
            <p:ph type="body" sz="quarter" idx="17" hasCustomPrompt="1"/>
          </p:nvPr>
        </p:nvSpPr>
        <p:spPr>
          <a:xfrm>
            <a:off x="375285" y="2015651"/>
            <a:ext cx="2482216" cy="421958"/>
          </a:xfrm>
        </p:spPr>
        <p:txBody>
          <a:bodyPr anchor="t"/>
          <a:lstStyle>
            <a:lvl1pPr>
              <a:defRPr sz="1100" cap="all" baseline="0">
                <a:solidFill>
                  <a:schemeClr val="bg2"/>
                </a:solidFill>
                <a:latin typeface="+mn-lt"/>
              </a:defRPr>
            </a:lvl1pPr>
          </a:lstStyle>
          <a:p>
            <a:pPr lvl="0"/>
            <a:r>
              <a:rPr lang="en-US" dirty="0"/>
              <a:t>Place headline here, </a:t>
            </a:r>
            <a:br>
              <a:rPr lang="en-US" dirty="0"/>
            </a:br>
            <a:r>
              <a:rPr lang="en-US" dirty="0"/>
              <a:t>lorem ipsum dolor</a:t>
            </a:r>
          </a:p>
        </p:txBody>
      </p:sp>
      <p:sp>
        <p:nvSpPr>
          <p:cNvPr id="14" name="Text Placeholder 5">
            <a:extLst>
              <a:ext uri="{FF2B5EF4-FFF2-40B4-BE49-F238E27FC236}">
                <a16:creationId xmlns:a16="http://schemas.microsoft.com/office/drawing/2014/main" id="{484E19E1-DF9B-7C8C-103B-7D96645CC800}"/>
              </a:ext>
            </a:extLst>
          </p:cNvPr>
          <p:cNvSpPr>
            <a:spLocks noGrp="1"/>
          </p:cNvSpPr>
          <p:nvPr>
            <p:ph type="body" sz="quarter" idx="18" hasCustomPrompt="1"/>
          </p:nvPr>
        </p:nvSpPr>
        <p:spPr>
          <a:xfrm>
            <a:off x="3359683" y="2015651"/>
            <a:ext cx="2482216" cy="421958"/>
          </a:xfrm>
        </p:spPr>
        <p:txBody>
          <a:bodyPr anchor="t"/>
          <a:lstStyle>
            <a:lvl1pPr>
              <a:defRPr sz="1100" cap="all" baseline="0">
                <a:solidFill>
                  <a:schemeClr val="bg2"/>
                </a:solidFill>
                <a:latin typeface="+mn-lt"/>
              </a:defRPr>
            </a:lvl1pPr>
          </a:lstStyle>
          <a:p>
            <a:pPr lvl="0"/>
            <a:r>
              <a:rPr lang="en-US" dirty="0"/>
              <a:t>Place headline here, </a:t>
            </a:r>
            <a:br>
              <a:rPr lang="en-US" dirty="0"/>
            </a:br>
            <a:r>
              <a:rPr lang="en-US" dirty="0"/>
              <a:t>lorem ipsum dolor</a:t>
            </a:r>
          </a:p>
        </p:txBody>
      </p:sp>
      <p:sp>
        <p:nvSpPr>
          <p:cNvPr id="16" name="Text Placeholder 5">
            <a:extLst>
              <a:ext uri="{FF2B5EF4-FFF2-40B4-BE49-F238E27FC236}">
                <a16:creationId xmlns:a16="http://schemas.microsoft.com/office/drawing/2014/main" id="{04A3AFED-043A-1771-7432-87E07827EB6F}"/>
              </a:ext>
            </a:extLst>
          </p:cNvPr>
          <p:cNvSpPr>
            <a:spLocks noGrp="1"/>
          </p:cNvSpPr>
          <p:nvPr>
            <p:ph type="body" sz="quarter" idx="19" hasCustomPrompt="1"/>
          </p:nvPr>
        </p:nvSpPr>
        <p:spPr>
          <a:xfrm>
            <a:off x="6344081" y="2015651"/>
            <a:ext cx="2482216" cy="421958"/>
          </a:xfrm>
        </p:spPr>
        <p:txBody>
          <a:bodyPr anchor="t"/>
          <a:lstStyle>
            <a:lvl1pPr>
              <a:defRPr sz="1100" cap="all" baseline="0">
                <a:solidFill>
                  <a:schemeClr val="tx2"/>
                </a:solidFill>
                <a:latin typeface="+mn-lt"/>
              </a:defRPr>
            </a:lvl1pPr>
          </a:lstStyle>
          <a:p>
            <a:pPr lvl="0"/>
            <a:r>
              <a:rPr lang="en-US"/>
              <a:t>Place headline here, </a:t>
            </a:r>
            <a:br>
              <a:rPr lang="en-US"/>
            </a:br>
            <a:r>
              <a:rPr lang="en-US"/>
              <a:t>lorem ipsum dolor</a:t>
            </a:r>
          </a:p>
        </p:txBody>
      </p:sp>
      <p:sp>
        <p:nvSpPr>
          <p:cNvPr id="17" name="Text Placeholder 5">
            <a:extLst>
              <a:ext uri="{FF2B5EF4-FFF2-40B4-BE49-F238E27FC236}">
                <a16:creationId xmlns:a16="http://schemas.microsoft.com/office/drawing/2014/main" id="{CB4702B1-9CC9-91C5-3B61-ADAE7A0DF9A4}"/>
              </a:ext>
            </a:extLst>
          </p:cNvPr>
          <p:cNvSpPr>
            <a:spLocks noGrp="1"/>
          </p:cNvSpPr>
          <p:nvPr>
            <p:ph type="body" sz="quarter" idx="20" hasCustomPrompt="1"/>
          </p:nvPr>
        </p:nvSpPr>
        <p:spPr>
          <a:xfrm>
            <a:off x="9328478" y="2015651"/>
            <a:ext cx="2482216" cy="421958"/>
          </a:xfrm>
        </p:spPr>
        <p:txBody>
          <a:bodyPr anchor="t"/>
          <a:lstStyle>
            <a:lvl1pPr>
              <a:defRPr sz="1100" cap="all" baseline="0">
                <a:solidFill>
                  <a:schemeClr val="tx2"/>
                </a:solidFill>
                <a:latin typeface="+mn-lt"/>
              </a:defRPr>
            </a:lvl1pPr>
          </a:lstStyle>
          <a:p>
            <a:pPr lvl="0"/>
            <a:r>
              <a:rPr lang="en-US"/>
              <a:t>Place headline here, </a:t>
            </a:r>
            <a:br>
              <a:rPr lang="en-US"/>
            </a:br>
            <a:r>
              <a:rPr lang="en-US"/>
              <a:t>lorem ipsum dolor</a:t>
            </a:r>
          </a:p>
        </p:txBody>
      </p:sp>
      <p:sp>
        <p:nvSpPr>
          <p:cNvPr id="19" name="Chart Placeholder 18">
            <a:extLst>
              <a:ext uri="{FF2B5EF4-FFF2-40B4-BE49-F238E27FC236}">
                <a16:creationId xmlns:a16="http://schemas.microsoft.com/office/drawing/2014/main" id="{A3C6E811-FBB5-384E-E709-0D06DE4C8528}"/>
              </a:ext>
            </a:extLst>
          </p:cNvPr>
          <p:cNvSpPr>
            <a:spLocks noGrp="1"/>
          </p:cNvSpPr>
          <p:nvPr>
            <p:ph type="chart" sz="quarter" idx="21"/>
          </p:nvPr>
        </p:nvSpPr>
        <p:spPr>
          <a:xfrm>
            <a:off x="375285" y="2672081"/>
            <a:ext cx="2487168" cy="3103326"/>
          </a:xfrm>
        </p:spPr>
        <p:txBody>
          <a:bodyPr/>
          <a:lstStyle>
            <a:lvl1pPr>
              <a:defRPr>
                <a:solidFill>
                  <a:schemeClr val="bg2"/>
                </a:solidFill>
              </a:defRPr>
            </a:lvl1pPr>
          </a:lstStyle>
          <a:p>
            <a:r>
              <a:rPr lang="en-US"/>
              <a:t>Click icon to add chart</a:t>
            </a:r>
            <a:endParaRPr lang="en-IN"/>
          </a:p>
        </p:txBody>
      </p:sp>
      <p:sp>
        <p:nvSpPr>
          <p:cNvPr id="20" name="Chart Placeholder 18">
            <a:extLst>
              <a:ext uri="{FF2B5EF4-FFF2-40B4-BE49-F238E27FC236}">
                <a16:creationId xmlns:a16="http://schemas.microsoft.com/office/drawing/2014/main" id="{FD9C3833-1F70-6158-4192-9B7FBD011F04}"/>
              </a:ext>
            </a:extLst>
          </p:cNvPr>
          <p:cNvSpPr>
            <a:spLocks noGrp="1"/>
          </p:cNvSpPr>
          <p:nvPr>
            <p:ph type="chart" sz="quarter" idx="22"/>
          </p:nvPr>
        </p:nvSpPr>
        <p:spPr>
          <a:xfrm>
            <a:off x="3354731" y="2672081"/>
            <a:ext cx="2487168" cy="3103326"/>
          </a:xfrm>
        </p:spPr>
        <p:txBody>
          <a:bodyPr/>
          <a:lstStyle>
            <a:lvl1pPr>
              <a:defRPr>
                <a:solidFill>
                  <a:schemeClr val="bg2"/>
                </a:solidFill>
              </a:defRPr>
            </a:lvl1pPr>
          </a:lstStyle>
          <a:p>
            <a:r>
              <a:rPr lang="en-US"/>
              <a:t>Click icon to add chart</a:t>
            </a:r>
            <a:endParaRPr lang="en-IN"/>
          </a:p>
        </p:txBody>
      </p:sp>
      <p:sp>
        <p:nvSpPr>
          <p:cNvPr id="21" name="Chart Placeholder 18">
            <a:extLst>
              <a:ext uri="{FF2B5EF4-FFF2-40B4-BE49-F238E27FC236}">
                <a16:creationId xmlns:a16="http://schemas.microsoft.com/office/drawing/2014/main" id="{E0E8534B-4876-969B-5292-C67857579374}"/>
              </a:ext>
            </a:extLst>
          </p:cNvPr>
          <p:cNvSpPr>
            <a:spLocks noGrp="1"/>
          </p:cNvSpPr>
          <p:nvPr>
            <p:ph type="chart" sz="quarter" idx="23"/>
          </p:nvPr>
        </p:nvSpPr>
        <p:spPr>
          <a:xfrm>
            <a:off x="6339129" y="2672081"/>
            <a:ext cx="2487168" cy="3103326"/>
          </a:xfrm>
        </p:spPr>
        <p:txBody>
          <a:bodyPr/>
          <a:lstStyle>
            <a:lvl1pPr>
              <a:defRPr>
                <a:solidFill>
                  <a:schemeClr val="tx2"/>
                </a:solidFill>
              </a:defRPr>
            </a:lvl1pPr>
          </a:lstStyle>
          <a:p>
            <a:r>
              <a:rPr lang="en-US"/>
              <a:t>Click icon to add chart</a:t>
            </a:r>
            <a:endParaRPr lang="en-IN"/>
          </a:p>
        </p:txBody>
      </p:sp>
      <p:sp>
        <p:nvSpPr>
          <p:cNvPr id="22" name="Chart Placeholder 18">
            <a:extLst>
              <a:ext uri="{FF2B5EF4-FFF2-40B4-BE49-F238E27FC236}">
                <a16:creationId xmlns:a16="http://schemas.microsoft.com/office/drawing/2014/main" id="{7123E361-D1B5-B16D-D2B4-C89311FEFAC7}"/>
              </a:ext>
            </a:extLst>
          </p:cNvPr>
          <p:cNvSpPr>
            <a:spLocks noGrp="1"/>
          </p:cNvSpPr>
          <p:nvPr>
            <p:ph type="chart" sz="quarter" idx="24"/>
          </p:nvPr>
        </p:nvSpPr>
        <p:spPr>
          <a:xfrm>
            <a:off x="9323526" y="2672081"/>
            <a:ext cx="2487168" cy="3103326"/>
          </a:xfrm>
        </p:spPr>
        <p:txBody>
          <a:bodyPr/>
          <a:lstStyle>
            <a:lvl1pPr>
              <a:defRPr>
                <a:solidFill>
                  <a:schemeClr val="tx2"/>
                </a:solidFill>
              </a:defRPr>
            </a:lvl1pPr>
          </a:lstStyle>
          <a:p>
            <a:r>
              <a:rPr lang="en-US"/>
              <a:t>Click icon to add chart</a:t>
            </a:r>
            <a:endParaRPr lang="en-IN"/>
          </a:p>
        </p:txBody>
      </p:sp>
    </p:spTree>
    <p:extLst>
      <p:ext uri="{BB962C8B-B14F-4D97-AF65-F5344CB8AC3E}">
        <p14:creationId xmlns:p14="http://schemas.microsoft.com/office/powerpoint/2010/main" val="2164717820"/>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Full Bleed Imag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9CB7A4F-89E6-C6E9-9B94-CFDEECBC90E0}"/>
              </a:ext>
            </a:extLst>
          </p:cNvPr>
          <p:cNvSpPr>
            <a:spLocks noGrp="1"/>
          </p:cNvSpPr>
          <p:nvPr>
            <p:ph type="pic" sz="quarter" idx="22"/>
          </p:nvPr>
        </p:nvSpPr>
        <p:spPr>
          <a:xfrm>
            <a:off x="0" y="0"/>
            <a:ext cx="12188952" cy="6858000"/>
          </a:xfrm>
          <a:solidFill>
            <a:schemeClr val="bg2"/>
          </a:solidFill>
        </p:spPr>
        <p:txBody>
          <a:bodyPr/>
          <a:lstStyle/>
          <a:p>
            <a:r>
              <a:rPr lang="en-US"/>
              <a:t>Click icon to add picture</a:t>
            </a:r>
            <a:endParaRPr lang="en-IN"/>
          </a:p>
        </p:txBody>
      </p:sp>
      <p:sp>
        <p:nvSpPr>
          <p:cNvPr id="3" name="Footer Placeholder 2">
            <a:extLst>
              <a:ext uri="{FF2B5EF4-FFF2-40B4-BE49-F238E27FC236}">
                <a16:creationId xmlns:a16="http://schemas.microsoft.com/office/drawing/2014/main" id="{D68F4EAB-CB8F-85B7-87C8-748241E7A5AF}"/>
              </a:ext>
            </a:extLst>
          </p:cNvPr>
          <p:cNvSpPr>
            <a:spLocks noGrp="1"/>
          </p:cNvSpPr>
          <p:nvPr>
            <p:ph type="ftr" sz="quarter" idx="23"/>
          </p:nvPr>
        </p:nvSpPr>
        <p:spPr/>
        <p:txBody>
          <a:bodyPr/>
          <a:lstStyle>
            <a:lvl1pPr>
              <a:defRPr>
                <a:solidFill>
                  <a:schemeClr val="tx2"/>
                </a:solidFill>
              </a:defRPr>
            </a:lvl1pPr>
          </a:lstStyle>
          <a:p>
            <a:r>
              <a:rPr lang="en-US"/>
              <a:t>Footer</a:t>
            </a:r>
            <a:endParaRPr lang="en-IN"/>
          </a:p>
        </p:txBody>
      </p:sp>
      <p:sp>
        <p:nvSpPr>
          <p:cNvPr id="7" name="Slide Number Placeholder 6">
            <a:extLst>
              <a:ext uri="{FF2B5EF4-FFF2-40B4-BE49-F238E27FC236}">
                <a16:creationId xmlns:a16="http://schemas.microsoft.com/office/drawing/2014/main" id="{950896DC-DE24-C6C7-0D79-1A3355154592}"/>
              </a:ext>
            </a:extLst>
          </p:cNvPr>
          <p:cNvSpPr>
            <a:spLocks noGrp="1"/>
          </p:cNvSpPr>
          <p:nvPr>
            <p:ph type="sldNum" sz="quarter" idx="24"/>
          </p:nvPr>
        </p:nvSpPr>
        <p:spPr/>
        <p:txBody>
          <a:bodyPr/>
          <a:lstStyle>
            <a:lvl1pPr>
              <a:defRPr>
                <a:solidFill>
                  <a:schemeClr val="tx2"/>
                </a:solidFill>
              </a:defRPr>
            </a:lvl1pPr>
          </a:lstStyle>
          <a:p>
            <a:fld id="{85AC2185-BC10-47CC-BB5A-D3C63A4C1365}" type="slidenum">
              <a:rPr lang="en-IN" smtClean="0"/>
              <a:pPr/>
              <a:t>‹#›</a:t>
            </a:fld>
            <a:endParaRPr lang="en-IN"/>
          </a:p>
        </p:txBody>
      </p:sp>
    </p:spTree>
    <p:extLst>
      <p:ext uri="{BB962C8B-B14F-4D97-AF65-F5344CB8AC3E}">
        <p14:creationId xmlns:p14="http://schemas.microsoft.com/office/powerpoint/2010/main" val="155363931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Image x4">
    <p:spTree>
      <p:nvGrpSpPr>
        <p:cNvPr id="1" name=""/>
        <p:cNvGrpSpPr/>
        <p:nvPr/>
      </p:nvGrpSpPr>
      <p:grpSpPr>
        <a:xfrm>
          <a:off x="0" y="0"/>
          <a:ext cx="0" cy="0"/>
          <a:chOff x="0" y="0"/>
          <a:chExt cx="0" cy="0"/>
        </a:xfrm>
      </p:grpSpPr>
      <p:sp>
        <p:nvSpPr>
          <p:cNvPr id="9" name="Picture Placeholder 5">
            <a:extLst>
              <a:ext uri="{FF2B5EF4-FFF2-40B4-BE49-F238E27FC236}">
                <a16:creationId xmlns:a16="http://schemas.microsoft.com/office/drawing/2014/main" id="{BF626D32-AFA5-FEF1-EECC-D11E77914BB4}"/>
              </a:ext>
            </a:extLst>
          </p:cNvPr>
          <p:cNvSpPr>
            <a:spLocks noGrp="1"/>
          </p:cNvSpPr>
          <p:nvPr>
            <p:ph type="pic" sz="quarter" idx="24"/>
          </p:nvPr>
        </p:nvSpPr>
        <p:spPr>
          <a:xfrm>
            <a:off x="6092952" y="0"/>
            <a:ext cx="6099048" cy="6858000"/>
          </a:xfrm>
          <a:solidFill>
            <a:schemeClr val="bg2"/>
          </a:solidFill>
        </p:spPr>
        <p:txBody>
          <a:bodyPr/>
          <a:lstStyle/>
          <a:p>
            <a:r>
              <a:rPr lang="en-US"/>
              <a:t>Click icon to add picture</a:t>
            </a:r>
            <a:endParaRPr lang="en-IN"/>
          </a:p>
        </p:txBody>
      </p:sp>
      <p:sp>
        <p:nvSpPr>
          <p:cNvPr id="6" name="Picture Placeholder 5">
            <a:extLst>
              <a:ext uri="{FF2B5EF4-FFF2-40B4-BE49-F238E27FC236}">
                <a16:creationId xmlns:a16="http://schemas.microsoft.com/office/drawing/2014/main" id="{961BC779-9957-EED9-8817-F3CF14551515}"/>
              </a:ext>
            </a:extLst>
          </p:cNvPr>
          <p:cNvSpPr>
            <a:spLocks noGrp="1"/>
          </p:cNvSpPr>
          <p:nvPr>
            <p:ph type="pic" sz="quarter" idx="23"/>
          </p:nvPr>
        </p:nvSpPr>
        <p:spPr>
          <a:xfrm>
            <a:off x="0" y="0"/>
            <a:ext cx="6099048" cy="3429000"/>
          </a:xfrm>
          <a:solidFill>
            <a:schemeClr val="bg2"/>
          </a:solidFill>
        </p:spPr>
        <p:txBody>
          <a:bodyPr/>
          <a:lstStyle/>
          <a:p>
            <a:r>
              <a:rPr lang="en-US"/>
              <a:t>Click icon to add picture</a:t>
            </a:r>
            <a:endParaRPr lang="en-IN"/>
          </a:p>
        </p:txBody>
      </p:sp>
      <p:sp>
        <p:nvSpPr>
          <p:cNvPr id="3" name="Picture Placeholder 5">
            <a:extLst>
              <a:ext uri="{FF2B5EF4-FFF2-40B4-BE49-F238E27FC236}">
                <a16:creationId xmlns:a16="http://schemas.microsoft.com/office/drawing/2014/main" id="{7D406F77-83BD-7099-DA6F-E3DB82C225E0}"/>
              </a:ext>
            </a:extLst>
          </p:cNvPr>
          <p:cNvSpPr>
            <a:spLocks noGrp="1"/>
          </p:cNvSpPr>
          <p:nvPr>
            <p:ph type="pic" sz="quarter" idx="25"/>
          </p:nvPr>
        </p:nvSpPr>
        <p:spPr>
          <a:xfrm>
            <a:off x="0" y="3429000"/>
            <a:ext cx="6099048" cy="3429000"/>
          </a:xfrm>
          <a:solidFill>
            <a:schemeClr val="bg2"/>
          </a:solidFill>
        </p:spPr>
        <p:txBody>
          <a:bodyPr/>
          <a:lstStyle/>
          <a:p>
            <a:r>
              <a:rPr lang="en-US"/>
              <a:t>Click icon to add picture</a:t>
            </a:r>
            <a:endParaRPr lang="en-IN"/>
          </a:p>
        </p:txBody>
      </p:sp>
      <p:sp>
        <p:nvSpPr>
          <p:cNvPr id="5" name="Footer Placeholder 4">
            <a:extLst>
              <a:ext uri="{FF2B5EF4-FFF2-40B4-BE49-F238E27FC236}">
                <a16:creationId xmlns:a16="http://schemas.microsoft.com/office/drawing/2014/main" id="{FB94AFBC-80DD-74C1-A439-760F2A500FD1}"/>
              </a:ext>
            </a:extLst>
          </p:cNvPr>
          <p:cNvSpPr>
            <a:spLocks noGrp="1"/>
          </p:cNvSpPr>
          <p:nvPr>
            <p:ph type="ftr" sz="quarter" idx="26"/>
          </p:nvPr>
        </p:nvSpPr>
        <p:spPr/>
        <p:txBody>
          <a:bodyPr/>
          <a:lstStyle>
            <a:lvl1pPr>
              <a:defRPr>
                <a:solidFill>
                  <a:schemeClr val="tx2"/>
                </a:solidFill>
              </a:defRPr>
            </a:lvl1pPr>
          </a:lstStyle>
          <a:p>
            <a:r>
              <a:rPr lang="en-US"/>
              <a:t>Footer</a:t>
            </a:r>
            <a:endParaRPr lang="en-IN"/>
          </a:p>
        </p:txBody>
      </p:sp>
      <p:sp>
        <p:nvSpPr>
          <p:cNvPr id="8" name="Slide Number Placeholder 7">
            <a:extLst>
              <a:ext uri="{FF2B5EF4-FFF2-40B4-BE49-F238E27FC236}">
                <a16:creationId xmlns:a16="http://schemas.microsoft.com/office/drawing/2014/main" id="{5BC10CB1-C009-EB12-C7D6-3373045E3F55}"/>
              </a:ext>
            </a:extLst>
          </p:cNvPr>
          <p:cNvSpPr>
            <a:spLocks noGrp="1"/>
          </p:cNvSpPr>
          <p:nvPr>
            <p:ph type="sldNum" sz="quarter" idx="27"/>
          </p:nvPr>
        </p:nvSpPr>
        <p:spPr/>
        <p:txBody>
          <a:bodyPr/>
          <a:lstStyle>
            <a:lvl1pPr>
              <a:defRPr>
                <a:solidFill>
                  <a:schemeClr val="tx2"/>
                </a:solidFill>
              </a:defRPr>
            </a:lvl1pPr>
          </a:lstStyle>
          <a:p>
            <a:fld id="{85AC2185-BC10-47CC-BB5A-D3C63A4C1365}" type="slidenum">
              <a:rPr lang="en-IN" smtClean="0"/>
              <a:pPr/>
              <a:t>‹#›</a:t>
            </a:fld>
            <a:endParaRPr lang="en-IN"/>
          </a:p>
        </p:txBody>
      </p:sp>
    </p:spTree>
    <p:extLst>
      <p:ext uri="{BB962C8B-B14F-4D97-AF65-F5344CB8AC3E}">
        <p14:creationId xmlns:p14="http://schemas.microsoft.com/office/powerpoint/2010/main" val="18798488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Image x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961BC779-9957-EED9-8817-F3CF14551515}"/>
              </a:ext>
            </a:extLst>
          </p:cNvPr>
          <p:cNvSpPr>
            <a:spLocks noGrp="1"/>
          </p:cNvSpPr>
          <p:nvPr>
            <p:ph type="pic" sz="quarter" idx="23"/>
          </p:nvPr>
        </p:nvSpPr>
        <p:spPr>
          <a:xfrm>
            <a:off x="0" y="0"/>
            <a:ext cx="6099048" cy="6858000"/>
          </a:xfrm>
          <a:solidFill>
            <a:schemeClr val="bg2"/>
          </a:solidFill>
        </p:spPr>
        <p:txBody>
          <a:bodyPr/>
          <a:lstStyle/>
          <a:p>
            <a:r>
              <a:rPr lang="en-US"/>
              <a:t>Click icon to add picture</a:t>
            </a:r>
            <a:endParaRPr lang="en-IN"/>
          </a:p>
        </p:txBody>
      </p:sp>
      <p:sp>
        <p:nvSpPr>
          <p:cNvPr id="7" name="Picture Placeholder 5">
            <a:extLst>
              <a:ext uri="{FF2B5EF4-FFF2-40B4-BE49-F238E27FC236}">
                <a16:creationId xmlns:a16="http://schemas.microsoft.com/office/drawing/2014/main" id="{9E89AC4C-F9C6-DCA2-891B-AC0BBF76F5A9}"/>
              </a:ext>
            </a:extLst>
          </p:cNvPr>
          <p:cNvSpPr>
            <a:spLocks noGrp="1"/>
          </p:cNvSpPr>
          <p:nvPr>
            <p:ph type="pic" sz="quarter" idx="24"/>
          </p:nvPr>
        </p:nvSpPr>
        <p:spPr>
          <a:xfrm>
            <a:off x="6092952" y="0"/>
            <a:ext cx="6099048" cy="6858000"/>
          </a:xfrm>
          <a:solidFill>
            <a:schemeClr val="bg2"/>
          </a:solidFill>
        </p:spPr>
        <p:txBody>
          <a:bodyPr/>
          <a:lstStyle/>
          <a:p>
            <a:r>
              <a:rPr lang="en-US"/>
              <a:t>Click icon to add picture</a:t>
            </a:r>
            <a:endParaRPr lang="en-IN"/>
          </a:p>
        </p:txBody>
      </p:sp>
      <p:sp>
        <p:nvSpPr>
          <p:cNvPr id="3" name="Footer Placeholder 2">
            <a:extLst>
              <a:ext uri="{FF2B5EF4-FFF2-40B4-BE49-F238E27FC236}">
                <a16:creationId xmlns:a16="http://schemas.microsoft.com/office/drawing/2014/main" id="{B643D6BD-5A29-65C0-B0BE-533D6A11A935}"/>
              </a:ext>
            </a:extLst>
          </p:cNvPr>
          <p:cNvSpPr>
            <a:spLocks noGrp="1"/>
          </p:cNvSpPr>
          <p:nvPr>
            <p:ph type="ftr" sz="quarter" idx="25"/>
          </p:nvPr>
        </p:nvSpPr>
        <p:spPr/>
        <p:txBody>
          <a:bodyPr/>
          <a:lstStyle>
            <a:lvl1pPr>
              <a:defRPr>
                <a:solidFill>
                  <a:schemeClr val="tx2"/>
                </a:solidFill>
              </a:defRPr>
            </a:lvl1pPr>
          </a:lstStyle>
          <a:p>
            <a:r>
              <a:rPr lang="en-US"/>
              <a:t>Footer</a:t>
            </a:r>
            <a:endParaRPr lang="en-IN"/>
          </a:p>
        </p:txBody>
      </p:sp>
      <p:sp>
        <p:nvSpPr>
          <p:cNvPr id="5" name="Slide Number Placeholder 4">
            <a:extLst>
              <a:ext uri="{FF2B5EF4-FFF2-40B4-BE49-F238E27FC236}">
                <a16:creationId xmlns:a16="http://schemas.microsoft.com/office/drawing/2014/main" id="{32615B71-8DBD-C9E5-CBDE-474F914C3A77}"/>
              </a:ext>
            </a:extLst>
          </p:cNvPr>
          <p:cNvSpPr>
            <a:spLocks noGrp="1"/>
          </p:cNvSpPr>
          <p:nvPr>
            <p:ph type="sldNum" sz="quarter" idx="26"/>
          </p:nvPr>
        </p:nvSpPr>
        <p:spPr/>
        <p:txBody>
          <a:bodyPr/>
          <a:lstStyle>
            <a:lvl1pPr>
              <a:defRPr>
                <a:solidFill>
                  <a:schemeClr val="tx2"/>
                </a:solidFill>
              </a:defRPr>
            </a:lvl1pPr>
          </a:lstStyle>
          <a:p>
            <a:fld id="{85AC2185-BC10-47CC-BB5A-D3C63A4C1365}" type="slidenum">
              <a:rPr lang="en-IN" smtClean="0"/>
              <a:pPr/>
              <a:t>‹#›</a:t>
            </a:fld>
            <a:endParaRPr lang="en-IN"/>
          </a:p>
        </p:txBody>
      </p:sp>
    </p:spTree>
    <p:extLst>
      <p:ext uri="{BB962C8B-B14F-4D97-AF65-F5344CB8AC3E}">
        <p14:creationId xmlns:p14="http://schemas.microsoft.com/office/powerpoint/2010/main" val="283664372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Infographics x4 Horizontal">
    <p:bg>
      <p:bgPr>
        <a:solidFill>
          <a:schemeClr val="bg2"/>
        </a:solidFill>
        <a:effectLst/>
      </p:bgPr>
    </p:bg>
    <p:spTree>
      <p:nvGrpSpPr>
        <p:cNvPr id="1" name=""/>
        <p:cNvGrpSpPr/>
        <p:nvPr/>
      </p:nvGrpSpPr>
      <p:grpSpPr>
        <a:xfrm>
          <a:off x="0" y="0"/>
          <a:ext cx="0" cy="0"/>
          <a:chOff x="0" y="0"/>
          <a:chExt cx="0" cy="0"/>
        </a:xfrm>
      </p:grpSpPr>
      <p:sp>
        <p:nvSpPr>
          <p:cNvPr id="13" name="Picture Placeholder 5">
            <a:extLst>
              <a:ext uri="{FF2B5EF4-FFF2-40B4-BE49-F238E27FC236}">
                <a16:creationId xmlns:a16="http://schemas.microsoft.com/office/drawing/2014/main" id="{4598617F-3FCF-2651-466D-C3A8A7B7C211}"/>
              </a:ext>
            </a:extLst>
          </p:cNvPr>
          <p:cNvSpPr txBox="1">
            <a:spLocks/>
          </p:cNvSpPr>
          <p:nvPr userDrawn="1"/>
        </p:nvSpPr>
        <p:spPr>
          <a:xfrm>
            <a:off x="5218855" y="3500176"/>
            <a:ext cx="6973145" cy="3357824"/>
          </a:xfrm>
          <a:custGeom>
            <a:avLst/>
            <a:gdLst>
              <a:gd name="csX0" fmla="*/ 1614995 w 6973145"/>
              <a:gd name="csY0" fmla="*/ 0 h 3357824"/>
              <a:gd name="csX1" fmla="*/ 6973145 w 6973145"/>
              <a:gd name="csY1" fmla="*/ 0 h 3357824"/>
              <a:gd name="csX2" fmla="*/ 6973145 w 6973145"/>
              <a:gd name="csY2" fmla="*/ 3357824 h 3357824"/>
              <a:gd name="csX3" fmla="*/ 0 w 6973145"/>
              <a:gd name="csY3" fmla="*/ 3357824 h 3357824"/>
              <a:gd name="csX4" fmla="*/ 714543 w 6973145"/>
              <a:gd name="csY4" fmla="*/ 690926 h 3357824"/>
              <a:gd name="csX5" fmla="*/ 1614995 w 6973145"/>
              <a:gd name="csY5" fmla="*/ 0 h 3357824"/>
            </a:gdLst>
            <a:ahLst/>
            <a:cxnLst>
              <a:cxn ang="0">
                <a:pos x="csX0" y="csY0"/>
              </a:cxn>
              <a:cxn ang="0">
                <a:pos x="csX1" y="csY1"/>
              </a:cxn>
              <a:cxn ang="0">
                <a:pos x="csX2" y="csY2"/>
              </a:cxn>
              <a:cxn ang="0">
                <a:pos x="csX3" y="csY3"/>
              </a:cxn>
              <a:cxn ang="0">
                <a:pos x="csX4" y="csY4"/>
              </a:cxn>
              <a:cxn ang="0">
                <a:pos x="csX5" y="csY5"/>
              </a:cxn>
            </a:cxnLst>
            <a:rect l="l" t="t" r="r" b="b"/>
            <a:pathLst>
              <a:path w="6973145" h="3357824">
                <a:moveTo>
                  <a:pt x="1614995" y="0"/>
                </a:moveTo>
                <a:lnTo>
                  <a:pt x="6973145" y="0"/>
                </a:lnTo>
                <a:lnTo>
                  <a:pt x="6973145" y="3357824"/>
                </a:lnTo>
                <a:lnTo>
                  <a:pt x="0" y="3357824"/>
                </a:lnTo>
                <a:lnTo>
                  <a:pt x="714543" y="690926"/>
                </a:lnTo>
                <a:cubicBezTo>
                  <a:pt x="823805" y="283440"/>
                  <a:pt x="1193156" y="0"/>
                  <a:pt x="1614995" y="0"/>
                </a:cubicBezTo>
                <a:close/>
              </a:path>
            </a:pathLst>
          </a:custGeom>
          <a:solidFill>
            <a:schemeClr val="tx2"/>
          </a:solidFill>
          <a:ln>
            <a:noFill/>
          </a:ln>
        </p:spPr>
        <p:txBody>
          <a:bodyPr vert="horz" wrap="square" lIns="0" tIns="0" rIns="0" bIns="0" rtlCol="0" anchor="t" anchorCtr="0">
            <a:noAutofit/>
          </a:bodyPr>
          <a:lstStyle>
            <a:lvl1pPr marL="0" indent="-228600" algn="l" defTabSz="914400" rtl="0" eaLnBrk="1" latinLnBrk="0" hangingPunct="1">
              <a:lnSpc>
                <a:spcPct val="100000"/>
              </a:lnSpc>
              <a:spcBef>
                <a:spcPts val="300"/>
              </a:spcBef>
              <a:spcAft>
                <a:spcPts val="600"/>
              </a:spcAft>
              <a:buFont typeface="Arial" panose="020B0604020202020204" pitchFamily="34" charset="0"/>
              <a:buNone/>
              <a:defRPr sz="1200" b="0" kern="1200">
                <a:solidFill>
                  <a:schemeClr val="tx1"/>
                </a:solidFill>
                <a:latin typeface="+mn-lt"/>
                <a:ea typeface="+mn-ea"/>
                <a:cs typeface="+mn-cs"/>
              </a:defRPr>
            </a:lvl1pPr>
            <a:lvl2pPr marL="228600" indent="-228600" algn="l" defTabSz="914400" rtl="0" eaLnBrk="1" latinLnBrk="0" hangingPunct="1">
              <a:lnSpc>
                <a:spcPct val="100000"/>
              </a:lnSpc>
              <a:spcBef>
                <a:spcPts val="300"/>
              </a:spcBef>
              <a:spcAft>
                <a:spcPts val="600"/>
              </a:spcAft>
              <a:buFont typeface="Arial" panose="020B0604020202020204" pitchFamily="34" charset="0"/>
              <a:buChar char="•"/>
              <a:defRPr sz="1200" b="0" kern="1200">
                <a:solidFill>
                  <a:schemeClr val="tx1"/>
                </a:solidFill>
                <a:latin typeface="+mn-lt"/>
                <a:ea typeface="+mn-ea"/>
                <a:cs typeface="+mn-cs"/>
              </a:defRPr>
            </a:lvl2pPr>
            <a:lvl3pPr marL="475488" indent="-228600" algn="l" defTabSz="914400" rtl="0" eaLnBrk="1" latinLnBrk="0" hangingPunct="1">
              <a:lnSpc>
                <a:spcPct val="100000"/>
              </a:lnSpc>
              <a:spcBef>
                <a:spcPts val="300"/>
              </a:spcBef>
              <a:spcAft>
                <a:spcPts val="600"/>
              </a:spcAft>
              <a:buFont typeface="Arial" panose="020B0604020202020204" pitchFamily="34" charset="0"/>
              <a:buChar char="•"/>
              <a:defRPr sz="1200" b="0" kern="1200">
                <a:solidFill>
                  <a:schemeClr val="tx1"/>
                </a:solidFill>
                <a:latin typeface="+mn-lt"/>
                <a:ea typeface="+mn-ea"/>
                <a:cs typeface="+mn-cs"/>
              </a:defRPr>
            </a:lvl3pPr>
            <a:lvl4pPr marL="740664" indent="-228600" algn="l" defTabSz="914400" rtl="0" eaLnBrk="1" latinLnBrk="0" hangingPunct="1">
              <a:lnSpc>
                <a:spcPct val="100000"/>
              </a:lnSpc>
              <a:spcBef>
                <a:spcPts val="300"/>
              </a:spcBef>
              <a:spcAft>
                <a:spcPts val="600"/>
              </a:spcAft>
              <a:buFont typeface="Arial" panose="020B0604020202020204" pitchFamily="34" charset="0"/>
              <a:buChar char="•"/>
              <a:defRPr sz="1200" b="0" kern="1200">
                <a:solidFill>
                  <a:schemeClr val="tx1"/>
                </a:solidFill>
                <a:latin typeface="+mn-lt"/>
                <a:ea typeface="+mn-ea"/>
                <a:cs typeface="+mn-cs"/>
              </a:defRPr>
            </a:lvl4pPr>
            <a:lvl5pPr marL="987552" indent="-228600" algn="l" defTabSz="914400" rtl="0" eaLnBrk="1" latinLnBrk="0" hangingPunct="1">
              <a:lnSpc>
                <a:spcPct val="100000"/>
              </a:lnSpc>
              <a:spcBef>
                <a:spcPts val="300"/>
              </a:spcBef>
              <a:spcAft>
                <a:spcPts val="600"/>
              </a:spcAft>
              <a:buFont typeface="Arial" panose="020B0604020202020204" pitchFamily="34" charset="0"/>
              <a:buChar char="•"/>
              <a:defRPr sz="12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a:p>
        </p:txBody>
      </p:sp>
      <p:sp>
        <p:nvSpPr>
          <p:cNvPr id="12" name="Picture Placeholder 2">
            <a:extLst>
              <a:ext uri="{FF2B5EF4-FFF2-40B4-BE49-F238E27FC236}">
                <a16:creationId xmlns:a16="http://schemas.microsoft.com/office/drawing/2014/main" id="{F642482A-70DB-6387-E988-E7177AA0E5B8}"/>
              </a:ext>
            </a:extLst>
          </p:cNvPr>
          <p:cNvSpPr txBox="1">
            <a:spLocks/>
          </p:cNvSpPr>
          <p:nvPr userDrawn="1"/>
        </p:nvSpPr>
        <p:spPr>
          <a:xfrm>
            <a:off x="0" y="0"/>
            <a:ext cx="6968842" cy="3341758"/>
          </a:xfrm>
          <a:custGeom>
            <a:avLst/>
            <a:gdLst>
              <a:gd name="csX0" fmla="*/ 0 w 6968842"/>
              <a:gd name="csY0" fmla="*/ 0 h 3341758"/>
              <a:gd name="csX1" fmla="*/ 6968842 w 6968842"/>
              <a:gd name="csY1" fmla="*/ 0 h 3341758"/>
              <a:gd name="csX2" fmla="*/ 6258603 w 6968842"/>
              <a:gd name="csY2" fmla="*/ 2650834 h 3341758"/>
              <a:gd name="csX3" fmla="*/ 5358151 w 6968842"/>
              <a:gd name="csY3" fmla="*/ 3341758 h 3341758"/>
              <a:gd name="csX4" fmla="*/ 0 w 6968842"/>
              <a:gd name="csY4" fmla="*/ 3341758 h 3341758"/>
            </a:gdLst>
            <a:ahLst/>
            <a:cxnLst>
              <a:cxn ang="0">
                <a:pos x="csX0" y="csY0"/>
              </a:cxn>
              <a:cxn ang="0">
                <a:pos x="csX1" y="csY1"/>
              </a:cxn>
              <a:cxn ang="0">
                <a:pos x="csX2" y="csY2"/>
              </a:cxn>
              <a:cxn ang="0">
                <a:pos x="csX3" y="csY3"/>
              </a:cxn>
              <a:cxn ang="0">
                <a:pos x="csX4" y="csY4"/>
              </a:cxn>
            </a:cxnLst>
            <a:rect l="l" t="t" r="r" b="b"/>
            <a:pathLst>
              <a:path w="6968842" h="3341758">
                <a:moveTo>
                  <a:pt x="0" y="0"/>
                </a:moveTo>
                <a:lnTo>
                  <a:pt x="6968842" y="0"/>
                </a:lnTo>
                <a:lnTo>
                  <a:pt x="6258603" y="2650834"/>
                </a:lnTo>
                <a:cubicBezTo>
                  <a:pt x="6149340" y="3058319"/>
                  <a:pt x="5779990" y="3341758"/>
                  <a:pt x="5358151" y="3341758"/>
                </a:cubicBezTo>
                <a:lnTo>
                  <a:pt x="0" y="3341758"/>
                </a:lnTo>
                <a:close/>
              </a:path>
            </a:pathLst>
          </a:custGeom>
          <a:solidFill>
            <a:schemeClr val="tx2"/>
          </a:solidFill>
          <a:ln>
            <a:noFill/>
          </a:ln>
        </p:spPr>
        <p:txBody>
          <a:bodyPr vert="horz" wrap="square" lIns="0" tIns="0" rIns="0" bIns="0" rtlCol="0" anchor="t" anchorCtr="0">
            <a:noAutofit/>
          </a:bodyPr>
          <a:lstStyle>
            <a:lvl1pPr marL="0" indent="-228600" algn="l" defTabSz="914400" rtl="0" eaLnBrk="1" latinLnBrk="0" hangingPunct="1">
              <a:lnSpc>
                <a:spcPct val="100000"/>
              </a:lnSpc>
              <a:spcBef>
                <a:spcPts val="300"/>
              </a:spcBef>
              <a:spcAft>
                <a:spcPts val="600"/>
              </a:spcAft>
              <a:buFont typeface="Arial" panose="020B0604020202020204" pitchFamily="34" charset="0"/>
              <a:buNone/>
              <a:defRPr sz="1200" b="0" kern="1200">
                <a:solidFill>
                  <a:schemeClr val="tx1"/>
                </a:solidFill>
                <a:latin typeface="+mn-lt"/>
                <a:ea typeface="+mn-ea"/>
                <a:cs typeface="+mn-cs"/>
              </a:defRPr>
            </a:lvl1pPr>
            <a:lvl2pPr marL="228600" indent="-228600" algn="l" defTabSz="914400" rtl="0" eaLnBrk="1" latinLnBrk="0" hangingPunct="1">
              <a:lnSpc>
                <a:spcPct val="100000"/>
              </a:lnSpc>
              <a:spcBef>
                <a:spcPts val="300"/>
              </a:spcBef>
              <a:spcAft>
                <a:spcPts val="600"/>
              </a:spcAft>
              <a:buFont typeface="Arial" panose="020B0604020202020204" pitchFamily="34" charset="0"/>
              <a:buChar char="•"/>
              <a:defRPr sz="1200" b="0" kern="1200">
                <a:solidFill>
                  <a:schemeClr val="tx1"/>
                </a:solidFill>
                <a:latin typeface="+mn-lt"/>
                <a:ea typeface="+mn-ea"/>
                <a:cs typeface="+mn-cs"/>
              </a:defRPr>
            </a:lvl2pPr>
            <a:lvl3pPr marL="475488" indent="-228600" algn="l" defTabSz="914400" rtl="0" eaLnBrk="1" latinLnBrk="0" hangingPunct="1">
              <a:lnSpc>
                <a:spcPct val="100000"/>
              </a:lnSpc>
              <a:spcBef>
                <a:spcPts val="300"/>
              </a:spcBef>
              <a:spcAft>
                <a:spcPts val="600"/>
              </a:spcAft>
              <a:buFont typeface="Arial" panose="020B0604020202020204" pitchFamily="34" charset="0"/>
              <a:buChar char="•"/>
              <a:defRPr sz="1200" b="0" kern="1200">
                <a:solidFill>
                  <a:schemeClr val="tx1"/>
                </a:solidFill>
                <a:latin typeface="+mn-lt"/>
                <a:ea typeface="+mn-ea"/>
                <a:cs typeface="+mn-cs"/>
              </a:defRPr>
            </a:lvl3pPr>
            <a:lvl4pPr marL="740664" indent="-228600" algn="l" defTabSz="914400" rtl="0" eaLnBrk="1" latinLnBrk="0" hangingPunct="1">
              <a:lnSpc>
                <a:spcPct val="100000"/>
              </a:lnSpc>
              <a:spcBef>
                <a:spcPts val="300"/>
              </a:spcBef>
              <a:spcAft>
                <a:spcPts val="600"/>
              </a:spcAft>
              <a:buFont typeface="Arial" panose="020B0604020202020204" pitchFamily="34" charset="0"/>
              <a:buChar char="•"/>
              <a:defRPr sz="1200" b="0" kern="1200">
                <a:solidFill>
                  <a:schemeClr val="tx1"/>
                </a:solidFill>
                <a:latin typeface="+mn-lt"/>
                <a:ea typeface="+mn-ea"/>
                <a:cs typeface="+mn-cs"/>
              </a:defRPr>
            </a:lvl4pPr>
            <a:lvl5pPr marL="987552" indent="-228600" algn="l" defTabSz="914400" rtl="0" eaLnBrk="1" latinLnBrk="0" hangingPunct="1">
              <a:lnSpc>
                <a:spcPct val="100000"/>
              </a:lnSpc>
              <a:spcBef>
                <a:spcPts val="300"/>
              </a:spcBef>
              <a:spcAft>
                <a:spcPts val="600"/>
              </a:spcAft>
              <a:buFont typeface="Arial" panose="020B0604020202020204" pitchFamily="34" charset="0"/>
              <a:buChar char="•"/>
              <a:defRPr sz="12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a:p>
        </p:txBody>
      </p:sp>
      <p:sp>
        <p:nvSpPr>
          <p:cNvPr id="44" name="Picture Placeholder 43">
            <a:extLst>
              <a:ext uri="{FF2B5EF4-FFF2-40B4-BE49-F238E27FC236}">
                <a16:creationId xmlns:a16="http://schemas.microsoft.com/office/drawing/2014/main" id="{15217FE4-0F8E-419A-60D4-8F0B53C5C350}"/>
              </a:ext>
            </a:extLst>
          </p:cNvPr>
          <p:cNvSpPr>
            <a:spLocks noGrp="1"/>
          </p:cNvSpPr>
          <p:nvPr>
            <p:ph type="pic" sz="quarter" idx="13"/>
          </p:nvPr>
        </p:nvSpPr>
        <p:spPr>
          <a:xfrm>
            <a:off x="1524" y="3516243"/>
            <a:ext cx="5780056" cy="3341757"/>
          </a:xfrm>
          <a:custGeom>
            <a:avLst/>
            <a:gdLst>
              <a:gd name="csX0" fmla="*/ 0 w 5780056"/>
              <a:gd name="csY0" fmla="*/ 0 h 3341757"/>
              <a:gd name="csX1" fmla="*/ 5220394 w 5780056"/>
              <a:gd name="csY1" fmla="*/ 0 h 3341757"/>
              <a:gd name="csX2" fmla="*/ 5220394 w 5780056"/>
              <a:gd name="csY2" fmla="*/ 215 h 3341757"/>
              <a:gd name="csX3" fmla="*/ 5760708 w 5780056"/>
              <a:gd name="csY3" fmla="*/ 704208 h 3341757"/>
              <a:gd name="csX4" fmla="*/ 5053930 w 5780056"/>
              <a:gd name="csY4" fmla="*/ 3341757 h 3341757"/>
              <a:gd name="csX5" fmla="*/ 0 w 5780056"/>
              <a:gd name="csY5" fmla="*/ 3341757 h 3341757"/>
            </a:gdLst>
            <a:ahLst/>
            <a:cxnLst>
              <a:cxn ang="0">
                <a:pos x="csX0" y="csY0"/>
              </a:cxn>
              <a:cxn ang="0">
                <a:pos x="csX1" y="csY1"/>
              </a:cxn>
              <a:cxn ang="0">
                <a:pos x="csX2" y="csY2"/>
              </a:cxn>
              <a:cxn ang="0">
                <a:pos x="csX3" y="csY3"/>
              </a:cxn>
              <a:cxn ang="0">
                <a:pos x="csX4" y="csY4"/>
              </a:cxn>
              <a:cxn ang="0">
                <a:pos x="csX5" y="csY5"/>
              </a:cxn>
            </a:cxnLst>
            <a:rect l="l" t="t" r="r" b="b"/>
            <a:pathLst>
              <a:path w="5780056" h="3341757">
                <a:moveTo>
                  <a:pt x="0" y="0"/>
                </a:moveTo>
                <a:lnTo>
                  <a:pt x="5220394" y="0"/>
                </a:lnTo>
                <a:lnTo>
                  <a:pt x="5220394" y="215"/>
                </a:lnTo>
                <a:cubicBezTo>
                  <a:pt x="5588244" y="215"/>
                  <a:pt x="5855831" y="348997"/>
                  <a:pt x="5760708" y="704208"/>
                </a:cubicBezTo>
                <a:lnTo>
                  <a:pt x="5053930" y="3341757"/>
                </a:lnTo>
                <a:lnTo>
                  <a:pt x="0" y="3341757"/>
                </a:lnTo>
                <a:close/>
              </a:path>
            </a:pathLst>
          </a:custGeom>
          <a:noFill/>
          <a:ln>
            <a:noFill/>
          </a:ln>
        </p:spPr>
        <p:txBody>
          <a:bodyPr wrap="square">
            <a:noAutofit/>
          </a:bodyPr>
          <a:lstStyle/>
          <a:p>
            <a:r>
              <a:rPr lang="en-US"/>
              <a:t>Click icon to add picture</a:t>
            </a:r>
            <a:endParaRPr lang="en-IN"/>
          </a:p>
        </p:txBody>
      </p:sp>
      <p:sp>
        <p:nvSpPr>
          <p:cNvPr id="45" name="Picture Placeholder 44">
            <a:extLst>
              <a:ext uri="{FF2B5EF4-FFF2-40B4-BE49-F238E27FC236}">
                <a16:creationId xmlns:a16="http://schemas.microsoft.com/office/drawing/2014/main" id="{FD78BF0B-D405-6C5C-FE5F-C2753DC90C78}"/>
              </a:ext>
            </a:extLst>
          </p:cNvPr>
          <p:cNvSpPr>
            <a:spLocks noGrp="1"/>
          </p:cNvSpPr>
          <p:nvPr>
            <p:ph type="pic" sz="quarter" idx="14"/>
          </p:nvPr>
        </p:nvSpPr>
        <p:spPr>
          <a:xfrm>
            <a:off x="6410419" y="0"/>
            <a:ext cx="5780058" cy="3341758"/>
          </a:xfrm>
          <a:custGeom>
            <a:avLst/>
            <a:gdLst>
              <a:gd name="csX0" fmla="*/ 726129 w 5780058"/>
              <a:gd name="csY0" fmla="*/ 0 h 3341758"/>
              <a:gd name="csX1" fmla="*/ 5780058 w 5780058"/>
              <a:gd name="csY1" fmla="*/ 0 h 3341758"/>
              <a:gd name="csX2" fmla="*/ 5780058 w 5780058"/>
              <a:gd name="csY2" fmla="*/ 3341758 h 3341758"/>
              <a:gd name="csX3" fmla="*/ 559663 w 5780058"/>
              <a:gd name="csY3" fmla="*/ 3341758 h 3341758"/>
              <a:gd name="csX4" fmla="*/ 559663 w 5780058"/>
              <a:gd name="csY4" fmla="*/ 3341545 h 3341758"/>
              <a:gd name="csX5" fmla="*/ 19349 w 5780058"/>
              <a:gd name="csY5" fmla="*/ 2637550 h 3341758"/>
            </a:gdLst>
            <a:ahLst/>
            <a:cxnLst>
              <a:cxn ang="0">
                <a:pos x="csX0" y="csY0"/>
              </a:cxn>
              <a:cxn ang="0">
                <a:pos x="csX1" y="csY1"/>
              </a:cxn>
              <a:cxn ang="0">
                <a:pos x="csX2" y="csY2"/>
              </a:cxn>
              <a:cxn ang="0">
                <a:pos x="csX3" y="csY3"/>
              </a:cxn>
              <a:cxn ang="0">
                <a:pos x="csX4" y="csY4"/>
              </a:cxn>
              <a:cxn ang="0">
                <a:pos x="csX5" y="csY5"/>
              </a:cxn>
            </a:cxnLst>
            <a:rect l="l" t="t" r="r" b="b"/>
            <a:pathLst>
              <a:path w="5780058" h="3341758">
                <a:moveTo>
                  <a:pt x="726129" y="0"/>
                </a:moveTo>
                <a:lnTo>
                  <a:pt x="5780058" y="0"/>
                </a:lnTo>
                <a:lnTo>
                  <a:pt x="5780058" y="3341758"/>
                </a:lnTo>
                <a:lnTo>
                  <a:pt x="559663" y="3341758"/>
                </a:lnTo>
                <a:lnTo>
                  <a:pt x="559663" y="3341545"/>
                </a:lnTo>
                <a:cubicBezTo>
                  <a:pt x="191814" y="3341545"/>
                  <a:pt x="-75774" y="2992761"/>
                  <a:pt x="19349" y="2637550"/>
                </a:cubicBezTo>
                <a:close/>
              </a:path>
            </a:pathLst>
          </a:custGeom>
          <a:noFill/>
          <a:ln>
            <a:noFill/>
          </a:ln>
        </p:spPr>
        <p:txBody>
          <a:bodyPr wrap="square">
            <a:noAutofit/>
          </a:bodyPr>
          <a:lstStyle/>
          <a:p>
            <a:r>
              <a:rPr lang="en-US"/>
              <a:t>Click icon to add picture</a:t>
            </a:r>
            <a:endParaRPr lang="en-IN"/>
          </a:p>
        </p:txBody>
      </p:sp>
      <p:sp>
        <p:nvSpPr>
          <p:cNvPr id="22" name="Text Placeholder 5">
            <a:extLst>
              <a:ext uri="{FF2B5EF4-FFF2-40B4-BE49-F238E27FC236}">
                <a16:creationId xmlns:a16="http://schemas.microsoft.com/office/drawing/2014/main" id="{7320118E-30BA-549B-47DF-220D21B5AC6E}"/>
              </a:ext>
            </a:extLst>
          </p:cNvPr>
          <p:cNvSpPr>
            <a:spLocks noGrp="1"/>
          </p:cNvSpPr>
          <p:nvPr>
            <p:ph type="body" sz="quarter" idx="24" hasCustomPrompt="1"/>
          </p:nvPr>
        </p:nvSpPr>
        <p:spPr>
          <a:xfrm>
            <a:off x="385572" y="558828"/>
            <a:ext cx="4381560" cy="421958"/>
          </a:xfrm>
        </p:spPr>
        <p:txBody>
          <a:bodyPr anchor="t"/>
          <a:lstStyle>
            <a:lvl1pPr>
              <a:defRPr sz="1800" b="1" cap="none" baseline="0">
                <a:solidFill>
                  <a:schemeClr val="bg2"/>
                </a:solidFill>
                <a:latin typeface="+mj-lt"/>
              </a:defRPr>
            </a:lvl1pPr>
          </a:lstStyle>
          <a:p>
            <a:pPr lvl="0"/>
            <a:r>
              <a:rPr lang="en-US"/>
              <a:t>Place headline here</a:t>
            </a:r>
          </a:p>
        </p:txBody>
      </p:sp>
      <p:sp>
        <p:nvSpPr>
          <p:cNvPr id="23" name="Text Placeholder 5">
            <a:extLst>
              <a:ext uri="{FF2B5EF4-FFF2-40B4-BE49-F238E27FC236}">
                <a16:creationId xmlns:a16="http://schemas.microsoft.com/office/drawing/2014/main" id="{D66E8BD0-E77E-A5FC-A598-D3C2715165DE}"/>
              </a:ext>
            </a:extLst>
          </p:cNvPr>
          <p:cNvSpPr>
            <a:spLocks noGrp="1"/>
          </p:cNvSpPr>
          <p:nvPr>
            <p:ph type="body" sz="quarter" idx="25" hasCustomPrompt="1"/>
          </p:nvPr>
        </p:nvSpPr>
        <p:spPr>
          <a:xfrm>
            <a:off x="385572" y="1084631"/>
            <a:ext cx="4381560" cy="1492048"/>
          </a:xfrm>
        </p:spPr>
        <p:txBody>
          <a:bodyPr anchor="t"/>
          <a:lstStyle>
            <a:lvl1pPr>
              <a:defRPr sz="1400" b="0" cap="none" baseline="0">
                <a:solidFill>
                  <a:schemeClr val="bg2"/>
                </a:solidFill>
                <a:latin typeface="+mn-lt"/>
              </a:defRPr>
            </a:lvl1pPr>
          </a:lstStyle>
          <a:p>
            <a:pPr lvl="0"/>
            <a:r>
              <a:rPr lang="en-US"/>
              <a:t>Lorem ipsum dolor sit amet consectetur adipiscing elit. </a:t>
            </a:r>
            <a:r>
              <a:rPr lang="en-US" err="1"/>
              <a:t>Quisque</a:t>
            </a:r>
            <a:r>
              <a:rPr lang="en-US"/>
              <a:t> </a:t>
            </a:r>
            <a:r>
              <a:rPr lang="en-US" err="1"/>
              <a:t>faucibus</a:t>
            </a:r>
            <a:r>
              <a:rPr lang="en-US"/>
              <a:t> ex </a:t>
            </a:r>
            <a:r>
              <a:rPr lang="en-US" err="1"/>
              <a:t>sapien</a:t>
            </a:r>
            <a:r>
              <a:rPr lang="en-US"/>
              <a:t> vitae </a:t>
            </a:r>
            <a:r>
              <a:rPr lang="en-US" err="1"/>
              <a:t>sem</a:t>
            </a:r>
            <a:r>
              <a:rPr lang="en-US"/>
              <a:t> </a:t>
            </a:r>
            <a:r>
              <a:rPr lang="en-US" err="1"/>
              <a:t>placerat</a:t>
            </a:r>
            <a:r>
              <a:rPr lang="en-US"/>
              <a:t>. In id cursus mi </a:t>
            </a:r>
            <a:r>
              <a:rPr lang="en-US" err="1"/>
              <a:t>pretium</a:t>
            </a:r>
            <a:r>
              <a:rPr lang="en-US"/>
              <a:t> </a:t>
            </a:r>
            <a:r>
              <a:rPr lang="en-US" err="1"/>
              <a:t>tellus</a:t>
            </a:r>
            <a:r>
              <a:rPr lang="en-US"/>
              <a:t> </a:t>
            </a:r>
            <a:r>
              <a:rPr lang="en-US" err="1"/>
              <a:t>duis</a:t>
            </a:r>
            <a:r>
              <a:rPr lang="en-US"/>
              <a:t> convallis. Tempus leo </a:t>
            </a:r>
            <a:r>
              <a:rPr lang="en-US" err="1"/>
              <a:t>eu</a:t>
            </a:r>
            <a:r>
              <a:rPr lang="en-US"/>
              <a:t> </a:t>
            </a:r>
            <a:r>
              <a:rPr lang="en-US" err="1"/>
              <a:t>aenean</a:t>
            </a:r>
            <a:r>
              <a:rPr lang="en-US"/>
              <a:t> sed diam </a:t>
            </a:r>
            <a:r>
              <a:rPr lang="en-US" err="1"/>
              <a:t>urna</a:t>
            </a:r>
            <a:r>
              <a:rPr lang="en-US"/>
              <a:t> </a:t>
            </a:r>
            <a:r>
              <a:rPr lang="en-US" err="1"/>
              <a:t>tempor</a:t>
            </a:r>
            <a:r>
              <a:rPr lang="en-US"/>
              <a:t>.</a:t>
            </a:r>
          </a:p>
        </p:txBody>
      </p:sp>
      <p:sp>
        <p:nvSpPr>
          <p:cNvPr id="18" name="Text Placeholder 5">
            <a:extLst>
              <a:ext uri="{FF2B5EF4-FFF2-40B4-BE49-F238E27FC236}">
                <a16:creationId xmlns:a16="http://schemas.microsoft.com/office/drawing/2014/main" id="{382AEC31-E18D-681F-E048-A3750C9EF7E3}"/>
              </a:ext>
            </a:extLst>
          </p:cNvPr>
          <p:cNvSpPr>
            <a:spLocks noGrp="1"/>
          </p:cNvSpPr>
          <p:nvPr>
            <p:ph type="body" sz="quarter" idx="26" hasCustomPrompt="1"/>
          </p:nvPr>
        </p:nvSpPr>
        <p:spPr>
          <a:xfrm>
            <a:off x="6617351" y="4071189"/>
            <a:ext cx="4381560" cy="421958"/>
          </a:xfrm>
        </p:spPr>
        <p:txBody>
          <a:bodyPr anchor="t"/>
          <a:lstStyle>
            <a:lvl1pPr>
              <a:defRPr sz="1800" b="1" cap="none" baseline="0">
                <a:solidFill>
                  <a:schemeClr val="bg2"/>
                </a:solidFill>
                <a:latin typeface="+mj-lt"/>
              </a:defRPr>
            </a:lvl1pPr>
          </a:lstStyle>
          <a:p>
            <a:pPr lvl="0"/>
            <a:r>
              <a:rPr lang="en-US"/>
              <a:t>Place headline here</a:t>
            </a:r>
          </a:p>
        </p:txBody>
      </p:sp>
      <p:sp>
        <p:nvSpPr>
          <p:cNvPr id="19" name="Text Placeholder 5">
            <a:extLst>
              <a:ext uri="{FF2B5EF4-FFF2-40B4-BE49-F238E27FC236}">
                <a16:creationId xmlns:a16="http://schemas.microsoft.com/office/drawing/2014/main" id="{18588540-F6FF-76F1-C417-85B2C0846697}"/>
              </a:ext>
            </a:extLst>
          </p:cNvPr>
          <p:cNvSpPr>
            <a:spLocks noGrp="1"/>
          </p:cNvSpPr>
          <p:nvPr>
            <p:ph type="body" sz="quarter" idx="27" hasCustomPrompt="1"/>
          </p:nvPr>
        </p:nvSpPr>
        <p:spPr>
          <a:xfrm>
            <a:off x="6617351" y="4592840"/>
            <a:ext cx="4381560" cy="1492048"/>
          </a:xfrm>
        </p:spPr>
        <p:txBody>
          <a:bodyPr anchor="t"/>
          <a:lstStyle>
            <a:lvl1pPr>
              <a:defRPr sz="1400" b="0" cap="none" baseline="0">
                <a:solidFill>
                  <a:schemeClr val="bg2"/>
                </a:solidFill>
                <a:latin typeface="+mn-lt"/>
              </a:defRPr>
            </a:lvl1pPr>
          </a:lstStyle>
          <a:p>
            <a:pPr lvl="0"/>
            <a:r>
              <a:rPr lang="en-US"/>
              <a:t>Lorem ipsum dolor sit amet consectetur adipiscing elit. </a:t>
            </a:r>
            <a:r>
              <a:rPr lang="en-US" err="1"/>
              <a:t>Quisque</a:t>
            </a:r>
            <a:r>
              <a:rPr lang="en-US"/>
              <a:t> </a:t>
            </a:r>
            <a:r>
              <a:rPr lang="en-US" err="1"/>
              <a:t>faucibus</a:t>
            </a:r>
            <a:r>
              <a:rPr lang="en-US"/>
              <a:t> ex </a:t>
            </a:r>
            <a:r>
              <a:rPr lang="en-US" err="1"/>
              <a:t>sapien</a:t>
            </a:r>
            <a:r>
              <a:rPr lang="en-US"/>
              <a:t> vitae </a:t>
            </a:r>
            <a:r>
              <a:rPr lang="en-US" err="1"/>
              <a:t>sem</a:t>
            </a:r>
            <a:r>
              <a:rPr lang="en-US"/>
              <a:t> </a:t>
            </a:r>
            <a:r>
              <a:rPr lang="en-US" err="1"/>
              <a:t>placerat</a:t>
            </a:r>
            <a:r>
              <a:rPr lang="en-US"/>
              <a:t>. In id cursus mi </a:t>
            </a:r>
            <a:r>
              <a:rPr lang="en-US" err="1"/>
              <a:t>pretium</a:t>
            </a:r>
            <a:r>
              <a:rPr lang="en-US"/>
              <a:t> </a:t>
            </a:r>
            <a:r>
              <a:rPr lang="en-US" err="1"/>
              <a:t>tellus</a:t>
            </a:r>
            <a:r>
              <a:rPr lang="en-US"/>
              <a:t> </a:t>
            </a:r>
            <a:r>
              <a:rPr lang="en-US" err="1"/>
              <a:t>duis</a:t>
            </a:r>
            <a:r>
              <a:rPr lang="en-US"/>
              <a:t> convallis. Tempus leo </a:t>
            </a:r>
            <a:r>
              <a:rPr lang="en-US" err="1"/>
              <a:t>eu</a:t>
            </a:r>
            <a:r>
              <a:rPr lang="en-US"/>
              <a:t> </a:t>
            </a:r>
            <a:r>
              <a:rPr lang="en-US" err="1"/>
              <a:t>aenean</a:t>
            </a:r>
            <a:r>
              <a:rPr lang="en-US"/>
              <a:t> sed diam </a:t>
            </a:r>
            <a:r>
              <a:rPr lang="en-US" err="1"/>
              <a:t>urna</a:t>
            </a:r>
            <a:r>
              <a:rPr lang="en-US"/>
              <a:t> </a:t>
            </a:r>
            <a:r>
              <a:rPr lang="en-US" err="1"/>
              <a:t>tempor</a:t>
            </a:r>
            <a:r>
              <a:rPr lang="en-US"/>
              <a:t>.</a:t>
            </a:r>
          </a:p>
        </p:txBody>
      </p:sp>
      <p:sp>
        <p:nvSpPr>
          <p:cNvPr id="3" name="Footer Placeholder 2">
            <a:extLst>
              <a:ext uri="{FF2B5EF4-FFF2-40B4-BE49-F238E27FC236}">
                <a16:creationId xmlns:a16="http://schemas.microsoft.com/office/drawing/2014/main" id="{AEFD12F0-B3AE-20A3-B939-2E0550486B1B}"/>
              </a:ext>
            </a:extLst>
          </p:cNvPr>
          <p:cNvSpPr>
            <a:spLocks noGrp="1"/>
          </p:cNvSpPr>
          <p:nvPr>
            <p:ph type="ftr" sz="quarter" idx="28"/>
          </p:nvPr>
        </p:nvSpPr>
        <p:spPr/>
        <p:txBody>
          <a:bodyPr/>
          <a:lstStyle>
            <a:lvl1pPr>
              <a:defRPr>
                <a:solidFill>
                  <a:schemeClr val="bg2"/>
                </a:solidFill>
              </a:defRPr>
            </a:lvl1pPr>
          </a:lstStyle>
          <a:p>
            <a:r>
              <a:rPr lang="en-US"/>
              <a:t>Footer</a:t>
            </a:r>
            <a:endParaRPr lang="en-IN"/>
          </a:p>
        </p:txBody>
      </p:sp>
      <p:sp>
        <p:nvSpPr>
          <p:cNvPr id="6" name="Slide Number Placeholder 5">
            <a:extLst>
              <a:ext uri="{FF2B5EF4-FFF2-40B4-BE49-F238E27FC236}">
                <a16:creationId xmlns:a16="http://schemas.microsoft.com/office/drawing/2014/main" id="{FDBF4FB3-9161-2678-E148-99E23A7F9EDD}"/>
              </a:ext>
            </a:extLst>
          </p:cNvPr>
          <p:cNvSpPr>
            <a:spLocks noGrp="1"/>
          </p:cNvSpPr>
          <p:nvPr>
            <p:ph type="sldNum" sz="quarter" idx="29"/>
          </p:nvPr>
        </p:nvSpPr>
        <p:spPr/>
        <p:txBody>
          <a:bodyPr/>
          <a:lstStyle>
            <a:lvl1pPr>
              <a:defRPr>
                <a:solidFill>
                  <a:schemeClr val="bg2"/>
                </a:solidFill>
              </a:defRPr>
            </a:lvl1pPr>
          </a:lstStyle>
          <a:p>
            <a:fld id="{85AC2185-BC10-47CC-BB5A-D3C63A4C1365}" type="slidenum">
              <a:rPr lang="en-IN" smtClean="0"/>
              <a:pPr/>
              <a:t>‹#›</a:t>
            </a:fld>
            <a:endParaRPr lang="en-IN"/>
          </a:p>
        </p:txBody>
      </p:sp>
    </p:spTree>
    <p:extLst>
      <p:ext uri="{BB962C8B-B14F-4D97-AF65-F5344CB8AC3E}">
        <p14:creationId xmlns:p14="http://schemas.microsoft.com/office/powerpoint/2010/main" val="165069110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Blank Light">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AD75E13-CFDD-E178-D559-075350F57410}"/>
              </a:ext>
            </a:extLst>
          </p:cNvPr>
          <p:cNvSpPr>
            <a:spLocks noGrp="1"/>
          </p:cNvSpPr>
          <p:nvPr>
            <p:ph type="ftr" sz="quarter" idx="10"/>
          </p:nvPr>
        </p:nvSpPr>
        <p:spPr/>
        <p:txBody>
          <a:bodyPr/>
          <a:lstStyle>
            <a:lvl1pPr>
              <a:defRPr>
                <a:solidFill>
                  <a:schemeClr val="tx2"/>
                </a:solidFill>
              </a:defRPr>
            </a:lvl1pPr>
          </a:lstStyle>
          <a:p>
            <a:r>
              <a:rPr lang="en-IN"/>
              <a:t>Footer</a:t>
            </a:r>
          </a:p>
        </p:txBody>
      </p:sp>
      <p:sp>
        <p:nvSpPr>
          <p:cNvPr id="4" name="Slide Number Placeholder 3">
            <a:extLst>
              <a:ext uri="{FF2B5EF4-FFF2-40B4-BE49-F238E27FC236}">
                <a16:creationId xmlns:a16="http://schemas.microsoft.com/office/drawing/2014/main" id="{7EB51DC2-E22D-5676-3A65-16AC0EC3F916}"/>
              </a:ext>
            </a:extLst>
          </p:cNvPr>
          <p:cNvSpPr>
            <a:spLocks noGrp="1"/>
          </p:cNvSpPr>
          <p:nvPr>
            <p:ph type="sldNum" sz="quarter" idx="11"/>
          </p:nvPr>
        </p:nvSpPr>
        <p:spPr/>
        <p:txBody>
          <a:bodyPr/>
          <a:lstStyle>
            <a:lvl1pPr>
              <a:defRPr>
                <a:solidFill>
                  <a:schemeClr val="tx2"/>
                </a:solidFill>
              </a:defRPr>
            </a:lvl1pPr>
          </a:lstStyle>
          <a:p>
            <a:fld id="{85AC2185-BC10-47CC-BB5A-D3C63A4C1365}" type="slidenum">
              <a:rPr lang="en-IN" smtClean="0"/>
              <a:pPr/>
              <a:t>‹#›</a:t>
            </a:fld>
            <a:endParaRPr lang="en-IN"/>
          </a:p>
        </p:txBody>
      </p:sp>
    </p:spTree>
    <p:extLst>
      <p:ext uri="{BB962C8B-B14F-4D97-AF65-F5344CB8AC3E}">
        <p14:creationId xmlns:p14="http://schemas.microsoft.com/office/powerpoint/2010/main" val="336080568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blank" preserve="1">
  <p:cSld name="Blank Dark">
    <p:bg>
      <p:bgRef idx="1001">
        <a:schemeClr val="bg2"/>
      </p:bgRef>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3697035-2059-161E-6478-92C86473BE72}"/>
              </a:ext>
            </a:extLst>
          </p:cNvPr>
          <p:cNvSpPr>
            <a:spLocks noGrp="1"/>
          </p:cNvSpPr>
          <p:nvPr>
            <p:ph type="ftr" sz="quarter" idx="10"/>
          </p:nvPr>
        </p:nvSpPr>
        <p:spPr/>
        <p:txBody>
          <a:bodyPr/>
          <a:lstStyle>
            <a:lvl1pPr>
              <a:defRPr>
                <a:solidFill>
                  <a:schemeClr val="tx2"/>
                </a:solidFill>
              </a:defRPr>
            </a:lvl1pPr>
          </a:lstStyle>
          <a:p>
            <a:r>
              <a:rPr lang="en-US"/>
              <a:t>Footer</a:t>
            </a:r>
            <a:endParaRPr lang="en-IN"/>
          </a:p>
        </p:txBody>
      </p:sp>
      <p:sp>
        <p:nvSpPr>
          <p:cNvPr id="5" name="Slide Number Placeholder 4">
            <a:extLst>
              <a:ext uri="{FF2B5EF4-FFF2-40B4-BE49-F238E27FC236}">
                <a16:creationId xmlns:a16="http://schemas.microsoft.com/office/drawing/2014/main" id="{A46FD746-8A3A-58F8-C88D-791DA46A1E57}"/>
              </a:ext>
            </a:extLst>
          </p:cNvPr>
          <p:cNvSpPr>
            <a:spLocks noGrp="1"/>
          </p:cNvSpPr>
          <p:nvPr>
            <p:ph type="sldNum" sz="quarter" idx="11"/>
          </p:nvPr>
        </p:nvSpPr>
        <p:spPr/>
        <p:txBody>
          <a:bodyPr/>
          <a:lstStyle>
            <a:lvl1pPr>
              <a:defRPr>
                <a:solidFill>
                  <a:schemeClr val="tx2"/>
                </a:solidFill>
              </a:defRPr>
            </a:lvl1pPr>
          </a:lstStyle>
          <a:p>
            <a:fld id="{85AC2185-BC10-47CC-BB5A-D3C63A4C1365}" type="slidenum">
              <a:rPr lang="en-IN" smtClean="0"/>
              <a:pPr/>
              <a:t>‹#›</a:t>
            </a:fld>
            <a:endParaRPr lang="en-IN"/>
          </a:p>
        </p:txBody>
      </p:sp>
      <p:pic>
        <p:nvPicPr>
          <p:cNvPr id="7" name="Graphic 6">
            <a:extLst>
              <a:ext uri="{FF2B5EF4-FFF2-40B4-BE49-F238E27FC236}">
                <a16:creationId xmlns:a16="http://schemas.microsoft.com/office/drawing/2014/main" id="{54C85DE0-8B85-1A39-0ED4-4D3BC83CA1D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18135" y="6317218"/>
            <a:ext cx="1135261" cy="411480"/>
          </a:xfrm>
          <a:prstGeom prst="rect">
            <a:avLst/>
          </a:prstGeom>
        </p:spPr>
      </p:pic>
    </p:spTree>
    <p:extLst>
      <p:ext uri="{BB962C8B-B14F-4D97-AF65-F5344CB8AC3E}">
        <p14:creationId xmlns:p14="http://schemas.microsoft.com/office/powerpoint/2010/main" val="1294397679"/>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solidFill>
          <a:schemeClr val="tx2"/>
        </a:solidFill>
        <a:effectLst/>
      </p:bgPr>
    </p:bg>
    <p:spTree>
      <p:nvGrpSpPr>
        <p:cNvPr id="1" name=""/>
        <p:cNvGrpSpPr/>
        <p:nvPr/>
      </p:nvGrpSpPr>
      <p:grpSpPr>
        <a:xfrm>
          <a:off x="0" y="0"/>
          <a:ext cx="0" cy="0"/>
          <a:chOff x="0" y="0"/>
          <a:chExt cx="0" cy="0"/>
        </a:xfrm>
      </p:grpSpPr>
      <p:sp>
        <p:nvSpPr>
          <p:cNvPr id="46" name="Title 1">
            <a:extLst>
              <a:ext uri="{FF2B5EF4-FFF2-40B4-BE49-F238E27FC236}">
                <a16:creationId xmlns:a16="http://schemas.microsoft.com/office/drawing/2014/main" id="{C91A3C26-C6A5-818D-2498-25FB155DDF3C}"/>
              </a:ext>
            </a:extLst>
          </p:cNvPr>
          <p:cNvSpPr>
            <a:spLocks noGrp="1"/>
          </p:cNvSpPr>
          <p:nvPr>
            <p:ph type="ctrTitle" hasCustomPrompt="1"/>
          </p:nvPr>
        </p:nvSpPr>
        <p:spPr>
          <a:xfrm>
            <a:off x="352425" y="3314596"/>
            <a:ext cx="6262580" cy="796327"/>
          </a:xfrm>
          <a:prstGeom prst="rect">
            <a:avLst/>
          </a:prstGeom>
        </p:spPr>
        <p:txBody>
          <a:bodyPr wrap="square" anchor="t" anchorCtr="0">
            <a:noAutofit/>
          </a:bodyPr>
          <a:lstStyle>
            <a:lvl1pPr marL="0" algn="l" defTabSz="914400" rtl="0" eaLnBrk="1" latinLnBrk="0" hangingPunct="1">
              <a:lnSpc>
                <a:spcPct val="85000"/>
              </a:lnSpc>
              <a:spcBef>
                <a:spcPct val="0"/>
              </a:spcBef>
              <a:buNone/>
              <a:defRPr lang="en-US" sz="6000" b="0" kern="1200" dirty="0">
                <a:solidFill>
                  <a:schemeClr val="bg2"/>
                </a:solidFill>
                <a:latin typeface="+mj-lt"/>
                <a:ea typeface="+mj-ea"/>
                <a:cs typeface="+mj-cs"/>
              </a:defRPr>
            </a:lvl1pPr>
          </a:lstStyle>
          <a:p>
            <a:r>
              <a:rPr lang="en-US"/>
              <a:t>Thank You</a:t>
            </a:r>
          </a:p>
        </p:txBody>
      </p:sp>
      <p:sp>
        <p:nvSpPr>
          <p:cNvPr id="54" name="Freeform: Shape 53">
            <a:extLst>
              <a:ext uri="{FF2B5EF4-FFF2-40B4-BE49-F238E27FC236}">
                <a16:creationId xmlns:a16="http://schemas.microsoft.com/office/drawing/2014/main" id="{A218B511-3FF6-E35A-6664-4C1EF2C94180}"/>
              </a:ext>
            </a:extLst>
          </p:cNvPr>
          <p:cNvSpPr/>
          <p:nvPr userDrawn="1"/>
        </p:nvSpPr>
        <p:spPr>
          <a:xfrm>
            <a:off x="-6413" y="0"/>
            <a:ext cx="12188951" cy="6858000"/>
          </a:xfrm>
          <a:custGeom>
            <a:avLst/>
            <a:gdLst>
              <a:gd name="csX0" fmla="*/ 9511531 w 12188951"/>
              <a:gd name="csY0" fmla="*/ 0 h 6858000"/>
              <a:gd name="csX1" fmla="*/ 9714833 w 12188951"/>
              <a:gd name="csY1" fmla="*/ 0 h 6858000"/>
              <a:gd name="csX2" fmla="*/ 8823605 w 12188951"/>
              <a:gd name="csY2" fmla="*/ 3317216 h 6858000"/>
              <a:gd name="csX3" fmla="*/ 9639269 w 12188951"/>
              <a:gd name="csY3" fmla="*/ 4380097 h 6858000"/>
              <a:gd name="csX4" fmla="*/ 12188951 w 12188951"/>
              <a:gd name="csY4" fmla="*/ 4380097 h 6858000"/>
              <a:gd name="csX5" fmla="*/ 12188951 w 12188951"/>
              <a:gd name="csY5" fmla="*/ 6858000 h 6858000"/>
              <a:gd name="csX6" fmla="*/ 12188950 w 12188951"/>
              <a:gd name="csY6" fmla="*/ 6858000 h 6858000"/>
              <a:gd name="csX7" fmla="*/ 12188950 w 12188951"/>
              <a:gd name="csY7" fmla="*/ 4557177 h 6858000"/>
              <a:gd name="csX8" fmla="*/ 9618929 w 12188951"/>
              <a:gd name="csY8" fmla="*/ 4557177 h 6858000"/>
              <a:gd name="csX9" fmla="*/ 8259389 w 12188951"/>
              <a:gd name="csY9" fmla="*/ 5600404 h 6858000"/>
              <a:gd name="csX10" fmla="*/ 7922414 w 12188951"/>
              <a:gd name="csY10" fmla="*/ 6858000 h 6858000"/>
              <a:gd name="csX11" fmla="*/ 7728121 w 12188951"/>
              <a:gd name="csY11" fmla="*/ 6858000 h 6858000"/>
              <a:gd name="csX12" fmla="*/ 8059859 w 12188951"/>
              <a:gd name="csY12" fmla="*/ 5620059 h 6858000"/>
              <a:gd name="csX13" fmla="*/ 7244197 w 12188951"/>
              <a:gd name="csY13" fmla="*/ 4557176 h 6858000"/>
              <a:gd name="csX14" fmla="*/ 0 w 12188951"/>
              <a:gd name="csY14" fmla="*/ 4557176 h 6858000"/>
              <a:gd name="csX15" fmla="*/ 0 w 12188951"/>
              <a:gd name="csY15" fmla="*/ 4380097 h 6858000"/>
              <a:gd name="csX16" fmla="*/ 7264845 w 12188951"/>
              <a:gd name="csY16" fmla="*/ 4380097 h 6858000"/>
              <a:gd name="csX17" fmla="*/ 8624385 w 12188951"/>
              <a:gd name="csY17" fmla="*/ 3336871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2188951" h="6858000">
                <a:moveTo>
                  <a:pt x="9511531" y="0"/>
                </a:moveTo>
                <a:lnTo>
                  <a:pt x="9714833" y="0"/>
                </a:lnTo>
                <a:lnTo>
                  <a:pt x="8823605" y="3317216"/>
                </a:lnTo>
                <a:cubicBezTo>
                  <a:pt x="8679882" y="3853416"/>
                  <a:pt x="9084028" y="4380097"/>
                  <a:pt x="9639269" y="4380097"/>
                </a:cubicBezTo>
                <a:lnTo>
                  <a:pt x="12188951" y="4380097"/>
                </a:lnTo>
                <a:lnTo>
                  <a:pt x="12188951" y="6858000"/>
                </a:lnTo>
                <a:lnTo>
                  <a:pt x="12188950" y="6858000"/>
                </a:lnTo>
                <a:lnTo>
                  <a:pt x="12188950" y="4557177"/>
                </a:lnTo>
                <a:lnTo>
                  <a:pt x="9618929" y="4557177"/>
                </a:lnTo>
                <a:cubicBezTo>
                  <a:pt x="8981998" y="4557177"/>
                  <a:pt x="8424300" y="4984971"/>
                  <a:pt x="8259389" y="5600404"/>
                </a:cubicBezTo>
                <a:lnTo>
                  <a:pt x="7922414" y="6858000"/>
                </a:lnTo>
                <a:lnTo>
                  <a:pt x="7728121" y="6858000"/>
                </a:lnTo>
                <a:lnTo>
                  <a:pt x="8059859" y="5620059"/>
                </a:lnTo>
                <a:cubicBezTo>
                  <a:pt x="8203583" y="5083856"/>
                  <a:pt x="7799437" y="4557176"/>
                  <a:pt x="7244197" y="4557176"/>
                </a:cubicBezTo>
                <a:lnTo>
                  <a:pt x="0" y="4557176"/>
                </a:lnTo>
                <a:lnTo>
                  <a:pt x="0" y="4380097"/>
                </a:lnTo>
                <a:lnTo>
                  <a:pt x="7264845" y="4380097"/>
                </a:lnTo>
                <a:cubicBezTo>
                  <a:pt x="7901774" y="4380097"/>
                  <a:pt x="8459472" y="3952303"/>
                  <a:pt x="8624385" y="333687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pic>
        <p:nvPicPr>
          <p:cNvPr id="5" name="Graphic 4">
            <a:extLst>
              <a:ext uri="{FF2B5EF4-FFF2-40B4-BE49-F238E27FC236}">
                <a16:creationId xmlns:a16="http://schemas.microsoft.com/office/drawing/2014/main" id="{B01CD3A3-1056-6BE6-EAF6-81A8E19115F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27965" y="238714"/>
            <a:ext cx="2775084" cy="1005840"/>
          </a:xfrm>
          <a:prstGeom prst="rect">
            <a:avLst/>
          </a:prstGeom>
        </p:spPr>
      </p:pic>
      <p:sp>
        <p:nvSpPr>
          <p:cNvPr id="3" name="Contact Details">
            <a:extLst>
              <a:ext uri="{FF2B5EF4-FFF2-40B4-BE49-F238E27FC236}">
                <a16:creationId xmlns:a16="http://schemas.microsoft.com/office/drawing/2014/main" id="{4DB14846-217A-F769-0F0C-5F17B38FE3DB}"/>
              </a:ext>
            </a:extLst>
          </p:cNvPr>
          <p:cNvSpPr>
            <a:spLocks noGrp="1"/>
          </p:cNvSpPr>
          <p:nvPr>
            <p:ph type="body" idx="1" hasCustomPrompt="1"/>
          </p:nvPr>
        </p:nvSpPr>
        <p:spPr>
          <a:xfrm>
            <a:off x="375476" y="5449823"/>
            <a:ext cx="5825172" cy="930340"/>
          </a:xfrm>
        </p:spPr>
        <p:txBody>
          <a:bodyPr wrap="square" anchor="b">
            <a:noAutofit/>
          </a:bodyPr>
          <a:lstStyle>
            <a:lvl1pPr marL="0" indent="0">
              <a:spcBef>
                <a:spcPts val="0"/>
              </a:spcBef>
              <a:spcAft>
                <a:spcPts val="0"/>
              </a:spcAft>
              <a:buNone/>
              <a:defRPr sz="1200" baseline="0">
                <a:solidFill>
                  <a:schemeClr val="bg2"/>
                </a:solidFill>
                <a:latin typeface="+mn-lt"/>
              </a:defRPr>
            </a:lvl1pPr>
            <a:lvl2pPr marL="457154" indent="0">
              <a:buNone/>
              <a:defRPr sz="2000">
                <a:solidFill>
                  <a:schemeClr val="tx1">
                    <a:tint val="75000"/>
                  </a:schemeClr>
                </a:solidFill>
              </a:defRPr>
            </a:lvl2pPr>
            <a:lvl3pPr marL="914310" indent="0">
              <a:buNone/>
              <a:defRPr sz="1800">
                <a:solidFill>
                  <a:schemeClr val="tx1">
                    <a:tint val="75000"/>
                  </a:schemeClr>
                </a:solidFill>
              </a:defRPr>
            </a:lvl3pPr>
            <a:lvl4pPr marL="1371464" indent="0">
              <a:buNone/>
              <a:defRPr sz="1600">
                <a:solidFill>
                  <a:schemeClr val="tx1">
                    <a:tint val="75000"/>
                  </a:schemeClr>
                </a:solidFill>
              </a:defRPr>
            </a:lvl4pPr>
            <a:lvl5pPr marL="1828618" indent="0">
              <a:buNone/>
              <a:defRPr sz="1600">
                <a:solidFill>
                  <a:schemeClr val="tx1">
                    <a:tint val="75000"/>
                  </a:schemeClr>
                </a:solidFill>
              </a:defRPr>
            </a:lvl5pPr>
            <a:lvl6pPr marL="2285772" indent="0">
              <a:buNone/>
              <a:defRPr sz="1600">
                <a:solidFill>
                  <a:schemeClr val="tx1">
                    <a:tint val="75000"/>
                  </a:schemeClr>
                </a:solidFill>
              </a:defRPr>
            </a:lvl6pPr>
            <a:lvl7pPr marL="2742926" indent="0">
              <a:buNone/>
              <a:defRPr sz="1600">
                <a:solidFill>
                  <a:schemeClr val="tx1">
                    <a:tint val="75000"/>
                  </a:schemeClr>
                </a:solidFill>
              </a:defRPr>
            </a:lvl7pPr>
            <a:lvl8pPr marL="3200080" indent="0">
              <a:buNone/>
              <a:defRPr sz="1600">
                <a:solidFill>
                  <a:schemeClr val="tx1">
                    <a:tint val="75000"/>
                  </a:schemeClr>
                </a:solidFill>
              </a:defRPr>
            </a:lvl8pPr>
            <a:lvl9pPr marL="3657234" indent="0">
              <a:buNone/>
              <a:defRPr sz="1600">
                <a:solidFill>
                  <a:schemeClr val="tx1">
                    <a:tint val="75000"/>
                  </a:schemeClr>
                </a:solidFill>
              </a:defRPr>
            </a:lvl9pPr>
          </a:lstStyle>
          <a:p>
            <a:pPr lvl="0"/>
            <a:r>
              <a:rPr lang="en-GB"/>
              <a:t>For more information, please contact</a:t>
            </a:r>
            <a:br>
              <a:rPr lang="en-GB"/>
            </a:br>
            <a:r>
              <a:rPr lang="en-GB" err="1"/>
              <a:t>Firstname</a:t>
            </a:r>
            <a:r>
              <a:rPr lang="en-GB"/>
              <a:t> Lastname at Firstname.Lastname@xxx.com</a:t>
            </a:r>
          </a:p>
        </p:txBody>
      </p:sp>
      <p:sp>
        <p:nvSpPr>
          <p:cNvPr id="8" name="Rectangle 7">
            <a:extLst>
              <a:ext uri="{FF2B5EF4-FFF2-40B4-BE49-F238E27FC236}">
                <a16:creationId xmlns:a16="http://schemas.microsoft.com/office/drawing/2014/main" id="{0928588D-B61C-25C3-321C-9C26A710F645}"/>
              </a:ext>
            </a:extLst>
          </p:cNvPr>
          <p:cNvSpPr/>
          <p:nvPr userDrawn="1"/>
        </p:nvSpPr>
        <p:spPr>
          <a:xfrm>
            <a:off x="-2" y="-279898"/>
            <a:ext cx="7040880" cy="241798"/>
          </a:xfrm>
          <a:prstGeom prst="rect">
            <a:avLst/>
          </a:prstGeom>
          <a:solidFill>
            <a:schemeClr val="bg2"/>
          </a:solidFill>
          <a:ln w="1905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mn-lt"/>
              </a:rPr>
              <a:t>Change background color → Right click → Format Background → Fill → Solid Fill → Color → Select color</a:t>
            </a:r>
          </a:p>
        </p:txBody>
      </p:sp>
    </p:spTree>
    <p:extLst>
      <p:ext uri="{BB962C8B-B14F-4D97-AF65-F5344CB8AC3E}">
        <p14:creationId xmlns:p14="http://schemas.microsoft.com/office/powerpoint/2010/main" val="1991145285"/>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Thank You Page">
    <p:bg>
      <p:bgPr>
        <a:solidFill>
          <a:schemeClr val="accent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802FA3C8-BD65-DF5C-6A39-573B48D77C26}"/>
              </a:ext>
            </a:extLst>
          </p:cNvPr>
          <p:cNvSpPr>
            <a:spLocks noGrp="1"/>
          </p:cNvSpPr>
          <p:nvPr>
            <p:ph type="pic" sz="quarter" idx="22"/>
          </p:nvPr>
        </p:nvSpPr>
        <p:spPr>
          <a:xfrm>
            <a:off x="0" y="0"/>
            <a:ext cx="12188952" cy="6858000"/>
          </a:xfrm>
          <a:custGeom>
            <a:avLst/>
            <a:gdLst>
              <a:gd name="csX0" fmla="*/ 0 w 12188952"/>
              <a:gd name="csY0" fmla="*/ 0 h 6858000"/>
              <a:gd name="csX1" fmla="*/ 12188952 w 12188952"/>
              <a:gd name="csY1" fmla="*/ 0 h 6858000"/>
              <a:gd name="csX2" fmla="*/ 12188952 w 12188952"/>
              <a:gd name="csY2" fmla="*/ 4049396 h 6858000"/>
              <a:gd name="csX3" fmla="*/ 10356728 w 12188952"/>
              <a:gd name="csY3" fmla="*/ 4049396 h 6858000"/>
              <a:gd name="csX4" fmla="*/ 8995807 w 12188952"/>
              <a:gd name="csY4" fmla="*/ 5093680 h 6858000"/>
              <a:gd name="csX5" fmla="*/ 8523085 w 12188952"/>
              <a:gd name="csY5" fmla="*/ 6858000 h 6858000"/>
              <a:gd name="csX6" fmla="*/ 8239105 w 12188952"/>
              <a:gd name="csY6" fmla="*/ 6858000 h 6858000"/>
              <a:gd name="csX7" fmla="*/ 8706565 w 12188952"/>
              <a:gd name="csY7" fmla="*/ 5113354 h 6858000"/>
              <a:gd name="csX8" fmla="*/ 7890075 w 12188952"/>
              <a:gd name="csY8" fmla="*/ 4049396 h 6858000"/>
              <a:gd name="csX9" fmla="*/ 0 w 12188952"/>
              <a:gd name="csY9" fmla="*/ 4049396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2188952" h="6858000">
                <a:moveTo>
                  <a:pt x="0" y="0"/>
                </a:moveTo>
                <a:lnTo>
                  <a:pt x="12188952" y="0"/>
                </a:lnTo>
                <a:lnTo>
                  <a:pt x="12188952" y="4049396"/>
                </a:lnTo>
                <a:lnTo>
                  <a:pt x="10356728" y="4049396"/>
                </a:lnTo>
                <a:cubicBezTo>
                  <a:pt x="9719153" y="4049396"/>
                  <a:pt x="9160889" y="4477624"/>
                  <a:pt x="8995807" y="5093680"/>
                </a:cubicBezTo>
                <a:lnTo>
                  <a:pt x="8523085" y="6858000"/>
                </a:lnTo>
                <a:lnTo>
                  <a:pt x="8239105" y="6858000"/>
                </a:lnTo>
                <a:lnTo>
                  <a:pt x="8706565" y="5113354"/>
                </a:lnTo>
                <a:cubicBezTo>
                  <a:pt x="8850434" y="4576610"/>
                  <a:pt x="8445878" y="4049396"/>
                  <a:pt x="7890075" y="4049396"/>
                </a:cubicBezTo>
                <a:lnTo>
                  <a:pt x="0" y="4049396"/>
                </a:lnTo>
                <a:close/>
              </a:path>
            </a:pathLst>
          </a:custGeom>
          <a:solidFill>
            <a:schemeClr val="bg2"/>
          </a:solidFill>
        </p:spPr>
        <p:txBody>
          <a:bodyPr wrap="square">
            <a:noAutofit/>
          </a:bodyPr>
          <a:lstStyle/>
          <a:p>
            <a:r>
              <a:rPr lang="en-US"/>
              <a:t>Click icon to add picture</a:t>
            </a:r>
            <a:endParaRPr lang="en-IN"/>
          </a:p>
        </p:txBody>
      </p:sp>
      <p:sp>
        <p:nvSpPr>
          <p:cNvPr id="5" name="Contact Details">
            <a:extLst>
              <a:ext uri="{FF2B5EF4-FFF2-40B4-BE49-F238E27FC236}">
                <a16:creationId xmlns:a16="http://schemas.microsoft.com/office/drawing/2014/main" id="{9AEC5D52-2D19-5F30-FDA4-124350704238}"/>
              </a:ext>
            </a:extLst>
          </p:cNvPr>
          <p:cNvSpPr>
            <a:spLocks noGrp="1"/>
          </p:cNvSpPr>
          <p:nvPr userDrawn="1">
            <p:ph type="body" idx="1" hasCustomPrompt="1"/>
          </p:nvPr>
        </p:nvSpPr>
        <p:spPr>
          <a:xfrm>
            <a:off x="375476" y="5449823"/>
            <a:ext cx="5825172" cy="930340"/>
          </a:xfrm>
        </p:spPr>
        <p:txBody>
          <a:bodyPr wrap="square" anchor="b">
            <a:noAutofit/>
          </a:bodyPr>
          <a:lstStyle>
            <a:lvl1pPr marL="0" indent="0">
              <a:spcBef>
                <a:spcPts val="0"/>
              </a:spcBef>
              <a:spcAft>
                <a:spcPts val="0"/>
              </a:spcAft>
              <a:buNone/>
              <a:defRPr sz="1200" baseline="0">
                <a:solidFill>
                  <a:schemeClr val="bg2"/>
                </a:solidFill>
                <a:latin typeface="+mn-lt"/>
              </a:defRPr>
            </a:lvl1pPr>
            <a:lvl2pPr marL="457154" indent="0">
              <a:buNone/>
              <a:defRPr sz="2000">
                <a:solidFill>
                  <a:schemeClr val="tx1">
                    <a:tint val="75000"/>
                  </a:schemeClr>
                </a:solidFill>
              </a:defRPr>
            </a:lvl2pPr>
            <a:lvl3pPr marL="914310" indent="0">
              <a:buNone/>
              <a:defRPr sz="1800">
                <a:solidFill>
                  <a:schemeClr val="tx1">
                    <a:tint val="75000"/>
                  </a:schemeClr>
                </a:solidFill>
              </a:defRPr>
            </a:lvl3pPr>
            <a:lvl4pPr marL="1371464" indent="0">
              <a:buNone/>
              <a:defRPr sz="1600">
                <a:solidFill>
                  <a:schemeClr val="tx1">
                    <a:tint val="75000"/>
                  </a:schemeClr>
                </a:solidFill>
              </a:defRPr>
            </a:lvl4pPr>
            <a:lvl5pPr marL="1828618" indent="0">
              <a:buNone/>
              <a:defRPr sz="1600">
                <a:solidFill>
                  <a:schemeClr val="tx1">
                    <a:tint val="75000"/>
                  </a:schemeClr>
                </a:solidFill>
              </a:defRPr>
            </a:lvl5pPr>
            <a:lvl6pPr marL="2285772" indent="0">
              <a:buNone/>
              <a:defRPr sz="1600">
                <a:solidFill>
                  <a:schemeClr val="tx1">
                    <a:tint val="75000"/>
                  </a:schemeClr>
                </a:solidFill>
              </a:defRPr>
            </a:lvl6pPr>
            <a:lvl7pPr marL="2742926" indent="0">
              <a:buNone/>
              <a:defRPr sz="1600">
                <a:solidFill>
                  <a:schemeClr val="tx1">
                    <a:tint val="75000"/>
                  </a:schemeClr>
                </a:solidFill>
              </a:defRPr>
            </a:lvl7pPr>
            <a:lvl8pPr marL="3200080" indent="0">
              <a:buNone/>
              <a:defRPr sz="1600">
                <a:solidFill>
                  <a:schemeClr val="tx1">
                    <a:tint val="75000"/>
                  </a:schemeClr>
                </a:solidFill>
              </a:defRPr>
            </a:lvl8pPr>
            <a:lvl9pPr marL="3657234" indent="0">
              <a:buNone/>
              <a:defRPr sz="1600">
                <a:solidFill>
                  <a:schemeClr val="tx1">
                    <a:tint val="75000"/>
                  </a:schemeClr>
                </a:solidFill>
              </a:defRPr>
            </a:lvl9pPr>
          </a:lstStyle>
          <a:p>
            <a:pPr lvl="0"/>
            <a:r>
              <a:rPr lang="en-GB"/>
              <a:t>For more information, please contact</a:t>
            </a:r>
            <a:br>
              <a:rPr lang="en-GB"/>
            </a:br>
            <a:r>
              <a:rPr lang="en-GB" err="1"/>
              <a:t>Firstname</a:t>
            </a:r>
            <a:r>
              <a:rPr lang="en-GB"/>
              <a:t> Lastname at Firstname.Lastname@xxx.com</a:t>
            </a:r>
          </a:p>
        </p:txBody>
      </p:sp>
      <p:sp>
        <p:nvSpPr>
          <p:cNvPr id="7" name="Section Title">
            <a:extLst>
              <a:ext uri="{FF2B5EF4-FFF2-40B4-BE49-F238E27FC236}">
                <a16:creationId xmlns:a16="http://schemas.microsoft.com/office/drawing/2014/main" id="{89A24984-5C7D-3B5C-3348-14042CA4599E}"/>
              </a:ext>
            </a:extLst>
          </p:cNvPr>
          <p:cNvSpPr>
            <a:spLocks noGrp="1"/>
          </p:cNvSpPr>
          <p:nvPr userDrawn="1">
            <p:ph type="title" hasCustomPrompt="1"/>
          </p:nvPr>
        </p:nvSpPr>
        <p:spPr>
          <a:xfrm>
            <a:off x="359220" y="4442864"/>
            <a:ext cx="5825172" cy="893065"/>
          </a:xfrm>
          <a:prstGeom prst="rect">
            <a:avLst/>
          </a:prstGeom>
        </p:spPr>
        <p:txBody>
          <a:bodyPr anchor="ctr"/>
          <a:lstStyle>
            <a:lvl1pPr>
              <a:lnSpc>
                <a:spcPct val="80000"/>
              </a:lnSpc>
              <a:defRPr sz="6600" b="0" i="0" spc="0" baseline="0">
                <a:solidFill>
                  <a:schemeClr val="bg2"/>
                </a:solidFill>
                <a:latin typeface="+mj-lt"/>
              </a:defRPr>
            </a:lvl1pPr>
          </a:lstStyle>
          <a:p>
            <a:r>
              <a:rPr lang="en-GB"/>
              <a:t>Thank You</a:t>
            </a:r>
            <a:endParaRPr lang="en-US"/>
          </a:p>
        </p:txBody>
      </p:sp>
      <p:pic>
        <p:nvPicPr>
          <p:cNvPr id="2" name="Graphic 1">
            <a:extLst>
              <a:ext uri="{FF2B5EF4-FFF2-40B4-BE49-F238E27FC236}">
                <a16:creationId xmlns:a16="http://schemas.microsoft.com/office/drawing/2014/main" id="{9589D7D7-781C-CCC1-DE4D-A52A1A1B2EB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193079" y="5541328"/>
            <a:ext cx="2775084" cy="1005840"/>
          </a:xfrm>
          <a:prstGeom prst="rect">
            <a:avLst/>
          </a:prstGeom>
        </p:spPr>
      </p:pic>
      <p:sp>
        <p:nvSpPr>
          <p:cNvPr id="4" name="Rectangle 3">
            <a:extLst>
              <a:ext uri="{FF2B5EF4-FFF2-40B4-BE49-F238E27FC236}">
                <a16:creationId xmlns:a16="http://schemas.microsoft.com/office/drawing/2014/main" id="{EF7FF619-2C29-DEA6-9A76-49E8271C06E3}"/>
              </a:ext>
            </a:extLst>
          </p:cNvPr>
          <p:cNvSpPr/>
          <p:nvPr userDrawn="1"/>
        </p:nvSpPr>
        <p:spPr>
          <a:xfrm>
            <a:off x="-2" y="-279898"/>
            <a:ext cx="7040880" cy="241798"/>
          </a:xfrm>
          <a:prstGeom prst="rect">
            <a:avLst/>
          </a:prstGeom>
          <a:solidFill>
            <a:schemeClr val="bg2"/>
          </a:solidFill>
          <a:ln w="1905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mn-lt"/>
              </a:rPr>
              <a:t>Change background color → Right click → Format Background → Fill → Solid Fill → Color → Select color</a:t>
            </a:r>
          </a:p>
        </p:txBody>
      </p:sp>
    </p:spTree>
    <p:extLst>
      <p:ext uri="{BB962C8B-B14F-4D97-AF65-F5344CB8AC3E}">
        <p14:creationId xmlns:p14="http://schemas.microsoft.com/office/powerpoint/2010/main" val="309449218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image" Target="../media/image1.sv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CBBD781-FE33-E007-B177-57DE2937B330}"/>
              </a:ext>
            </a:extLst>
          </p:cNvPr>
          <p:cNvSpPr>
            <a:spLocks noGrp="1"/>
          </p:cNvSpPr>
          <p:nvPr>
            <p:ph type="body" idx="1"/>
          </p:nvPr>
        </p:nvSpPr>
        <p:spPr>
          <a:xfrm>
            <a:off x="385572" y="1564640"/>
            <a:ext cx="11420856" cy="4519550"/>
          </a:xfrm>
          <a:prstGeom prst="rect">
            <a:avLst/>
          </a:prstGeom>
        </p:spPr>
        <p:txBody>
          <a:bodyPr vert="horz" lIns="0" tIns="0" rIns="0" bIns="0" rtlCol="0" anchor="t" anchorCtr="0">
            <a:noAutofit/>
          </a:bodyPr>
          <a:lstStyle/>
          <a:p>
            <a:pPr lvl="0"/>
            <a:r>
              <a:rPr lang="en-US"/>
              <a:t>Place text here, use indent for sublevels</a:t>
            </a:r>
          </a:p>
          <a:p>
            <a:pPr lvl="1"/>
            <a:r>
              <a:rPr lang="en-US"/>
              <a:t>Second level</a:t>
            </a:r>
          </a:p>
          <a:p>
            <a:pPr lvl="2"/>
            <a:r>
              <a:rPr lang="en-US"/>
              <a:t>Third level</a:t>
            </a:r>
          </a:p>
          <a:p>
            <a:pPr lvl="3"/>
            <a:r>
              <a:rPr lang="en-US"/>
              <a:t>Fourth level</a:t>
            </a:r>
          </a:p>
          <a:p>
            <a:pPr lvl="4"/>
            <a:r>
              <a:rPr lang="en-US"/>
              <a:t>Fifth level</a:t>
            </a:r>
          </a:p>
        </p:txBody>
      </p:sp>
      <p:sp>
        <p:nvSpPr>
          <p:cNvPr id="4" name="Title Placeholder 3">
            <a:extLst>
              <a:ext uri="{FF2B5EF4-FFF2-40B4-BE49-F238E27FC236}">
                <a16:creationId xmlns:a16="http://schemas.microsoft.com/office/drawing/2014/main" id="{66C09A98-D319-D6AB-451B-A66621276052}"/>
              </a:ext>
            </a:extLst>
          </p:cNvPr>
          <p:cNvSpPr>
            <a:spLocks noGrp="1"/>
          </p:cNvSpPr>
          <p:nvPr>
            <p:ph type="title"/>
          </p:nvPr>
        </p:nvSpPr>
        <p:spPr>
          <a:xfrm>
            <a:off x="385572" y="411480"/>
            <a:ext cx="11420856" cy="664844"/>
          </a:xfrm>
          <a:prstGeom prst="rect">
            <a:avLst/>
          </a:prstGeom>
        </p:spPr>
        <p:txBody>
          <a:bodyPr vert="horz" lIns="0" tIns="0" rIns="0" bIns="0" rtlCol="0" anchor="t">
            <a:noAutofit/>
          </a:bodyPr>
          <a:lstStyle/>
          <a:p>
            <a:r>
              <a:rPr lang="en-US"/>
              <a:t>Click to edit Master title style</a:t>
            </a:r>
            <a:endParaRPr lang="en-IN"/>
          </a:p>
        </p:txBody>
      </p:sp>
      <p:sp>
        <p:nvSpPr>
          <p:cNvPr id="6" name="Footer Placeholder 5">
            <a:extLst>
              <a:ext uri="{FF2B5EF4-FFF2-40B4-BE49-F238E27FC236}">
                <a16:creationId xmlns:a16="http://schemas.microsoft.com/office/drawing/2014/main" id="{31E16CAB-F573-8B19-91AD-6816716A3B5B}"/>
              </a:ext>
            </a:extLst>
          </p:cNvPr>
          <p:cNvSpPr>
            <a:spLocks noGrp="1"/>
          </p:cNvSpPr>
          <p:nvPr>
            <p:ph type="ftr" sz="quarter" idx="3"/>
          </p:nvPr>
        </p:nvSpPr>
        <p:spPr>
          <a:xfrm>
            <a:off x="8275638" y="6379844"/>
            <a:ext cx="3000375" cy="290039"/>
          </a:xfrm>
          <a:prstGeom prst="rect">
            <a:avLst/>
          </a:prstGeom>
        </p:spPr>
        <p:txBody>
          <a:bodyPr vert="horz" lIns="0" tIns="0" rIns="0" bIns="0" rtlCol="0" anchor="ctr"/>
          <a:lstStyle>
            <a:lvl1pPr algn="r">
              <a:defRPr sz="700" cap="all" baseline="0">
                <a:solidFill>
                  <a:schemeClr val="tx2"/>
                </a:solidFill>
                <a:latin typeface="NB Akademie Mono Std" panose="020B0509050000020004" pitchFamily="49" charset="0"/>
              </a:defRPr>
            </a:lvl1pPr>
          </a:lstStyle>
          <a:p>
            <a:r>
              <a:rPr lang="en-US"/>
              <a:t>Footer</a:t>
            </a:r>
            <a:endParaRPr lang="en-IN"/>
          </a:p>
        </p:txBody>
      </p:sp>
      <p:sp>
        <p:nvSpPr>
          <p:cNvPr id="7" name="Slide Number Placeholder 6">
            <a:extLst>
              <a:ext uri="{FF2B5EF4-FFF2-40B4-BE49-F238E27FC236}">
                <a16:creationId xmlns:a16="http://schemas.microsoft.com/office/drawing/2014/main" id="{C55FF640-45AE-16B8-9F18-D41679F8402A}"/>
              </a:ext>
            </a:extLst>
          </p:cNvPr>
          <p:cNvSpPr>
            <a:spLocks noGrp="1"/>
          </p:cNvSpPr>
          <p:nvPr>
            <p:ph type="sldNum" sz="quarter" idx="4"/>
          </p:nvPr>
        </p:nvSpPr>
        <p:spPr>
          <a:xfrm>
            <a:off x="11410950" y="6382384"/>
            <a:ext cx="395478" cy="290039"/>
          </a:xfrm>
          <a:prstGeom prst="rect">
            <a:avLst/>
          </a:prstGeom>
        </p:spPr>
        <p:txBody>
          <a:bodyPr vert="horz" lIns="0" tIns="0" rIns="0" bIns="0" rtlCol="0" anchor="ctr"/>
          <a:lstStyle>
            <a:lvl1pPr algn="r">
              <a:defRPr sz="700">
                <a:solidFill>
                  <a:schemeClr val="tx2"/>
                </a:solidFill>
                <a:latin typeface="NB Akademie Mono Std" panose="020B0509050000020004" pitchFamily="49" charset="0"/>
              </a:defRPr>
            </a:lvl1pPr>
          </a:lstStyle>
          <a:p>
            <a:fld id="{85AC2185-BC10-47CC-BB5A-D3C63A4C1365}" type="slidenum">
              <a:rPr lang="en-IN" smtClean="0"/>
              <a:pPr/>
              <a:t>‹#›</a:t>
            </a:fld>
            <a:endParaRPr lang="en-IN"/>
          </a:p>
        </p:txBody>
      </p:sp>
      <p:pic>
        <p:nvPicPr>
          <p:cNvPr id="18" name="Graphic 17">
            <a:extLst>
              <a:ext uri="{FF2B5EF4-FFF2-40B4-BE49-F238E27FC236}">
                <a16:creationId xmlns:a16="http://schemas.microsoft.com/office/drawing/2014/main" id="{495B7E4A-7C9A-7C2B-0601-8E8FC126B2C7}"/>
              </a:ext>
            </a:extLst>
          </p:cNvPr>
          <p:cNvPicPr>
            <a:picLocks noChangeAspect="1"/>
          </p:cNvPicPr>
          <p:nvPr userDrawn="1"/>
        </p:nvPicPr>
        <p:blipFill>
          <a:blip>
            <a:extLst>
              <a:ext uri="{96DAC541-7B7A-43D3-8B79-37D633B846F1}">
                <asvg:svgBlip xmlns:asvg="http://schemas.microsoft.com/office/drawing/2016/SVG/main" r:embed="rId48"/>
              </a:ext>
            </a:extLst>
          </a:blip>
          <a:stretch>
            <a:fillRect/>
          </a:stretch>
        </p:blipFill>
        <p:spPr>
          <a:xfrm>
            <a:off x="318135" y="6317218"/>
            <a:ext cx="1135261" cy="411480"/>
          </a:xfrm>
          <a:prstGeom prst="rect">
            <a:avLst/>
          </a:prstGeom>
        </p:spPr>
      </p:pic>
    </p:spTree>
    <p:extLst>
      <p:ext uri="{BB962C8B-B14F-4D97-AF65-F5344CB8AC3E}">
        <p14:creationId xmlns:p14="http://schemas.microsoft.com/office/powerpoint/2010/main" val="1462440215"/>
      </p:ext>
    </p:extLst>
  </p:cSld>
  <p:clrMap bg1="lt1" tx1="dk1" bg2="lt2" tx2="dk2" accent1="accent1" accent2="accent2" accent3="accent3" accent4="accent4" accent5="accent5" accent6="accent6" hlink="hlink" folHlink="folHlink"/>
  <p:sldLayoutIdLst>
    <p:sldLayoutId id="2147483685" r:id="rId1"/>
    <p:sldLayoutId id="2147483738" r:id="rId2"/>
    <p:sldLayoutId id="2147483736" r:id="rId3"/>
    <p:sldLayoutId id="2147483737" r:id="rId4"/>
    <p:sldLayoutId id="2147483706" r:id="rId5"/>
    <p:sldLayoutId id="2147483753" r:id="rId6"/>
    <p:sldLayoutId id="2147483723" r:id="rId7"/>
    <p:sldLayoutId id="2147483707" r:id="rId8"/>
    <p:sldLayoutId id="2147483720" r:id="rId9"/>
    <p:sldLayoutId id="2147483755" r:id="rId10"/>
    <p:sldLayoutId id="2147483654" r:id="rId11"/>
    <p:sldLayoutId id="2147483704" r:id="rId12"/>
    <p:sldLayoutId id="2147483740" r:id="rId13"/>
    <p:sldLayoutId id="2147483739" r:id="rId14"/>
    <p:sldLayoutId id="2147483728" r:id="rId15"/>
    <p:sldLayoutId id="2147483729" r:id="rId16"/>
    <p:sldLayoutId id="2147483742" r:id="rId17"/>
    <p:sldLayoutId id="2147483743" r:id="rId18"/>
    <p:sldLayoutId id="2147483724" r:id="rId19"/>
    <p:sldLayoutId id="2147483744" r:id="rId20"/>
    <p:sldLayoutId id="2147483730" r:id="rId21"/>
    <p:sldLayoutId id="2147483741" r:id="rId22"/>
    <p:sldLayoutId id="2147483751" r:id="rId23"/>
    <p:sldLayoutId id="2147483756" r:id="rId24"/>
    <p:sldLayoutId id="2147483750" r:id="rId25"/>
    <p:sldLayoutId id="2147483752" r:id="rId26"/>
    <p:sldLayoutId id="2147483715" r:id="rId27"/>
    <p:sldLayoutId id="2147483754" r:id="rId28"/>
    <p:sldLayoutId id="2147483735" r:id="rId29"/>
    <p:sldLayoutId id="2147483746" r:id="rId30"/>
    <p:sldLayoutId id="2147483748" r:id="rId31"/>
    <p:sldLayoutId id="2147483726" r:id="rId32"/>
    <p:sldLayoutId id="2147483712" r:id="rId33"/>
    <p:sldLayoutId id="2147483711" r:id="rId34"/>
    <p:sldLayoutId id="2147483747" r:id="rId35"/>
    <p:sldLayoutId id="2147483731" r:id="rId36"/>
    <p:sldLayoutId id="2147483734" r:id="rId37"/>
    <p:sldLayoutId id="2147483709" r:id="rId38"/>
    <p:sldLayoutId id="2147483713" r:id="rId39"/>
    <p:sldLayoutId id="2147483733" r:id="rId40"/>
    <p:sldLayoutId id="2147483714" r:id="rId41"/>
    <p:sldLayoutId id="2147483745" r:id="rId42"/>
    <p:sldLayoutId id="2147483684" r:id="rId43"/>
    <p:sldLayoutId id="2147483705" r:id="rId44"/>
    <p:sldLayoutId id="2147483732" r:id="rId45"/>
    <p:sldLayoutId id="2147483703" r:id="rId46"/>
  </p:sldLayoutIdLst>
  <p:hf hdr="0"/>
  <p:txStyles>
    <p:titleStyle>
      <a:lvl1pPr algn="l" defTabSz="914400" rtl="0" eaLnBrk="1" latinLnBrk="0" hangingPunct="1">
        <a:lnSpc>
          <a:spcPct val="90000"/>
        </a:lnSpc>
        <a:spcBef>
          <a:spcPct val="0"/>
        </a:spcBef>
        <a:buNone/>
        <a:defRPr sz="2400" b="0" kern="1200" spc="50" baseline="0">
          <a:solidFill>
            <a:schemeClr val="tx2"/>
          </a:solidFill>
          <a:latin typeface="+mj-lt"/>
          <a:ea typeface="+mj-ea"/>
          <a:cs typeface="+mj-cs"/>
        </a:defRPr>
      </a:lvl1pPr>
    </p:titleStyle>
    <p:bodyStyle>
      <a:lvl1pPr marL="0" indent="-228600" algn="l" defTabSz="914400" rtl="0" eaLnBrk="1" latinLnBrk="0" hangingPunct="1">
        <a:lnSpc>
          <a:spcPct val="100000"/>
        </a:lnSpc>
        <a:spcBef>
          <a:spcPts val="300"/>
        </a:spcBef>
        <a:spcAft>
          <a:spcPts val="600"/>
        </a:spcAft>
        <a:buFont typeface="Arial" panose="020B0604020202020204" pitchFamily="34" charset="0"/>
        <a:buNone/>
        <a:defRPr sz="1200" b="0" kern="1200">
          <a:solidFill>
            <a:schemeClr val="tx2"/>
          </a:solidFill>
          <a:latin typeface="+mn-lt"/>
          <a:ea typeface="+mn-ea"/>
          <a:cs typeface="+mn-cs"/>
        </a:defRPr>
      </a:lvl1pPr>
      <a:lvl2pPr marL="228600" indent="-228600" algn="l" defTabSz="914400" rtl="0" eaLnBrk="1" latinLnBrk="0" hangingPunct="1">
        <a:lnSpc>
          <a:spcPct val="100000"/>
        </a:lnSpc>
        <a:spcBef>
          <a:spcPts val="300"/>
        </a:spcBef>
        <a:spcAft>
          <a:spcPts val="600"/>
        </a:spcAft>
        <a:buFont typeface="Arial" panose="020B0604020202020204" pitchFamily="34" charset="0"/>
        <a:buChar char="•"/>
        <a:defRPr sz="1200" b="0" kern="1200">
          <a:solidFill>
            <a:schemeClr val="tx2"/>
          </a:solidFill>
          <a:latin typeface="+mn-lt"/>
          <a:ea typeface="+mn-ea"/>
          <a:cs typeface="+mn-cs"/>
        </a:defRPr>
      </a:lvl2pPr>
      <a:lvl3pPr marL="521208" indent="-228600" algn="l" defTabSz="914400" rtl="0" eaLnBrk="1" latinLnBrk="0" hangingPunct="1">
        <a:lnSpc>
          <a:spcPct val="100000"/>
        </a:lnSpc>
        <a:spcBef>
          <a:spcPts val="300"/>
        </a:spcBef>
        <a:spcAft>
          <a:spcPts val="600"/>
        </a:spcAft>
        <a:buFont typeface="Arial" panose="020B0604020202020204" pitchFamily="34" charset="0"/>
        <a:buChar char="•"/>
        <a:defRPr sz="1200" b="0" kern="1200">
          <a:solidFill>
            <a:schemeClr val="tx2"/>
          </a:solidFill>
          <a:latin typeface="+mn-lt"/>
          <a:ea typeface="+mn-ea"/>
          <a:cs typeface="+mn-cs"/>
        </a:defRPr>
      </a:lvl3pPr>
      <a:lvl4pPr marL="804672" indent="-228600" algn="l" defTabSz="914400" rtl="0" eaLnBrk="1" latinLnBrk="0" hangingPunct="1">
        <a:lnSpc>
          <a:spcPct val="100000"/>
        </a:lnSpc>
        <a:spcBef>
          <a:spcPts val="300"/>
        </a:spcBef>
        <a:spcAft>
          <a:spcPts val="600"/>
        </a:spcAft>
        <a:buFont typeface="Arial" panose="020B0604020202020204" pitchFamily="34" charset="0"/>
        <a:buChar char="•"/>
        <a:defRPr sz="1200" b="0" kern="1200">
          <a:solidFill>
            <a:schemeClr val="tx2"/>
          </a:solidFill>
          <a:latin typeface="+mn-lt"/>
          <a:ea typeface="+mn-ea"/>
          <a:cs typeface="+mn-cs"/>
        </a:defRPr>
      </a:lvl4pPr>
      <a:lvl5pPr marL="1051560" indent="-228600" algn="l" defTabSz="914400" rtl="0" eaLnBrk="1" latinLnBrk="0" hangingPunct="1">
        <a:lnSpc>
          <a:spcPct val="100000"/>
        </a:lnSpc>
        <a:spcBef>
          <a:spcPts val="300"/>
        </a:spcBef>
        <a:spcAft>
          <a:spcPts val="600"/>
        </a:spcAft>
        <a:buFont typeface="Arial" panose="020B0604020202020204" pitchFamily="34" charset="0"/>
        <a:buChar char="•"/>
        <a:defRPr sz="1200" b="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4" pos="3888" userDrawn="1">
          <p15:clr>
            <a:srgbClr val="5ACBF0"/>
          </p15:clr>
        </p15:guide>
        <p15:guide id="25" pos="7539" userDrawn="1">
          <p15:clr>
            <a:srgbClr val="9FCC3B"/>
          </p15:clr>
        </p15:guide>
        <p15:guide id="27" pos="7434" userDrawn="1">
          <p15:clr>
            <a:srgbClr val="F26B43"/>
          </p15:clr>
        </p15:guide>
        <p15:guide id="29" pos="3835" userDrawn="1">
          <p15:clr>
            <a:srgbClr val="F26B43"/>
          </p15:clr>
        </p15:guide>
        <p15:guide id="31" pos="241" userDrawn="1">
          <p15:clr>
            <a:srgbClr val="F26B43"/>
          </p15:clr>
        </p15:guide>
        <p15:guide id="34" orient="horz" pos="252" userDrawn="1">
          <p15:clr>
            <a:srgbClr val="547EBF"/>
          </p15:clr>
        </p15:guide>
        <p15:guide id="35" orient="horz" pos="112" userDrawn="1">
          <p15:clr>
            <a:srgbClr val="F26B43"/>
          </p15:clr>
        </p15:guide>
        <p15:guide id="37" orient="horz" pos="3833" userDrawn="1">
          <p15:clr>
            <a:srgbClr val="547EBF"/>
          </p15:clr>
        </p15:guide>
        <p15:guide id="39" orient="horz" pos="4009" userDrawn="1">
          <p15:clr>
            <a:srgbClr val="547EBF"/>
          </p15:clr>
        </p15:guide>
        <p15:guide id="41" pos="3780" userDrawn="1">
          <p15:clr>
            <a:srgbClr val="5ACBF0"/>
          </p15:clr>
        </p15:guide>
        <p15:guide id="43" orient="horz" pos="678" userDrawn="1">
          <p15:clr>
            <a:srgbClr val="547EBF"/>
          </p15:clr>
        </p15:guide>
        <p15:guide id="44" pos="134" userDrawn="1">
          <p15:clr>
            <a:srgbClr val="9FCC3B"/>
          </p15:clr>
        </p15:guide>
        <p15:guide id="45" orient="horz" pos="4200" userDrawn="1">
          <p15:clr>
            <a:srgbClr val="547EBF"/>
          </p15:clr>
        </p15:guide>
        <p15:guide id="46" orient="horz" pos="973" userDrawn="1">
          <p15:clr>
            <a:srgbClr val="547EBF"/>
          </p15:clr>
        </p15:guide>
        <p15:guide id="47" pos="1896" userDrawn="1">
          <p15:clr>
            <a:srgbClr val="5ACBF0"/>
          </p15:clr>
        </p15:guide>
        <p15:guide id="48" pos="2016" userDrawn="1">
          <p15:clr>
            <a:srgbClr val="5ACBF0"/>
          </p15:clr>
        </p15:guide>
        <p15:guide id="49" pos="5652" userDrawn="1">
          <p15:clr>
            <a:srgbClr val="5ACBF0"/>
          </p15:clr>
        </p15:guide>
        <p15:guide id="50" orient="horz" pos="114" userDrawn="1">
          <p15:clr>
            <a:srgbClr val="F26B43"/>
          </p15:clr>
        </p15:guide>
        <p15:guide id="51" pos="5772" userDrawn="1">
          <p15:clr>
            <a:srgbClr val="5ACBF0"/>
          </p15:clr>
        </p15:guide>
        <p15:guide id="52" pos="768" userDrawn="1">
          <p15:clr>
            <a:srgbClr val="F26B43"/>
          </p15:clr>
        </p15:guide>
        <p15:guide id="53" pos="378" userDrawn="1">
          <p15:clr>
            <a:srgbClr val="5ACBF0"/>
          </p15:clr>
        </p15:guide>
        <p15:guide id="54" pos="7322" userDrawn="1">
          <p15:clr>
            <a:srgbClr val="5ACBF0"/>
          </p15:clr>
        </p15:guide>
        <p15:guide id="55" pos="6935"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8.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svg"/><Relationship Id="rId1" Type="http://schemas.openxmlformats.org/officeDocument/2006/relationships/slideLayout" Target="../slideLayouts/slideLayout17.xml"/><Relationship Id="rId4" Type="http://schemas.openxmlformats.org/officeDocument/2006/relationships/image" Target="../media/image22.svg"/></Relationships>
</file>

<file path=ppt/slides/_rels/slide10.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svg"/><Relationship Id="rId1" Type="http://schemas.openxmlformats.org/officeDocument/2006/relationships/slideLayout" Target="../slideLayouts/slideLayout18.xml"/><Relationship Id="rId4" Type="http://schemas.openxmlformats.org/officeDocument/2006/relationships/image" Target="../media/image25.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21.xml"/><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33.xml"/><Relationship Id="rId4" Type="http://schemas.openxmlformats.org/officeDocument/2006/relationships/chart" Target="../charts/chart3.xml"/></Relationships>
</file>

<file path=ppt/slides/_rels/slide15.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9.xml"/></Relationships>
</file>

<file path=ppt/slides/_rels/slide16.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30.xml"/></Relationships>
</file>

<file path=ppt/slides/_rels/slide17.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31.xml"/></Relationships>
</file>

<file path=ppt/slides/_rels/slide18.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34.xml"/></Relationships>
</file>

<file path=ppt/slides/_rels/slide19.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30.xml"/></Relationships>
</file>

<file path=ppt/slides/_rels/slide21.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chart" Target="../charts/chart11.xml"/><Relationship Id="rId1" Type="http://schemas.openxmlformats.org/officeDocument/2006/relationships/slideLayout" Target="../slideLayouts/slideLayout34.xml"/></Relationships>
</file>

<file path=ppt/slides/_rels/slide22.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chart" Target="../charts/chart13.xml"/><Relationship Id="rId1" Type="http://schemas.openxmlformats.org/officeDocument/2006/relationships/slideLayout" Target="../slideLayouts/slideLayout35.xml"/></Relationships>
</file>

<file path=ppt/slides/_rels/slide23.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2.xml"/><Relationship Id="rId1" Type="http://schemas.openxmlformats.org/officeDocument/2006/relationships/slideLayout" Target="../slideLayouts/slideLayout29.xml"/></Relationships>
</file>

<file path=ppt/slides/_rels/slide24.xml.rels><?xml version="1.0" encoding="UTF-8" standalone="yes"?>
<Relationships xmlns="http://schemas.openxmlformats.org/package/2006/relationships"><Relationship Id="rId2" Type="http://schemas.openxmlformats.org/officeDocument/2006/relationships/chart" Target="../charts/chart16.xml"/><Relationship Id="rId1" Type="http://schemas.openxmlformats.org/officeDocument/2006/relationships/slideLayout" Target="../slideLayouts/slideLayout30.xml"/></Relationships>
</file>

<file path=ppt/slides/_rels/slide25.xml.rels><?xml version="1.0" encoding="UTF-8" standalone="yes"?>
<Relationships xmlns="http://schemas.openxmlformats.org/package/2006/relationships"><Relationship Id="rId2" Type="http://schemas.openxmlformats.org/officeDocument/2006/relationships/chart" Target="../charts/chart17.xml"/><Relationship Id="rId1" Type="http://schemas.openxmlformats.org/officeDocument/2006/relationships/slideLayout" Target="../slideLayouts/slideLayout31.xml"/></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6.xml"/></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7.xml"/></Relationships>
</file>

<file path=ppt/slides/_rels/slide28.xml.rels><?xml version="1.0" encoding="UTF-8" standalone="yes"?>
<Relationships xmlns="http://schemas.openxmlformats.org/package/2006/relationships"><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2.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33" Type="http://schemas.openxmlformats.org/officeDocument/2006/relationships/image" Target="../media/image62.png"/><Relationship Id="rId2" Type="http://schemas.openxmlformats.org/officeDocument/2006/relationships/image" Target="../media/image31.png"/><Relationship Id="rId16" Type="http://schemas.openxmlformats.org/officeDocument/2006/relationships/image" Target="../media/image45.png"/><Relationship Id="rId20" Type="http://schemas.openxmlformats.org/officeDocument/2006/relationships/image" Target="../media/image49.png"/><Relationship Id="rId29" Type="http://schemas.openxmlformats.org/officeDocument/2006/relationships/image" Target="../media/image58.png"/><Relationship Id="rId1" Type="http://schemas.openxmlformats.org/officeDocument/2006/relationships/slideLayout" Target="../slideLayouts/slideLayout11.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3.png"/><Relationship Id="rId32" Type="http://schemas.openxmlformats.org/officeDocument/2006/relationships/image" Target="../media/image61.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39.png"/><Relationship Id="rId19" Type="http://schemas.openxmlformats.org/officeDocument/2006/relationships/image" Target="../media/image48.png"/><Relationship Id="rId31" Type="http://schemas.openxmlformats.org/officeDocument/2006/relationships/image" Target="../media/image60.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9.png"/><Relationship Id="rId8" Type="http://schemas.openxmlformats.org/officeDocument/2006/relationships/image" Target="../media/image37.png"/></Relationships>
</file>

<file path=ppt/slides/_rels/slide29.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4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EDDDA-7396-1430-CA7D-06E759F5CD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B67397-A6A6-F5F0-C06F-F1B0DC65BBFC}"/>
              </a:ext>
            </a:extLst>
          </p:cNvPr>
          <p:cNvSpPr>
            <a:spLocks noGrp="1"/>
          </p:cNvSpPr>
          <p:nvPr>
            <p:ph type="ctrTitle"/>
          </p:nvPr>
        </p:nvSpPr>
        <p:spPr>
          <a:xfrm>
            <a:off x="358139" y="2336061"/>
            <a:ext cx="5814061" cy="1711325"/>
          </a:xfrm>
        </p:spPr>
        <p:txBody>
          <a:bodyPr/>
          <a:lstStyle/>
          <a:p>
            <a:r>
              <a:rPr lang="en-US"/>
              <a:t>Click to add Presentation Title Here</a:t>
            </a:r>
            <a:endParaRPr lang="en-IN"/>
          </a:p>
        </p:txBody>
      </p:sp>
      <p:sp>
        <p:nvSpPr>
          <p:cNvPr id="3" name="Subtitle 2">
            <a:extLst>
              <a:ext uri="{FF2B5EF4-FFF2-40B4-BE49-F238E27FC236}">
                <a16:creationId xmlns:a16="http://schemas.microsoft.com/office/drawing/2014/main" id="{2F8DCDCD-B2D8-DAE8-2229-1BC8FF9B10CD}"/>
              </a:ext>
            </a:extLst>
          </p:cNvPr>
          <p:cNvSpPr>
            <a:spLocks noGrp="1"/>
          </p:cNvSpPr>
          <p:nvPr>
            <p:ph type="subTitle" idx="1"/>
          </p:nvPr>
        </p:nvSpPr>
        <p:spPr>
          <a:xfrm>
            <a:off x="358139" y="4236403"/>
            <a:ext cx="5812532" cy="648114"/>
          </a:xfrm>
        </p:spPr>
        <p:txBody>
          <a:bodyPr/>
          <a:lstStyle/>
          <a:p>
            <a:r>
              <a:rPr lang="en-IN"/>
              <a:t>Place subtitle here</a:t>
            </a:r>
          </a:p>
        </p:txBody>
      </p:sp>
      <p:sp>
        <p:nvSpPr>
          <p:cNvPr id="4" name="Date Placeholder 3">
            <a:extLst>
              <a:ext uri="{FF2B5EF4-FFF2-40B4-BE49-F238E27FC236}">
                <a16:creationId xmlns:a16="http://schemas.microsoft.com/office/drawing/2014/main" id="{608DD183-C422-C482-1C8E-301D571D8EA2}"/>
              </a:ext>
            </a:extLst>
          </p:cNvPr>
          <p:cNvSpPr>
            <a:spLocks noGrp="1"/>
          </p:cNvSpPr>
          <p:nvPr>
            <p:ph type="dt" sz="half" idx="2"/>
          </p:nvPr>
        </p:nvSpPr>
        <p:spPr>
          <a:xfrm>
            <a:off x="378459" y="6149230"/>
            <a:ext cx="2743200" cy="230933"/>
          </a:xfrm>
        </p:spPr>
        <p:txBody>
          <a:bodyPr/>
          <a:lstStyle/>
          <a:p>
            <a:fld id="{C7FB47CA-D4C3-49CA-974E-978201982A7C}" type="datetime3">
              <a:rPr lang="en-US" smtClean="0"/>
              <a:pPr/>
              <a:t>25 June 2026</a:t>
            </a:fld>
            <a:endParaRPr lang="en-IN"/>
          </a:p>
        </p:txBody>
      </p:sp>
      <p:pic>
        <p:nvPicPr>
          <p:cNvPr id="8" name="Picture Placeholder 6">
            <a:extLst>
              <a:ext uri="{FF2B5EF4-FFF2-40B4-BE49-F238E27FC236}">
                <a16:creationId xmlns:a16="http://schemas.microsoft.com/office/drawing/2014/main" id="{6031BD7B-14CB-7C6B-F1C7-DA60A1FA30E9}"/>
              </a:ext>
            </a:extLst>
          </p:cNvPr>
          <p:cNvPicPr>
            <a:picLocks noGrp="1" noChangeAspect="1"/>
          </p:cNvPicPr>
          <p:nvPr>
            <p:ph type="pic" sz="quarter" idx="10"/>
          </p:nvPr>
        </p:nvPicPr>
        <p:blipFill>
          <a:blip r:embed="rId2" cstate="screen">
            <a:alphaModFix/>
            <a:extLst>
              <a:ext uri="{28A0092B-C50C-407E-A947-70E740481C1C}">
                <a14:useLocalDpi xmlns:a14="http://schemas.microsoft.com/office/drawing/2010/main"/>
              </a:ext>
            </a:extLst>
          </a:blip>
          <a:srcRect/>
          <a:stretch/>
        </p:blipFill>
        <p:spPr>
          <a:xfrm>
            <a:off x="7245393" y="1871090"/>
            <a:ext cx="4943561" cy="4986910"/>
          </a:xfrm>
        </p:spPr>
      </p:pic>
    </p:spTree>
    <p:extLst>
      <p:ext uri="{BB962C8B-B14F-4D97-AF65-F5344CB8AC3E}">
        <p14:creationId xmlns:p14="http://schemas.microsoft.com/office/powerpoint/2010/main" val="25033845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8E07BB0-1017-556C-D67B-9582BD7F25A5}"/>
              </a:ext>
            </a:extLst>
          </p:cNvPr>
          <p:cNvSpPr>
            <a:spLocks noGrp="1"/>
          </p:cNvSpPr>
          <p:nvPr>
            <p:ph type="title"/>
          </p:nvPr>
        </p:nvSpPr>
        <p:spPr>
          <a:xfrm>
            <a:off x="385572" y="411480"/>
            <a:ext cx="4348988" cy="1133158"/>
          </a:xfrm>
        </p:spPr>
        <p:txBody>
          <a:bodyPr/>
          <a:lstStyle/>
          <a:p>
            <a:r>
              <a:rPr lang="en-US"/>
              <a:t>Agenda</a:t>
            </a:r>
            <a:endParaRPr lang="en-IN"/>
          </a:p>
        </p:txBody>
      </p:sp>
      <p:sp>
        <p:nvSpPr>
          <p:cNvPr id="5" name="Text Placeholder 4">
            <a:extLst>
              <a:ext uri="{FF2B5EF4-FFF2-40B4-BE49-F238E27FC236}">
                <a16:creationId xmlns:a16="http://schemas.microsoft.com/office/drawing/2014/main" id="{4CB9CC48-3DFA-CAF9-1485-B1496331E2F4}"/>
              </a:ext>
            </a:extLst>
          </p:cNvPr>
          <p:cNvSpPr>
            <a:spLocks noGrp="1"/>
          </p:cNvSpPr>
          <p:nvPr>
            <p:ph type="body" sz="quarter" idx="26"/>
          </p:nvPr>
        </p:nvSpPr>
        <p:spPr>
          <a:xfrm>
            <a:off x="6540499" y="1554163"/>
            <a:ext cx="5264505" cy="536928"/>
          </a:xfrm>
        </p:spPr>
        <p:txBody>
          <a:bodyPr/>
          <a:lstStyle/>
          <a:p>
            <a:r>
              <a:rPr lang="en-IN"/>
              <a:t>Click to add text, lorem ipsum</a:t>
            </a:r>
          </a:p>
        </p:txBody>
      </p:sp>
      <p:sp>
        <p:nvSpPr>
          <p:cNvPr id="6" name="Text Placeholder 5">
            <a:extLst>
              <a:ext uri="{FF2B5EF4-FFF2-40B4-BE49-F238E27FC236}">
                <a16:creationId xmlns:a16="http://schemas.microsoft.com/office/drawing/2014/main" id="{23E85DA1-CA47-DA2B-DDF9-F11A74555AD6}"/>
              </a:ext>
            </a:extLst>
          </p:cNvPr>
          <p:cNvSpPr>
            <a:spLocks noGrp="1"/>
          </p:cNvSpPr>
          <p:nvPr>
            <p:ph type="body" sz="quarter" idx="27"/>
          </p:nvPr>
        </p:nvSpPr>
        <p:spPr>
          <a:xfrm>
            <a:off x="5685247" y="1554163"/>
            <a:ext cx="824430" cy="536928"/>
          </a:xfrm>
        </p:spPr>
        <p:txBody>
          <a:bodyPr/>
          <a:lstStyle/>
          <a:p>
            <a:r>
              <a:rPr lang="en-US"/>
              <a:t>01</a:t>
            </a:r>
            <a:endParaRPr lang="en-IN"/>
          </a:p>
        </p:txBody>
      </p:sp>
      <p:sp>
        <p:nvSpPr>
          <p:cNvPr id="7" name="Text Placeholder 6">
            <a:extLst>
              <a:ext uri="{FF2B5EF4-FFF2-40B4-BE49-F238E27FC236}">
                <a16:creationId xmlns:a16="http://schemas.microsoft.com/office/drawing/2014/main" id="{4AE2B3F1-445E-EAC2-FA81-DCA9F6EFC46D}"/>
              </a:ext>
            </a:extLst>
          </p:cNvPr>
          <p:cNvSpPr>
            <a:spLocks noGrp="1"/>
          </p:cNvSpPr>
          <p:nvPr>
            <p:ph type="body" sz="quarter" idx="28"/>
          </p:nvPr>
        </p:nvSpPr>
        <p:spPr>
          <a:xfrm>
            <a:off x="6540499" y="2412355"/>
            <a:ext cx="5264505" cy="536928"/>
          </a:xfrm>
        </p:spPr>
        <p:txBody>
          <a:bodyPr/>
          <a:lstStyle/>
          <a:p>
            <a:r>
              <a:rPr lang="en-IN"/>
              <a:t>Click to add text, lorem ipsum</a:t>
            </a:r>
          </a:p>
        </p:txBody>
      </p:sp>
      <p:sp>
        <p:nvSpPr>
          <p:cNvPr id="8" name="Text Placeholder 7">
            <a:extLst>
              <a:ext uri="{FF2B5EF4-FFF2-40B4-BE49-F238E27FC236}">
                <a16:creationId xmlns:a16="http://schemas.microsoft.com/office/drawing/2014/main" id="{A1C629DB-0967-5A2E-5B76-B2D5C9B9C9AD}"/>
              </a:ext>
            </a:extLst>
          </p:cNvPr>
          <p:cNvSpPr>
            <a:spLocks noGrp="1"/>
          </p:cNvSpPr>
          <p:nvPr>
            <p:ph type="body" sz="quarter" idx="29"/>
          </p:nvPr>
        </p:nvSpPr>
        <p:spPr>
          <a:xfrm>
            <a:off x="5685247" y="2412355"/>
            <a:ext cx="824430" cy="536928"/>
          </a:xfrm>
        </p:spPr>
        <p:txBody>
          <a:bodyPr/>
          <a:lstStyle/>
          <a:p>
            <a:r>
              <a:rPr lang="en-US"/>
              <a:t>02</a:t>
            </a:r>
            <a:endParaRPr lang="en-IN"/>
          </a:p>
        </p:txBody>
      </p:sp>
      <p:sp>
        <p:nvSpPr>
          <p:cNvPr id="9" name="Text Placeholder 8">
            <a:extLst>
              <a:ext uri="{FF2B5EF4-FFF2-40B4-BE49-F238E27FC236}">
                <a16:creationId xmlns:a16="http://schemas.microsoft.com/office/drawing/2014/main" id="{DC92A722-0F17-7D8A-4005-46904A4D18DB}"/>
              </a:ext>
            </a:extLst>
          </p:cNvPr>
          <p:cNvSpPr>
            <a:spLocks noGrp="1"/>
          </p:cNvSpPr>
          <p:nvPr>
            <p:ph type="body" sz="quarter" idx="30"/>
          </p:nvPr>
        </p:nvSpPr>
        <p:spPr>
          <a:xfrm>
            <a:off x="6540499" y="3270547"/>
            <a:ext cx="5264505" cy="536928"/>
          </a:xfrm>
        </p:spPr>
        <p:txBody>
          <a:bodyPr/>
          <a:lstStyle/>
          <a:p>
            <a:r>
              <a:rPr lang="en-IN"/>
              <a:t>Click to add text, lorem ipsum</a:t>
            </a:r>
          </a:p>
        </p:txBody>
      </p:sp>
      <p:sp>
        <p:nvSpPr>
          <p:cNvPr id="10" name="Text Placeholder 9">
            <a:extLst>
              <a:ext uri="{FF2B5EF4-FFF2-40B4-BE49-F238E27FC236}">
                <a16:creationId xmlns:a16="http://schemas.microsoft.com/office/drawing/2014/main" id="{CB601773-DC52-A496-B81B-C5DF55E96731}"/>
              </a:ext>
            </a:extLst>
          </p:cNvPr>
          <p:cNvSpPr>
            <a:spLocks noGrp="1"/>
          </p:cNvSpPr>
          <p:nvPr>
            <p:ph type="body" sz="quarter" idx="31"/>
          </p:nvPr>
        </p:nvSpPr>
        <p:spPr>
          <a:xfrm>
            <a:off x="5685247" y="3270547"/>
            <a:ext cx="824430" cy="536928"/>
          </a:xfrm>
        </p:spPr>
        <p:txBody>
          <a:bodyPr/>
          <a:lstStyle/>
          <a:p>
            <a:r>
              <a:rPr lang="en-US"/>
              <a:t>03</a:t>
            </a:r>
            <a:endParaRPr lang="en-IN"/>
          </a:p>
        </p:txBody>
      </p:sp>
      <p:sp>
        <p:nvSpPr>
          <p:cNvPr id="11" name="Text Placeholder 10">
            <a:extLst>
              <a:ext uri="{FF2B5EF4-FFF2-40B4-BE49-F238E27FC236}">
                <a16:creationId xmlns:a16="http://schemas.microsoft.com/office/drawing/2014/main" id="{B080E3B0-4501-50B1-03EA-A72116E82608}"/>
              </a:ext>
            </a:extLst>
          </p:cNvPr>
          <p:cNvSpPr>
            <a:spLocks noGrp="1"/>
          </p:cNvSpPr>
          <p:nvPr>
            <p:ph type="body" sz="quarter" idx="32"/>
          </p:nvPr>
        </p:nvSpPr>
        <p:spPr>
          <a:xfrm>
            <a:off x="6540499" y="4128739"/>
            <a:ext cx="5264505" cy="536928"/>
          </a:xfrm>
        </p:spPr>
        <p:txBody>
          <a:bodyPr/>
          <a:lstStyle/>
          <a:p>
            <a:r>
              <a:rPr lang="en-IN"/>
              <a:t>Click to add text, lorem ipsum</a:t>
            </a:r>
          </a:p>
        </p:txBody>
      </p:sp>
      <p:sp>
        <p:nvSpPr>
          <p:cNvPr id="12" name="Text Placeholder 11">
            <a:extLst>
              <a:ext uri="{FF2B5EF4-FFF2-40B4-BE49-F238E27FC236}">
                <a16:creationId xmlns:a16="http://schemas.microsoft.com/office/drawing/2014/main" id="{7B085ED9-A34D-8D99-0E88-B98723A53F52}"/>
              </a:ext>
            </a:extLst>
          </p:cNvPr>
          <p:cNvSpPr>
            <a:spLocks noGrp="1"/>
          </p:cNvSpPr>
          <p:nvPr>
            <p:ph type="body" sz="quarter" idx="33"/>
          </p:nvPr>
        </p:nvSpPr>
        <p:spPr>
          <a:xfrm>
            <a:off x="5685247" y="4128739"/>
            <a:ext cx="824430" cy="536928"/>
          </a:xfrm>
        </p:spPr>
        <p:txBody>
          <a:bodyPr/>
          <a:lstStyle/>
          <a:p>
            <a:r>
              <a:rPr lang="en-US"/>
              <a:t>04</a:t>
            </a:r>
            <a:endParaRPr lang="en-IN"/>
          </a:p>
        </p:txBody>
      </p:sp>
      <p:sp>
        <p:nvSpPr>
          <p:cNvPr id="13" name="Text Placeholder 12">
            <a:extLst>
              <a:ext uri="{FF2B5EF4-FFF2-40B4-BE49-F238E27FC236}">
                <a16:creationId xmlns:a16="http://schemas.microsoft.com/office/drawing/2014/main" id="{7EDC1B7D-F0B7-7924-F72A-6D27BA773437}"/>
              </a:ext>
            </a:extLst>
          </p:cNvPr>
          <p:cNvSpPr>
            <a:spLocks noGrp="1"/>
          </p:cNvSpPr>
          <p:nvPr>
            <p:ph type="body" sz="quarter" idx="34"/>
          </p:nvPr>
        </p:nvSpPr>
        <p:spPr>
          <a:xfrm>
            <a:off x="6540499" y="4986932"/>
            <a:ext cx="5264505" cy="536928"/>
          </a:xfrm>
        </p:spPr>
        <p:txBody>
          <a:bodyPr/>
          <a:lstStyle/>
          <a:p>
            <a:r>
              <a:rPr lang="en-IN"/>
              <a:t>Click to add text, lorem ipsum</a:t>
            </a:r>
          </a:p>
        </p:txBody>
      </p:sp>
      <p:sp>
        <p:nvSpPr>
          <p:cNvPr id="14" name="Text Placeholder 13">
            <a:extLst>
              <a:ext uri="{FF2B5EF4-FFF2-40B4-BE49-F238E27FC236}">
                <a16:creationId xmlns:a16="http://schemas.microsoft.com/office/drawing/2014/main" id="{9321EC6B-E8E9-0318-2347-7801587AE891}"/>
              </a:ext>
            </a:extLst>
          </p:cNvPr>
          <p:cNvSpPr>
            <a:spLocks noGrp="1"/>
          </p:cNvSpPr>
          <p:nvPr>
            <p:ph type="body" sz="quarter" idx="35"/>
          </p:nvPr>
        </p:nvSpPr>
        <p:spPr>
          <a:xfrm>
            <a:off x="5685247" y="4986932"/>
            <a:ext cx="824430" cy="536928"/>
          </a:xfrm>
        </p:spPr>
        <p:txBody>
          <a:bodyPr/>
          <a:lstStyle/>
          <a:p>
            <a:r>
              <a:rPr lang="en-US"/>
              <a:t>05</a:t>
            </a:r>
            <a:endParaRPr lang="en-IN"/>
          </a:p>
        </p:txBody>
      </p:sp>
      <p:sp>
        <p:nvSpPr>
          <p:cNvPr id="2" name="Footer Placeholder 1">
            <a:extLst>
              <a:ext uri="{FF2B5EF4-FFF2-40B4-BE49-F238E27FC236}">
                <a16:creationId xmlns:a16="http://schemas.microsoft.com/office/drawing/2014/main" id="{A4B37F02-727A-1191-A012-1E246AB625E1}"/>
              </a:ext>
            </a:extLst>
          </p:cNvPr>
          <p:cNvSpPr>
            <a:spLocks noGrp="1"/>
          </p:cNvSpPr>
          <p:nvPr>
            <p:ph type="ftr" sz="quarter" idx="36"/>
          </p:nvPr>
        </p:nvSpPr>
        <p:spPr>
          <a:xfrm>
            <a:off x="8275638" y="6379844"/>
            <a:ext cx="3000375" cy="290039"/>
          </a:xfrm>
        </p:spPr>
        <p:txBody>
          <a:bodyPr/>
          <a:lstStyle/>
          <a:p>
            <a:r>
              <a:rPr lang="en-IN"/>
              <a:t>Footer</a:t>
            </a:r>
          </a:p>
        </p:txBody>
      </p:sp>
      <p:sp>
        <p:nvSpPr>
          <p:cNvPr id="3" name="Slide Number Placeholder 2">
            <a:extLst>
              <a:ext uri="{FF2B5EF4-FFF2-40B4-BE49-F238E27FC236}">
                <a16:creationId xmlns:a16="http://schemas.microsoft.com/office/drawing/2014/main" id="{008570C1-EBB6-A88F-D90D-29D256277246}"/>
              </a:ext>
            </a:extLst>
          </p:cNvPr>
          <p:cNvSpPr>
            <a:spLocks noGrp="1"/>
          </p:cNvSpPr>
          <p:nvPr>
            <p:ph type="sldNum" sz="quarter" idx="37"/>
          </p:nvPr>
        </p:nvSpPr>
        <p:spPr>
          <a:xfrm>
            <a:off x="11410950" y="6382384"/>
            <a:ext cx="395478" cy="290039"/>
          </a:xfrm>
        </p:spPr>
        <p:txBody>
          <a:bodyPr/>
          <a:lstStyle/>
          <a:p>
            <a:fld id="{85AC2185-BC10-47CC-BB5A-D3C63A4C1365}" type="slidenum">
              <a:rPr lang="en-IN" smtClean="0"/>
              <a:pPr/>
              <a:t>2</a:t>
            </a:fld>
            <a:endParaRPr lang="en-IN"/>
          </a:p>
        </p:txBody>
      </p:sp>
    </p:spTree>
    <p:extLst>
      <p:ext uri="{BB962C8B-B14F-4D97-AF65-F5344CB8AC3E}">
        <p14:creationId xmlns:p14="http://schemas.microsoft.com/office/powerpoint/2010/main" val="29900578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Picture Placeholder 29">
            <a:extLst>
              <a:ext uri="{FF2B5EF4-FFF2-40B4-BE49-F238E27FC236}">
                <a16:creationId xmlns:a16="http://schemas.microsoft.com/office/drawing/2014/main" id="{BF39C45B-784C-E922-4EE1-BAFF08315517}"/>
              </a:ext>
            </a:extLst>
          </p:cNvPr>
          <p:cNvPicPr>
            <a:picLocks noGrp="1" noChangeAspect="1"/>
          </p:cNvPicPr>
          <p:nvPr>
            <p:ph type="pic" sz="quarter" idx="14"/>
          </p:nvPr>
        </p:nvPicPr>
        <p:blipFill>
          <a:blip r:embed="rId2">
            <a:extLst>
              <a:ext uri="{28A0092B-C50C-407E-A947-70E740481C1C}">
                <a14:useLocalDpi xmlns:a14="http://schemas.microsoft.com/office/drawing/2010/main"/>
              </a:ext>
            </a:extLst>
          </a:blip>
          <a:srcRect/>
          <a:stretch/>
        </p:blipFill>
        <p:spPr>
          <a:xfrm>
            <a:off x="6410419" y="0"/>
            <a:ext cx="5780058" cy="3341758"/>
          </a:xfrm>
        </p:spPr>
      </p:pic>
      <p:pic>
        <p:nvPicPr>
          <p:cNvPr id="32" name="Picture Placeholder 31">
            <a:extLst>
              <a:ext uri="{FF2B5EF4-FFF2-40B4-BE49-F238E27FC236}">
                <a16:creationId xmlns:a16="http://schemas.microsoft.com/office/drawing/2014/main" id="{5BD2F898-0B5B-5D4F-9904-EA43B5638DB9}"/>
              </a:ext>
            </a:extLst>
          </p:cNvPr>
          <p:cNvPicPr>
            <a:picLocks noGrp="1" noChangeAspect="1"/>
          </p:cNvPicPr>
          <p:nvPr>
            <p:ph type="pic" sz="quarter" idx="15"/>
          </p:nvPr>
        </p:nvPicPr>
        <p:blipFill>
          <a:blip r:embed="rId3">
            <a:extLst>
              <a:ext uri="{28A0092B-C50C-407E-A947-70E740481C1C}">
                <a14:useLocalDpi xmlns:a14="http://schemas.microsoft.com/office/drawing/2010/main"/>
              </a:ext>
            </a:extLst>
          </a:blip>
          <a:srcRect/>
          <a:stretch/>
        </p:blipFill>
        <p:spPr>
          <a:xfrm>
            <a:off x="5217119" y="3500176"/>
            <a:ext cx="6973145" cy="3357824"/>
          </a:xfrm>
        </p:spPr>
      </p:pic>
      <p:sp>
        <p:nvSpPr>
          <p:cNvPr id="4" name="Title 3">
            <a:extLst>
              <a:ext uri="{FF2B5EF4-FFF2-40B4-BE49-F238E27FC236}">
                <a16:creationId xmlns:a16="http://schemas.microsoft.com/office/drawing/2014/main" id="{FBC8213E-B86C-50A4-06A1-7FB149A1BC13}"/>
              </a:ext>
            </a:extLst>
          </p:cNvPr>
          <p:cNvSpPr>
            <a:spLocks noGrp="1"/>
          </p:cNvSpPr>
          <p:nvPr>
            <p:ph type="ctrTitle"/>
          </p:nvPr>
        </p:nvSpPr>
        <p:spPr>
          <a:xfrm>
            <a:off x="368299" y="1846580"/>
            <a:ext cx="4427221" cy="2438718"/>
          </a:xfrm>
        </p:spPr>
        <p:txBody>
          <a:bodyPr/>
          <a:lstStyle/>
          <a:p>
            <a:r>
              <a:rPr lang="en-US"/>
              <a:t>Place section title here, max. three lines</a:t>
            </a:r>
            <a:endParaRPr lang="en-IN"/>
          </a:p>
        </p:txBody>
      </p:sp>
      <p:sp>
        <p:nvSpPr>
          <p:cNvPr id="7" name="Text Placeholder 6">
            <a:extLst>
              <a:ext uri="{FF2B5EF4-FFF2-40B4-BE49-F238E27FC236}">
                <a16:creationId xmlns:a16="http://schemas.microsoft.com/office/drawing/2014/main" id="{0B18080D-5DA6-CE5E-E951-D7C2D812E3C7}"/>
              </a:ext>
            </a:extLst>
          </p:cNvPr>
          <p:cNvSpPr>
            <a:spLocks noGrp="1"/>
          </p:cNvSpPr>
          <p:nvPr>
            <p:ph type="body" sz="quarter" idx="22"/>
          </p:nvPr>
        </p:nvSpPr>
        <p:spPr>
          <a:xfrm>
            <a:off x="614172" y="1219638"/>
            <a:ext cx="1920240" cy="184503"/>
          </a:xfrm>
        </p:spPr>
        <p:txBody>
          <a:bodyPr/>
          <a:lstStyle/>
          <a:p>
            <a:pPr lvl="0"/>
            <a:r>
              <a:rPr lang="en-US"/>
              <a:t>Section 01</a:t>
            </a:r>
          </a:p>
        </p:txBody>
      </p:sp>
      <p:sp>
        <p:nvSpPr>
          <p:cNvPr id="5" name="Footer Placeholder 4">
            <a:extLst>
              <a:ext uri="{FF2B5EF4-FFF2-40B4-BE49-F238E27FC236}">
                <a16:creationId xmlns:a16="http://schemas.microsoft.com/office/drawing/2014/main" id="{F6B2F599-683B-7A63-FC30-1891E705E674}"/>
              </a:ext>
            </a:extLst>
          </p:cNvPr>
          <p:cNvSpPr>
            <a:spLocks noGrp="1"/>
          </p:cNvSpPr>
          <p:nvPr>
            <p:ph type="ftr" sz="quarter" idx="23"/>
          </p:nvPr>
        </p:nvSpPr>
        <p:spPr>
          <a:xfrm>
            <a:off x="8275638" y="6379844"/>
            <a:ext cx="3000375" cy="290039"/>
          </a:xfrm>
        </p:spPr>
        <p:txBody>
          <a:bodyPr/>
          <a:lstStyle/>
          <a:p>
            <a:r>
              <a:rPr lang="en-IN"/>
              <a:t>Footer</a:t>
            </a:r>
          </a:p>
        </p:txBody>
      </p:sp>
      <p:sp>
        <p:nvSpPr>
          <p:cNvPr id="6" name="Slide Number Placeholder 5">
            <a:extLst>
              <a:ext uri="{FF2B5EF4-FFF2-40B4-BE49-F238E27FC236}">
                <a16:creationId xmlns:a16="http://schemas.microsoft.com/office/drawing/2014/main" id="{1C31F353-B96F-63F5-3D0B-1B5006A91C5A}"/>
              </a:ext>
            </a:extLst>
          </p:cNvPr>
          <p:cNvSpPr>
            <a:spLocks noGrp="1"/>
          </p:cNvSpPr>
          <p:nvPr>
            <p:ph type="sldNum" sz="quarter" idx="24"/>
          </p:nvPr>
        </p:nvSpPr>
        <p:spPr>
          <a:xfrm>
            <a:off x="11410950" y="6382384"/>
            <a:ext cx="395478" cy="290039"/>
          </a:xfrm>
        </p:spPr>
        <p:txBody>
          <a:bodyPr/>
          <a:lstStyle/>
          <a:p>
            <a:fld id="{85AC2185-BC10-47CC-BB5A-D3C63A4C1365}" type="slidenum">
              <a:rPr lang="en-IN" smtClean="0"/>
              <a:pPr/>
              <a:t>3</a:t>
            </a:fld>
            <a:endParaRPr lang="en-IN"/>
          </a:p>
        </p:txBody>
      </p:sp>
      <p:sp>
        <p:nvSpPr>
          <p:cNvPr id="12" name="Slide Number Placeholder 8">
            <a:extLst>
              <a:ext uri="{FF2B5EF4-FFF2-40B4-BE49-F238E27FC236}">
                <a16:creationId xmlns:a16="http://schemas.microsoft.com/office/drawing/2014/main" id="{96949638-70B0-CFA4-C955-9908AC17D954}"/>
              </a:ext>
            </a:extLst>
          </p:cNvPr>
          <p:cNvSpPr txBox="1">
            <a:spLocks/>
          </p:cNvSpPr>
          <p:nvPr/>
        </p:nvSpPr>
        <p:spPr>
          <a:xfrm>
            <a:off x="11410950" y="6382384"/>
            <a:ext cx="395478" cy="290039"/>
          </a:xfrm>
          <a:prstGeom prst="rect">
            <a:avLst/>
          </a:prstGeom>
        </p:spPr>
        <p:txBody>
          <a:bodyPr vert="horz" lIns="0" tIns="0" rIns="0" bIns="0" rtlCol="0" anchor="ctr"/>
          <a:lstStyle>
            <a:defPPr>
              <a:defRPr lang="en-US"/>
            </a:defPPr>
            <a:lvl1pPr marL="0" algn="r" defTabSz="914400" rtl="0" eaLnBrk="1" latinLnBrk="0" hangingPunct="1">
              <a:defRPr sz="700" kern="1200">
                <a:solidFill>
                  <a:schemeClr val="bg2"/>
                </a:solidFill>
                <a:latin typeface="NBAkademieMonoStd-Medium" panose="020B0609050000020004" pitchFamily="49"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AC2185-BC10-47CC-BB5A-D3C63A4C1365}" type="slidenum">
              <a:rPr lang="en-IN" smtClean="0">
                <a:solidFill>
                  <a:schemeClr val="tx2"/>
                </a:solidFill>
                <a:latin typeface="NB Akademie Mono Std" panose="020B0509050000020004" pitchFamily="49" charset="0"/>
              </a:rPr>
              <a:pPr/>
              <a:t>3</a:t>
            </a:fld>
            <a:endParaRPr lang="en-IN">
              <a:solidFill>
                <a:schemeClr val="tx2"/>
              </a:solidFill>
              <a:latin typeface="NB Akademie Mono Std" panose="020B0509050000020004" pitchFamily="49" charset="0"/>
            </a:endParaRPr>
          </a:p>
        </p:txBody>
      </p:sp>
    </p:spTree>
    <p:extLst>
      <p:ext uri="{BB962C8B-B14F-4D97-AF65-F5344CB8AC3E}">
        <p14:creationId xmlns:p14="http://schemas.microsoft.com/office/powerpoint/2010/main" val="23467877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a:extLst>
              <a:ext uri="{FF2B5EF4-FFF2-40B4-BE49-F238E27FC236}">
                <a16:creationId xmlns:a16="http://schemas.microsoft.com/office/drawing/2014/main" id="{5FF28487-CAD9-A9FC-AB49-08575BD11365}"/>
              </a:ext>
            </a:extLst>
          </p:cNvPr>
          <p:cNvPicPr>
            <a:picLocks noGrp="1" noChangeAspect="1"/>
          </p:cNvPicPr>
          <p:nvPr>
            <p:ph type="pic" sz="quarter" idx="47"/>
          </p:nvPr>
        </p:nvPicPr>
        <p:blipFill>
          <a:blip r:embed="rId2" cstate="screen">
            <a:extLst>
              <a:ext uri="{28A0092B-C50C-407E-A947-70E740481C1C}">
                <a14:useLocalDpi xmlns:a14="http://schemas.microsoft.com/office/drawing/2010/main"/>
              </a:ext>
            </a:extLst>
          </a:blip>
          <a:srcRect/>
          <a:stretch/>
        </p:blipFill>
        <p:spPr>
          <a:xfrm>
            <a:off x="0" y="-1"/>
            <a:ext cx="12192000" cy="6858000"/>
          </a:xfrm>
        </p:spPr>
      </p:pic>
      <p:sp>
        <p:nvSpPr>
          <p:cNvPr id="8" name="Gradient">
            <a:extLst>
              <a:ext uri="{FF2B5EF4-FFF2-40B4-BE49-F238E27FC236}">
                <a16:creationId xmlns:a16="http://schemas.microsoft.com/office/drawing/2014/main" id="{9DB80C46-49C7-F3DB-B640-B5EC0D29C04A}"/>
              </a:ext>
            </a:extLst>
          </p:cNvPr>
          <p:cNvSpPr txBox="1">
            <a:spLocks/>
          </p:cNvSpPr>
          <p:nvPr/>
        </p:nvSpPr>
        <p:spPr>
          <a:xfrm>
            <a:off x="1" y="0"/>
            <a:ext cx="12191999" cy="6858000"/>
          </a:xfrm>
          <a:prstGeom prst="rect">
            <a:avLst/>
          </a:prstGeom>
          <a:gradFill flip="none" rotWithShape="1">
            <a:gsLst>
              <a:gs pos="0">
                <a:srgbClr val="000000">
                  <a:alpha val="0"/>
                </a:srgbClr>
              </a:gs>
              <a:gs pos="100000">
                <a:srgbClr val="000000">
                  <a:alpha val="75000"/>
                </a:srgbClr>
              </a:gs>
            </a:gsLst>
            <a:lin ang="16200000" scaled="1"/>
            <a:tileRect/>
          </a:gradFill>
        </p:spPr>
        <p:txBody>
          <a:bodyPr vert="horz" lIns="540000" tIns="1080000" rIns="540000" bIns="1080000" rtlCol="0" anchor="ctr">
            <a:noAutofit/>
          </a:bodyPr>
          <a:lstStyle>
            <a:lvl1pPr marL="0" marR="0" indent="0" algn="l" defTabSz="270000" rtl="0" eaLnBrk="1" fontAlgn="auto" latinLnBrk="0" hangingPunct="1">
              <a:lnSpc>
                <a:spcPct val="90000"/>
              </a:lnSpc>
              <a:spcBef>
                <a:spcPct val="0"/>
              </a:spcBef>
              <a:spcAft>
                <a:spcPts val="1200"/>
              </a:spcAft>
              <a:buClrTx/>
              <a:buSzTx/>
              <a:buFont typeface="Arial" panose="020B0604020202020204" pitchFamily="34" charset="0"/>
              <a:buNone/>
              <a:tabLst/>
              <a:defRPr lang="en-GB" sz="4800" b="0" i="0" kern="1200" cap="none" baseline="0" dirty="0" smtClean="0">
                <a:solidFill>
                  <a:schemeClr val="tx1"/>
                </a:solidFill>
                <a:latin typeface="DM Serif Display" pitchFamily="2" charset="0"/>
                <a:ea typeface="DM Serif Display" pitchFamily="2" charset="0"/>
                <a:cs typeface="DM Serif Display" pitchFamily="2" charset="0"/>
              </a:defRPr>
            </a:lvl1pPr>
            <a:lvl2pPr marL="0" indent="0" algn="l" defTabSz="270000" rtl="0" eaLnBrk="1" latinLnBrk="0" hangingPunct="1">
              <a:lnSpc>
                <a:spcPct val="100000"/>
              </a:lnSpc>
              <a:spcBef>
                <a:spcPts val="1200"/>
              </a:spcBef>
              <a:spcAft>
                <a:spcPts val="1200"/>
              </a:spcAft>
              <a:buClrTx/>
              <a:buFont typeface="Arial" panose="020B0604020202020204" pitchFamily="34" charset="0"/>
              <a:buNone/>
              <a:defRPr sz="2400" b="0" i="0" kern="1200" spc="300">
                <a:solidFill>
                  <a:schemeClr val="tx1"/>
                </a:solidFill>
                <a:latin typeface="+mn-lt"/>
                <a:ea typeface="Open Sans" panose="020B0606030504020204" pitchFamily="34" charset="0"/>
                <a:cs typeface="Open Sans" panose="020B0606030504020204" pitchFamily="34" charset="0"/>
              </a:defRPr>
            </a:lvl2pPr>
            <a:lvl3pPr marL="0" indent="0" algn="l" defTabSz="270000" rtl="0" eaLnBrk="1" latinLnBrk="0" hangingPunct="1">
              <a:lnSpc>
                <a:spcPct val="100000"/>
              </a:lnSpc>
              <a:spcBef>
                <a:spcPts val="0"/>
              </a:spcBef>
              <a:spcAft>
                <a:spcPts val="600"/>
              </a:spcAft>
              <a:buClrTx/>
              <a:buFont typeface="Arial" panose="020B0604020202020204" pitchFamily="34" charset="0"/>
              <a:buNone/>
              <a:defRPr lang="en-GB" sz="1600" b="0" i="0" kern="1200" dirty="0">
                <a:solidFill>
                  <a:schemeClr val="tx1"/>
                </a:solidFill>
                <a:latin typeface="+mn-lt"/>
                <a:ea typeface="Open Sans" panose="020B0606030504020204" pitchFamily="34" charset="0"/>
                <a:cs typeface="Open Sans" panose="020B0606030504020204" pitchFamily="34" charset="0"/>
              </a:defRPr>
            </a:lvl3pPr>
            <a:lvl4pPr marL="360000" indent="-180000" algn="l" defTabSz="270000" rtl="0" eaLnBrk="1" latinLnBrk="0" hangingPunct="1">
              <a:lnSpc>
                <a:spcPct val="100000"/>
              </a:lnSpc>
              <a:spcBef>
                <a:spcPts val="0"/>
              </a:spcBef>
              <a:spcAft>
                <a:spcPts val="600"/>
              </a:spcAft>
              <a:buClrTx/>
              <a:buFont typeface="Arial" panose="020B0604020202020204" pitchFamily="34" charset="0"/>
              <a:buChar char="•"/>
              <a:defRPr lang="en-US" sz="1600" b="0" i="0" kern="1200" baseline="0">
                <a:solidFill>
                  <a:schemeClr val="tx1"/>
                </a:solidFill>
                <a:latin typeface="+mn-lt"/>
                <a:ea typeface="Open Sans" panose="020B0606030504020204" pitchFamily="34" charset="0"/>
                <a:cs typeface="Open Sans" panose="020B0606030504020204" pitchFamily="34" charset="0"/>
              </a:defRPr>
            </a:lvl4pPr>
            <a:lvl5pPr marL="360000" indent="-180000" algn="l" defTabSz="270000" rtl="0" eaLnBrk="1" latinLnBrk="0" hangingPunct="1">
              <a:lnSpc>
                <a:spcPct val="100000"/>
              </a:lnSpc>
              <a:spcBef>
                <a:spcPts val="0"/>
              </a:spcBef>
              <a:spcAft>
                <a:spcPts val="600"/>
              </a:spcAft>
              <a:buClrTx/>
              <a:buFont typeface="Arial" panose="020B0604020202020204" pitchFamily="34" charset="0"/>
              <a:buChar char="•"/>
              <a:defRPr lang="en-GB" sz="1600" b="0" i="0" kern="1200" baseline="0" dirty="0">
                <a:solidFill>
                  <a:schemeClr val="tx1"/>
                </a:solidFill>
                <a:latin typeface="+mn-lt"/>
                <a:ea typeface="Open Sans" panose="020B0606030504020204" pitchFamily="34" charset="0"/>
                <a:cs typeface="Open Sans" panose="020B0606030504020204" pitchFamily="34" charset="0"/>
              </a:defRPr>
            </a:lvl5pPr>
            <a:lvl6pPr marL="810000" indent="-270000" algn="l" defTabSz="806846" rtl="0" eaLnBrk="1" latinLnBrk="0" hangingPunct="1">
              <a:lnSpc>
                <a:spcPct val="100000"/>
              </a:lnSpc>
              <a:spcBef>
                <a:spcPts val="0"/>
              </a:spcBef>
              <a:spcAft>
                <a:spcPts val="600"/>
              </a:spcAft>
              <a:buClrTx/>
              <a:buFont typeface="Arial" charset="0"/>
              <a:buChar char="•"/>
              <a:defRPr lang="en-US" sz="1600" b="0" i="0" kern="1200" baseline="0" dirty="0">
                <a:solidFill>
                  <a:schemeClr val="tx1"/>
                </a:solidFill>
                <a:latin typeface="+mn-lt"/>
                <a:ea typeface="Arial" panose="020B0604020202020204" pitchFamily="34" charset="0"/>
                <a:cs typeface="Arial" panose="020B0604020202020204" pitchFamily="34" charset="0"/>
              </a:defRPr>
            </a:lvl6pPr>
            <a:lvl7pPr marL="365760" indent="-182880" algn="l" defTabSz="806846" rtl="0" eaLnBrk="1" latinLnBrk="0" hangingPunct="1">
              <a:lnSpc>
                <a:spcPct val="100000"/>
              </a:lnSpc>
              <a:spcBef>
                <a:spcPts val="600"/>
              </a:spcBef>
              <a:spcAft>
                <a:spcPts val="0"/>
              </a:spcAft>
              <a:buFontTx/>
              <a:buNone/>
              <a:defRPr sz="1200" b="0" i="1" kern="1200">
                <a:solidFill>
                  <a:schemeClr val="accent2"/>
                </a:solidFill>
                <a:latin typeface="Arial" charset="0"/>
                <a:ea typeface="Arial" charset="0"/>
                <a:cs typeface="Arial" charset="0"/>
              </a:defRPr>
            </a:lvl7pPr>
            <a:lvl8pPr marL="365760" indent="-182880" algn="l" defTabSz="806846" rtl="0" eaLnBrk="1" latinLnBrk="0" hangingPunct="1">
              <a:lnSpc>
                <a:spcPct val="100000"/>
              </a:lnSpc>
              <a:spcBef>
                <a:spcPts val="600"/>
              </a:spcBef>
              <a:spcAft>
                <a:spcPts val="0"/>
              </a:spcAft>
              <a:buFontTx/>
              <a:buNone/>
              <a:defRPr sz="1200" b="1" i="0" kern="1200" cap="all" spc="30" baseline="0">
                <a:solidFill>
                  <a:schemeClr val="tx1"/>
                </a:solidFill>
                <a:latin typeface="Arial" charset="0"/>
                <a:ea typeface="Arial" charset="0"/>
                <a:cs typeface="Arial" charset="0"/>
              </a:defRPr>
            </a:lvl8pPr>
            <a:lvl9pPr marL="0" indent="0" algn="l" defTabSz="806846" rtl="0" eaLnBrk="1" latinLnBrk="0" hangingPunct="1">
              <a:lnSpc>
                <a:spcPct val="100000"/>
              </a:lnSpc>
              <a:spcBef>
                <a:spcPts val="1200"/>
              </a:spcBef>
              <a:spcAft>
                <a:spcPts val="0"/>
              </a:spcAft>
              <a:buFont typeface="Arial" charset="0"/>
              <a:buNone/>
              <a:defRPr sz="1200" b="1" i="0" kern="1200" cap="all" spc="50" baseline="0">
                <a:solidFill>
                  <a:schemeClr val="tx1"/>
                </a:solidFill>
                <a:latin typeface="+mn-lt"/>
                <a:ea typeface="Georgia" charset="0"/>
                <a:cs typeface="Georgia" charset="0"/>
              </a:defRPr>
            </a:lvl9pPr>
          </a:lstStyle>
          <a:p>
            <a:pPr marL="0" marR="0" lvl="0" indent="0" algn="l" defTabSz="270000" rtl="0" eaLnBrk="1" fontAlgn="auto" latinLnBrk="0" hangingPunct="1">
              <a:lnSpc>
                <a:spcPct val="90000"/>
              </a:lnSpc>
              <a:spcBef>
                <a:spcPct val="0"/>
              </a:spcBef>
              <a:spcAft>
                <a:spcPts val="1200"/>
              </a:spcAft>
              <a:buClrTx/>
              <a:buSzTx/>
              <a:buFont typeface="Arial" panose="020B0604020202020204" pitchFamily="34" charset="0"/>
              <a:buNone/>
              <a:tabLst/>
              <a:defRPr/>
            </a:pPr>
            <a:endParaRPr kumimoji="0" lang="fr-FR" sz="4800" b="0" i="0" u="none" strike="noStrike" kern="1200" cap="none" spc="0" normalizeH="0" baseline="0" noProof="0">
              <a:ln>
                <a:noFill/>
              </a:ln>
              <a:noFill/>
              <a:effectLst/>
              <a:uLnTx/>
              <a:uFillTx/>
              <a:latin typeface="Surt Normal" pitchFamily="50" charset="0"/>
            </a:endParaRPr>
          </a:p>
        </p:txBody>
      </p:sp>
      <p:sp>
        <p:nvSpPr>
          <p:cNvPr id="5" name="Title 4">
            <a:extLst>
              <a:ext uri="{FF2B5EF4-FFF2-40B4-BE49-F238E27FC236}">
                <a16:creationId xmlns:a16="http://schemas.microsoft.com/office/drawing/2014/main" id="{ADA5C9AC-8B45-0952-4491-CAF12425BB2F}"/>
              </a:ext>
            </a:extLst>
          </p:cNvPr>
          <p:cNvSpPr>
            <a:spLocks noGrp="1"/>
          </p:cNvSpPr>
          <p:nvPr>
            <p:ph type="title"/>
          </p:nvPr>
        </p:nvSpPr>
        <p:spPr>
          <a:xfrm>
            <a:off x="388963" y="1544638"/>
            <a:ext cx="11414074" cy="3768724"/>
          </a:xfrm>
        </p:spPr>
        <p:txBody>
          <a:bodyPr/>
          <a:lstStyle/>
          <a:p>
            <a:r>
              <a:rPr lang="en-IN"/>
              <a:t>Place headline </a:t>
            </a:r>
            <a:br>
              <a:rPr lang="en-IN"/>
            </a:br>
            <a:r>
              <a:rPr lang="en-IN"/>
              <a:t>here, lorem ipsum</a:t>
            </a:r>
          </a:p>
        </p:txBody>
      </p:sp>
      <p:sp>
        <p:nvSpPr>
          <p:cNvPr id="3" name="Footer Placeholder 2">
            <a:extLst>
              <a:ext uri="{FF2B5EF4-FFF2-40B4-BE49-F238E27FC236}">
                <a16:creationId xmlns:a16="http://schemas.microsoft.com/office/drawing/2014/main" id="{4EA1441B-5A5C-3174-96EF-508AFCB0489E}"/>
              </a:ext>
            </a:extLst>
          </p:cNvPr>
          <p:cNvSpPr>
            <a:spLocks noGrp="1"/>
          </p:cNvSpPr>
          <p:nvPr>
            <p:ph type="ftr" sz="quarter" idx="48"/>
          </p:nvPr>
        </p:nvSpPr>
        <p:spPr>
          <a:xfrm>
            <a:off x="8275638" y="6379844"/>
            <a:ext cx="3000375" cy="290039"/>
          </a:xfrm>
        </p:spPr>
        <p:txBody>
          <a:bodyPr/>
          <a:lstStyle/>
          <a:p>
            <a:r>
              <a:rPr lang="en-IN"/>
              <a:t>Footer</a:t>
            </a:r>
          </a:p>
        </p:txBody>
      </p:sp>
      <p:sp>
        <p:nvSpPr>
          <p:cNvPr id="4" name="Slide Number Placeholder 3">
            <a:extLst>
              <a:ext uri="{FF2B5EF4-FFF2-40B4-BE49-F238E27FC236}">
                <a16:creationId xmlns:a16="http://schemas.microsoft.com/office/drawing/2014/main" id="{09DDFBAB-69FD-124C-97F4-517C8E7566E5}"/>
              </a:ext>
            </a:extLst>
          </p:cNvPr>
          <p:cNvSpPr>
            <a:spLocks noGrp="1"/>
          </p:cNvSpPr>
          <p:nvPr>
            <p:ph type="sldNum" sz="quarter" idx="49"/>
          </p:nvPr>
        </p:nvSpPr>
        <p:spPr>
          <a:xfrm>
            <a:off x="11410950" y="6382384"/>
            <a:ext cx="395478" cy="290039"/>
          </a:xfrm>
        </p:spPr>
        <p:txBody>
          <a:bodyPr/>
          <a:lstStyle/>
          <a:p>
            <a:fld id="{85AC2185-BC10-47CC-BB5A-D3C63A4C1365}" type="slidenum">
              <a:rPr lang="en-IN" smtClean="0"/>
              <a:pPr/>
              <a:t>4</a:t>
            </a:fld>
            <a:endParaRPr lang="en-IN"/>
          </a:p>
        </p:txBody>
      </p:sp>
    </p:spTree>
    <p:extLst>
      <p:ext uri="{BB962C8B-B14F-4D97-AF65-F5344CB8AC3E}">
        <p14:creationId xmlns:p14="http://schemas.microsoft.com/office/powerpoint/2010/main" val="20998833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4320C58-CC58-68FD-215B-A37DADAD7A89}"/>
              </a:ext>
            </a:extLst>
          </p:cNvPr>
          <p:cNvSpPr>
            <a:spLocks noGrp="1"/>
          </p:cNvSpPr>
          <p:nvPr>
            <p:ph sz="quarter" idx="17"/>
          </p:nvPr>
        </p:nvSpPr>
        <p:spPr>
          <a:xfrm>
            <a:off x="385572" y="2450122"/>
            <a:ext cx="11114766" cy="3692770"/>
          </a:xfrm>
        </p:spPr>
        <p:txBody>
          <a:bodyPr numCol="2"/>
          <a:lstStyle/>
          <a:p>
            <a:pPr marL="114300" lvl="0" indent="-342900">
              <a:spcBef>
                <a:spcPts val="600"/>
              </a:spcBef>
              <a:buFont typeface="+mj-lt"/>
              <a:buAutoNum type="arabicPeriod"/>
            </a:pPr>
            <a:r>
              <a:rPr lang="en-US" sz="1100" dirty="0"/>
              <a:t>Locate the "Editing" Dropdown:</a:t>
            </a:r>
          </a:p>
          <a:p>
            <a:pPr marL="635000" lvl="1" indent="-298450">
              <a:spcBef>
                <a:spcPts val="600"/>
              </a:spcBef>
            </a:pPr>
            <a:r>
              <a:rPr lang="en-US" sz="900" dirty="0"/>
              <a:t>Look towards the top right corner of your PowerPoint Online screen.</a:t>
            </a:r>
          </a:p>
          <a:p>
            <a:pPr marL="635000" lvl="1" indent="-298450">
              <a:spcBef>
                <a:spcPts val="600"/>
              </a:spcBef>
            </a:pPr>
            <a:r>
              <a:rPr lang="en-US" sz="900" dirty="0"/>
              <a:t>You will usually see a button or dropdown menu that says "Editing”.</a:t>
            </a:r>
          </a:p>
          <a:p>
            <a:pPr marL="114300" lvl="0" indent="-342900">
              <a:spcBef>
                <a:spcPts val="600"/>
              </a:spcBef>
              <a:buFont typeface="+mj-lt"/>
              <a:buAutoNum type="arabicPeriod"/>
            </a:pPr>
            <a:r>
              <a:rPr lang="en-US" sz="1100" dirty="0"/>
              <a:t>Click the "Editing" Dropdown:</a:t>
            </a:r>
          </a:p>
          <a:p>
            <a:pPr marL="635000" lvl="1" indent="-277813">
              <a:spcBef>
                <a:spcPts val="600"/>
              </a:spcBef>
            </a:pPr>
            <a:r>
              <a:rPr lang="en-US" sz="900" dirty="0"/>
              <a:t>Click on this button. A menu will appear with different options.</a:t>
            </a:r>
          </a:p>
          <a:p>
            <a:pPr marL="114300" lvl="0" indent="-342900">
              <a:spcBef>
                <a:spcPts val="600"/>
              </a:spcBef>
              <a:buFont typeface="+mj-lt"/>
              <a:buAutoNum type="arabicPeriod"/>
            </a:pPr>
            <a:r>
              <a:rPr lang="en-US" sz="1100" dirty="0"/>
              <a:t>Select "Open in Desktop":</a:t>
            </a:r>
          </a:p>
          <a:p>
            <a:pPr marL="635000" lvl="1" indent="-298450">
              <a:spcBef>
                <a:spcPts val="600"/>
              </a:spcBef>
            </a:pPr>
            <a:r>
              <a:rPr lang="en-US" sz="900" dirty="0"/>
              <a:t>From the dropdown menu, select the option that says "Open in Desktop".</a:t>
            </a:r>
          </a:p>
          <a:p>
            <a:pPr marL="635000" lvl="1" indent="-298450">
              <a:spcBef>
                <a:spcPts val="600"/>
              </a:spcBef>
            </a:pPr>
            <a:r>
              <a:rPr lang="en-US" sz="900" i="1" dirty="0"/>
              <a:t>(See image below for visual reference - exact appearance may vary slightly based on browser/version)</a:t>
            </a:r>
          </a:p>
          <a:p>
            <a:pPr marL="635000" lvl="1" indent="-298450">
              <a:spcBef>
                <a:spcPts val="600"/>
              </a:spcBef>
            </a:pPr>
            <a:endParaRPr lang="en-US" sz="900" i="1" dirty="0"/>
          </a:p>
          <a:p>
            <a:pPr marL="635000" lvl="1" indent="-298450">
              <a:spcBef>
                <a:spcPts val="600"/>
              </a:spcBef>
            </a:pPr>
            <a:endParaRPr lang="en-US" sz="900" i="1" dirty="0"/>
          </a:p>
          <a:p>
            <a:pPr marL="635000" lvl="1" indent="-298450">
              <a:spcBef>
                <a:spcPts val="600"/>
              </a:spcBef>
            </a:pPr>
            <a:endParaRPr lang="en-US" sz="900" i="1" dirty="0"/>
          </a:p>
          <a:p>
            <a:pPr marL="635000" lvl="1" indent="-298450">
              <a:spcBef>
                <a:spcPts val="600"/>
              </a:spcBef>
            </a:pPr>
            <a:endParaRPr lang="en-US" sz="900" dirty="0"/>
          </a:p>
          <a:p>
            <a:pPr marL="336550" lvl="1" indent="0">
              <a:spcBef>
                <a:spcPts val="600"/>
              </a:spcBef>
              <a:buNone/>
            </a:pPr>
            <a:endParaRPr lang="en-US" sz="900" dirty="0"/>
          </a:p>
          <a:p>
            <a:pPr marL="635000" lvl="1" indent="-298450">
              <a:spcBef>
                <a:spcPts val="600"/>
              </a:spcBef>
            </a:pPr>
            <a:endParaRPr lang="en-US" sz="900" dirty="0"/>
          </a:p>
          <a:p>
            <a:pPr marL="635000" lvl="1" indent="-298450">
              <a:spcBef>
                <a:spcPts val="600"/>
              </a:spcBef>
            </a:pPr>
            <a:endParaRPr lang="en-US" sz="900" dirty="0"/>
          </a:p>
          <a:p>
            <a:pPr marL="635000" lvl="1" indent="-298450">
              <a:spcBef>
                <a:spcPts val="600"/>
              </a:spcBef>
            </a:pPr>
            <a:endParaRPr lang="en-US" sz="900" dirty="0"/>
          </a:p>
          <a:p>
            <a:pPr marL="635000" lvl="1" indent="-298450">
              <a:spcBef>
                <a:spcPts val="600"/>
              </a:spcBef>
            </a:pPr>
            <a:endParaRPr lang="en-US" sz="900" dirty="0"/>
          </a:p>
          <a:p>
            <a:pPr marL="114300" indent="-342900">
              <a:spcBef>
                <a:spcPts val="600"/>
              </a:spcBef>
              <a:buFont typeface="+mj-lt"/>
              <a:buAutoNum type="arabicPeriod"/>
              <a:defRPr/>
            </a:pPr>
            <a:r>
              <a:rPr lang="en-US" sz="1100" dirty="0"/>
              <a:t>Grant Permission (if prompted):</a:t>
            </a:r>
          </a:p>
          <a:p>
            <a:pPr marL="635000" lvl="1" indent="-298450">
              <a:spcBef>
                <a:spcPts val="600"/>
              </a:spcBef>
              <a:defRPr/>
            </a:pPr>
            <a:r>
              <a:rPr lang="en-US" sz="900" dirty="0"/>
              <a:t>Your web browser might ask for permission to open an application on your computer. Click "Open", "Allow", or "Launch Application" when prompted. This allows your browser to launch the PowerPoint Desktop app.</a:t>
            </a:r>
          </a:p>
          <a:p>
            <a:pPr marL="114300" lvl="0" indent="-342900">
              <a:spcBef>
                <a:spcPts val="600"/>
              </a:spcBef>
              <a:buFont typeface="+mj-lt"/>
              <a:buAutoNum type="arabicPeriod"/>
              <a:defRPr/>
            </a:pPr>
            <a:r>
              <a:rPr lang="en-US" sz="1100" dirty="0"/>
              <a:t>Confirm Font Availability:</a:t>
            </a:r>
          </a:p>
          <a:p>
            <a:pPr marL="635000" lvl="1" indent="-298450">
              <a:spcBef>
                <a:spcPts val="600"/>
              </a:spcBef>
              <a:defRPr/>
            </a:pPr>
            <a:r>
              <a:rPr lang="en-US" sz="900" dirty="0"/>
              <a:t>The presentation will now open in the full desktop application on your computer.</a:t>
            </a:r>
          </a:p>
          <a:p>
            <a:pPr marL="635000" lvl="1" indent="-298450">
              <a:spcBef>
                <a:spcPts val="600"/>
              </a:spcBef>
              <a:defRPr/>
            </a:pPr>
            <a:r>
              <a:rPr lang="en-US" sz="900" dirty="0"/>
              <a:t>Once open, go to the "Home" tab.</a:t>
            </a:r>
          </a:p>
          <a:p>
            <a:pPr marL="635000" lvl="1" indent="-298450">
              <a:spcBef>
                <a:spcPts val="600"/>
              </a:spcBef>
              <a:defRPr/>
            </a:pPr>
            <a:r>
              <a:rPr lang="en-US" sz="900" dirty="0"/>
              <a:t>Click on the font dropdown menu, and you should now see "Surt" available for selection.</a:t>
            </a:r>
          </a:p>
          <a:p>
            <a:pPr marL="635000" lvl="1" indent="-298450">
              <a:spcBef>
                <a:spcPts val="600"/>
              </a:spcBef>
              <a:defRPr/>
            </a:pPr>
            <a:r>
              <a:rPr lang="en-US" sz="900" dirty="0"/>
              <a:t>If not available, please contact your IT department for support downloading the font onto your device.</a:t>
            </a:r>
          </a:p>
          <a:p>
            <a:pPr marL="114300" lvl="0" indent="-342900">
              <a:spcBef>
                <a:spcPts val="600"/>
              </a:spcBef>
              <a:buFont typeface="+mj-lt"/>
              <a:buAutoNum type="arabicPeriod"/>
              <a:defRPr/>
            </a:pPr>
            <a:r>
              <a:rPr lang="en-US" sz="1100" dirty="0"/>
              <a:t>Edit and Save:</a:t>
            </a:r>
          </a:p>
          <a:p>
            <a:pPr marL="635000" lvl="1" indent="-298450">
              <a:spcBef>
                <a:spcPts val="600"/>
              </a:spcBef>
              <a:defRPr/>
            </a:pPr>
            <a:r>
              <a:rPr lang="en-US" sz="900" dirty="0"/>
              <a:t>Make your desired changes, applying the "Surt" font as needed.</a:t>
            </a:r>
          </a:p>
          <a:p>
            <a:pPr marL="635000" lvl="1" indent="-298450">
              <a:spcBef>
                <a:spcPts val="600"/>
              </a:spcBef>
              <a:defRPr/>
            </a:pPr>
            <a:r>
              <a:rPr lang="en-US" sz="900" dirty="0"/>
              <a:t>Collaboration is supported in the Desktop Application, so multiple users can edit simultaneously. When you save, PowerPoint Desktop will automatically save the changes to its original location in OneDrive or SharePoint.</a:t>
            </a:r>
          </a:p>
          <a:p>
            <a:pPr marL="635000" lvl="1" indent="-298450">
              <a:spcBef>
                <a:spcPts val="600"/>
              </a:spcBef>
            </a:pPr>
            <a:endParaRPr lang="en-US" sz="900" dirty="0"/>
          </a:p>
          <a:p>
            <a:pPr marL="635000" lvl="1" indent="-298450">
              <a:spcBef>
                <a:spcPts val="600"/>
              </a:spcBef>
            </a:pPr>
            <a:endParaRPr lang="en-US" sz="900" dirty="0"/>
          </a:p>
          <a:p>
            <a:pPr>
              <a:spcBef>
                <a:spcPts val="600"/>
              </a:spcBef>
            </a:pPr>
            <a:endParaRPr lang="en-US" sz="1200" dirty="0"/>
          </a:p>
          <a:p>
            <a:endParaRPr lang="en-US" sz="1800" dirty="0"/>
          </a:p>
        </p:txBody>
      </p:sp>
      <p:sp>
        <p:nvSpPr>
          <p:cNvPr id="3" name="Title 2">
            <a:extLst>
              <a:ext uri="{FF2B5EF4-FFF2-40B4-BE49-F238E27FC236}">
                <a16:creationId xmlns:a16="http://schemas.microsoft.com/office/drawing/2014/main" id="{F6721676-CB46-3C48-D09D-ECC8632ACC31}"/>
              </a:ext>
            </a:extLst>
          </p:cNvPr>
          <p:cNvSpPr>
            <a:spLocks noGrp="1"/>
          </p:cNvSpPr>
          <p:nvPr>
            <p:ph type="title"/>
          </p:nvPr>
        </p:nvSpPr>
        <p:spPr/>
        <p:txBody>
          <a:bodyPr/>
          <a:lstStyle/>
          <a:p>
            <a:r>
              <a:rPr lang="en-US" dirty="0"/>
              <a:t>Brand Font Usage</a:t>
            </a:r>
          </a:p>
        </p:txBody>
      </p:sp>
      <p:sp>
        <p:nvSpPr>
          <p:cNvPr id="4" name="Text Placeholder 3">
            <a:extLst>
              <a:ext uri="{FF2B5EF4-FFF2-40B4-BE49-F238E27FC236}">
                <a16:creationId xmlns:a16="http://schemas.microsoft.com/office/drawing/2014/main" id="{C79AD1F7-6C05-B688-B979-0A6E3B13892F}"/>
              </a:ext>
            </a:extLst>
          </p:cNvPr>
          <p:cNvSpPr>
            <a:spLocks noGrp="1"/>
          </p:cNvSpPr>
          <p:nvPr>
            <p:ph type="body" sz="quarter" idx="14"/>
          </p:nvPr>
        </p:nvSpPr>
        <p:spPr>
          <a:xfrm>
            <a:off x="385571" y="1122679"/>
            <a:ext cx="10890441" cy="1327443"/>
          </a:xfrm>
        </p:spPr>
        <p:txBody>
          <a:bodyPr/>
          <a:lstStyle/>
          <a:p>
            <a:r>
              <a:rPr lang="en-US" sz="1200" dirty="0"/>
              <a:t>Our preferred typeface across all communications is Surt. In cases where Surt is unavailable—such as when collaborating on an online document — the system typeface Aptos should be used as a fallback.</a:t>
            </a:r>
          </a:p>
          <a:p>
            <a:r>
              <a:rPr lang="en-US" sz="1200" dirty="0"/>
              <a:t>When collaborating within files on OneDrive/SharePoint, it is best to use the desktop app rather than the web version whenever possible, so that the fonts and formatting remain consistent, and so that Surt is available. See instructions below on how to use the desktop app.</a:t>
            </a:r>
          </a:p>
          <a:p>
            <a:endParaRPr lang="en-US" sz="1200" dirty="0"/>
          </a:p>
          <a:p>
            <a:endParaRPr lang="en-US" sz="1200" dirty="0"/>
          </a:p>
        </p:txBody>
      </p:sp>
      <p:sp>
        <p:nvSpPr>
          <p:cNvPr id="5" name="Footer Placeholder 4">
            <a:extLst>
              <a:ext uri="{FF2B5EF4-FFF2-40B4-BE49-F238E27FC236}">
                <a16:creationId xmlns:a16="http://schemas.microsoft.com/office/drawing/2014/main" id="{18A472BC-38FA-0281-BDB6-2723020E58D6}"/>
              </a:ext>
            </a:extLst>
          </p:cNvPr>
          <p:cNvSpPr>
            <a:spLocks noGrp="1"/>
          </p:cNvSpPr>
          <p:nvPr>
            <p:ph type="ftr" sz="quarter" idx="18"/>
          </p:nvPr>
        </p:nvSpPr>
        <p:spPr/>
        <p:txBody>
          <a:bodyPr/>
          <a:lstStyle/>
          <a:p>
            <a:r>
              <a:rPr lang="en-US"/>
              <a:t>Footer</a:t>
            </a:r>
            <a:endParaRPr lang="en-IN"/>
          </a:p>
        </p:txBody>
      </p:sp>
      <p:sp>
        <p:nvSpPr>
          <p:cNvPr id="6" name="Slide Number Placeholder 5">
            <a:extLst>
              <a:ext uri="{FF2B5EF4-FFF2-40B4-BE49-F238E27FC236}">
                <a16:creationId xmlns:a16="http://schemas.microsoft.com/office/drawing/2014/main" id="{BCDF04E5-758D-38C6-C298-35BE194FECD2}"/>
              </a:ext>
            </a:extLst>
          </p:cNvPr>
          <p:cNvSpPr>
            <a:spLocks noGrp="1"/>
          </p:cNvSpPr>
          <p:nvPr>
            <p:ph type="sldNum" sz="quarter" idx="19"/>
          </p:nvPr>
        </p:nvSpPr>
        <p:spPr/>
        <p:txBody>
          <a:bodyPr/>
          <a:lstStyle/>
          <a:p>
            <a:fld id="{85AC2185-BC10-47CC-BB5A-D3C63A4C1365}" type="slidenum">
              <a:rPr lang="en-IN" smtClean="0"/>
              <a:pPr/>
              <a:t>5</a:t>
            </a:fld>
            <a:endParaRPr lang="en-IN"/>
          </a:p>
        </p:txBody>
      </p:sp>
      <p:pic>
        <p:nvPicPr>
          <p:cNvPr id="7" name="Picture 6">
            <a:extLst>
              <a:ext uri="{FF2B5EF4-FFF2-40B4-BE49-F238E27FC236}">
                <a16:creationId xmlns:a16="http://schemas.microsoft.com/office/drawing/2014/main" id="{C00D5328-B2A2-8DDF-5242-5C426611E1B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683317" y="5142850"/>
            <a:ext cx="2215780" cy="1000042"/>
          </a:xfrm>
          <a:prstGeom prst="rect">
            <a:avLst/>
          </a:prstGeom>
        </p:spPr>
      </p:pic>
    </p:spTree>
    <p:extLst>
      <p:ext uri="{BB962C8B-B14F-4D97-AF65-F5344CB8AC3E}">
        <p14:creationId xmlns:p14="http://schemas.microsoft.com/office/powerpoint/2010/main" val="34479344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BADC8A8-B3C6-67CB-994E-8AB04633E146}"/>
              </a:ext>
            </a:extLst>
          </p:cNvPr>
          <p:cNvSpPr>
            <a:spLocks noGrp="1"/>
          </p:cNvSpPr>
          <p:nvPr>
            <p:ph type="ftr" sz="quarter" idx="18"/>
          </p:nvPr>
        </p:nvSpPr>
        <p:spPr>
          <a:xfrm>
            <a:off x="8275638" y="6379844"/>
            <a:ext cx="3000375" cy="290039"/>
          </a:xfrm>
        </p:spPr>
        <p:txBody>
          <a:bodyPr/>
          <a:lstStyle/>
          <a:p>
            <a:r>
              <a:rPr lang="en-IN" sz="700"/>
              <a:t>Footer</a:t>
            </a:r>
          </a:p>
        </p:txBody>
      </p:sp>
      <p:sp>
        <p:nvSpPr>
          <p:cNvPr id="3" name="Slide Number Placeholder 2">
            <a:extLst>
              <a:ext uri="{FF2B5EF4-FFF2-40B4-BE49-F238E27FC236}">
                <a16:creationId xmlns:a16="http://schemas.microsoft.com/office/drawing/2014/main" id="{B3E1C7B4-4112-24B0-AC67-58B1B6C5DE9C}"/>
              </a:ext>
            </a:extLst>
          </p:cNvPr>
          <p:cNvSpPr>
            <a:spLocks noGrp="1"/>
          </p:cNvSpPr>
          <p:nvPr>
            <p:ph type="sldNum" sz="quarter" idx="19"/>
          </p:nvPr>
        </p:nvSpPr>
        <p:spPr>
          <a:xfrm>
            <a:off x="11410950" y="6382384"/>
            <a:ext cx="395478" cy="290039"/>
          </a:xfrm>
        </p:spPr>
        <p:txBody>
          <a:bodyPr/>
          <a:lstStyle/>
          <a:p>
            <a:fld id="{85AC2185-BC10-47CC-BB5A-D3C63A4C1365}" type="slidenum">
              <a:rPr lang="en-IN" smtClean="0"/>
              <a:pPr/>
              <a:t>6</a:t>
            </a:fld>
            <a:endParaRPr lang="en-IN"/>
          </a:p>
        </p:txBody>
      </p:sp>
      <p:sp>
        <p:nvSpPr>
          <p:cNvPr id="7" name="Content Placeholder 6">
            <a:extLst>
              <a:ext uri="{FF2B5EF4-FFF2-40B4-BE49-F238E27FC236}">
                <a16:creationId xmlns:a16="http://schemas.microsoft.com/office/drawing/2014/main" id="{DDA87767-48D2-CA24-7D6C-2638AEB4DD9C}"/>
              </a:ext>
            </a:extLst>
          </p:cNvPr>
          <p:cNvSpPr>
            <a:spLocks noGrp="1"/>
          </p:cNvSpPr>
          <p:nvPr>
            <p:ph sz="quarter" idx="17"/>
          </p:nvPr>
        </p:nvSpPr>
        <p:spPr/>
        <p:txBody>
          <a:bodyPr/>
          <a:lstStyle/>
          <a:p>
            <a:pPr lvl="1"/>
            <a:r>
              <a:rPr lang="en-IN" sz="1400">
                <a:solidFill>
                  <a:schemeClr val="tx2"/>
                </a:solidFill>
              </a:rPr>
              <a:t>Lorem ipsum </a:t>
            </a:r>
            <a:r>
              <a:rPr lang="en-IN" sz="1400" err="1">
                <a:solidFill>
                  <a:schemeClr val="tx2"/>
                </a:solidFill>
              </a:rPr>
              <a:t>dolor</a:t>
            </a:r>
            <a:r>
              <a:rPr lang="en-IN" sz="1400">
                <a:solidFill>
                  <a:schemeClr val="tx2"/>
                </a:solidFill>
              </a:rPr>
              <a:t> sit </a:t>
            </a:r>
            <a:r>
              <a:rPr lang="en-IN" sz="1400" err="1">
                <a:solidFill>
                  <a:schemeClr val="tx2"/>
                </a:solidFill>
              </a:rPr>
              <a:t>amet</a:t>
            </a:r>
            <a:r>
              <a:rPr lang="en-IN" sz="1400">
                <a:solidFill>
                  <a:schemeClr val="tx2"/>
                </a:solidFill>
              </a:rPr>
              <a:t> </a:t>
            </a:r>
            <a:r>
              <a:rPr lang="en-IN" sz="1400" err="1">
                <a:solidFill>
                  <a:schemeClr val="tx2"/>
                </a:solidFill>
              </a:rPr>
              <a:t>consectetur</a:t>
            </a:r>
            <a:r>
              <a:rPr lang="en-IN" sz="1400">
                <a:solidFill>
                  <a:schemeClr val="tx2"/>
                </a:solidFill>
              </a:rPr>
              <a:t> </a:t>
            </a:r>
            <a:r>
              <a:rPr lang="en-IN" sz="1400" err="1">
                <a:solidFill>
                  <a:schemeClr val="tx2"/>
                </a:solidFill>
              </a:rPr>
              <a:t>adipiscing</a:t>
            </a:r>
            <a:r>
              <a:rPr lang="en-IN" sz="1400">
                <a:solidFill>
                  <a:schemeClr val="tx2"/>
                </a:solidFill>
              </a:rPr>
              <a:t> </a:t>
            </a:r>
            <a:r>
              <a:rPr lang="en-IN" sz="1400" err="1">
                <a:solidFill>
                  <a:schemeClr val="tx2"/>
                </a:solidFill>
              </a:rPr>
              <a:t>elit</a:t>
            </a:r>
            <a:r>
              <a:rPr lang="en-IN" sz="1400">
                <a:solidFill>
                  <a:schemeClr val="tx2"/>
                </a:solidFill>
              </a:rPr>
              <a:t>. </a:t>
            </a:r>
            <a:r>
              <a:rPr lang="en-IN" sz="1400" err="1">
                <a:solidFill>
                  <a:schemeClr val="tx2"/>
                </a:solidFill>
              </a:rPr>
              <a:t>Quisque</a:t>
            </a:r>
            <a:r>
              <a:rPr lang="en-IN" sz="1400">
                <a:solidFill>
                  <a:schemeClr val="tx2"/>
                </a:solidFill>
              </a:rPr>
              <a:t> </a:t>
            </a:r>
            <a:r>
              <a:rPr lang="en-IN" sz="1400" err="1">
                <a:solidFill>
                  <a:schemeClr val="tx2"/>
                </a:solidFill>
              </a:rPr>
              <a:t>faucibus</a:t>
            </a:r>
            <a:r>
              <a:rPr lang="en-IN" sz="1400">
                <a:solidFill>
                  <a:schemeClr val="tx2"/>
                </a:solidFill>
              </a:rPr>
              <a:t> ex </a:t>
            </a:r>
            <a:r>
              <a:rPr lang="en-IN" sz="1400" err="1">
                <a:solidFill>
                  <a:schemeClr val="tx2"/>
                </a:solidFill>
              </a:rPr>
              <a:t>sapien</a:t>
            </a:r>
            <a:r>
              <a:rPr lang="en-IN" sz="1400">
                <a:solidFill>
                  <a:schemeClr val="tx2"/>
                </a:solidFill>
              </a:rPr>
              <a:t> vitae </a:t>
            </a:r>
            <a:br>
              <a:rPr lang="en-IN" sz="1400">
                <a:solidFill>
                  <a:schemeClr val="tx2"/>
                </a:solidFill>
              </a:rPr>
            </a:br>
            <a:r>
              <a:rPr lang="en-IN" sz="1400" err="1">
                <a:solidFill>
                  <a:schemeClr val="tx2"/>
                </a:solidFill>
              </a:rPr>
              <a:t>pellentesque</a:t>
            </a:r>
            <a:r>
              <a:rPr lang="en-IN" sz="1400">
                <a:solidFill>
                  <a:schemeClr val="tx2"/>
                </a:solidFill>
              </a:rPr>
              <a:t> </a:t>
            </a:r>
            <a:r>
              <a:rPr lang="en-IN" sz="1400" err="1">
                <a:solidFill>
                  <a:schemeClr val="tx2"/>
                </a:solidFill>
              </a:rPr>
              <a:t>sem</a:t>
            </a:r>
            <a:r>
              <a:rPr lang="en-IN" sz="1400">
                <a:solidFill>
                  <a:schemeClr val="tx2"/>
                </a:solidFill>
              </a:rPr>
              <a:t> </a:t>
            </a:r>
            <a:r>
              <a:rPr lang="en-IN" sz="1400" err="1">
                <a:solidFill>
                  <a:schemeClr val="tx2"/>
                </a:solidFill>
              </a:rPr>
              <a:t>placerat</a:t>
            </a:r>
            <a:r>
              <a:rPr lang="en-IN" sz="1400">
                <a:solidFill>
                  <a:schemeClr val="tx2"/>
                </a:solidFill>
              </a:rPr>
              <a:t>. In id cursus mi </a:t>
            </a:r>
            <a:r>
              <a:rPr lang="en-IN" sz="1400" err="1">
                <a:solidFill>
                  <a:schemeClr val="tx2"/>
                </a:solidFill>
              </a:rPr>
              <a:t>pretium</a:t>
            </a:r>
            <a:r>
              <a:rPr lang="en-IN" sz="1400">
                <a:solidFill>
                  <a:schemeClr val="tx2"/>
                </a:solidFill>
              </a:rPr>
              <a:t> </a:t>
            </a:r>
            <a:r>
              <a:rPr lang="en-IN" sz="1400" err="1">
                <a:solidFill>
                  <a:schemeClr val="tx2"/>
                </a:solidFill>
              </a:rPr>
              <a:t>tellus</a:t>
            </a:r>
            <a:r>
              <a:rPr lang="en-IN" sz="1400">
                <a:solidFill>
                  <a:schemeClr val="tx2"/>
                </a:solidFill>
              </a:rPr>
              <a:t> </a:t>
            </a:r>
            <a:r>
              <a:rPr lang="en-IN" sz="1400" err="1">
                <a:solidFill>
                  <a:schemeClr val="tx2"/>
                </a:solidFill>
              </a:rPr>
              <a:t>duis</a:t>
            </a:r>
            <a:r>
              <a:rPr lang="en-IN" sz="1400">
                <a:solidFill>
                  <a:schemeClr val="tx2"/>
                </a:solidFill>
              </a:rPr>
              <a:t> convallis. Tempus </a:t>
            </a:r>
            <a:r>
              <a:rPr lang="en-IN" sz="1400" err="1">
                <a:solidFill>
                  <a:schemeClr val="tx2"/>
                </a:solidFill>
              </a:rPr>
              <a:t>leo</a:t>
            </a:r>
            <a:r>
              <a:rPr lang="en-IN" sz="1400">
                <a:solidFill>
                  <a:schemeClr val="tx2"/>
                </a:solidFill>
              </a:rPr>
              <a:t> </a:t>
            </a:r>
            <a:r>
              <a:rPr lang="en-IN" sz="1400" err="1">
                <a:solidFill>
                  <a:schemeClr val="tx2"/>
                </a:solidFill>
              </a:rPr>
              <a:t>eu</a:t>
            </a:r>
            <a:r>
              <a:rPr lang="en-IN" sz="1400">
                <a:solidFill>
                  <a:schemeClr val="tx2"/>
                </a:solidFill>
              </a:rPr>
              <a:t> </a:t>
            </a:r>
            <a:r>
              <a:rPr lang="en-IN" sz="1400" err="1">
                <a:solidFill>
                  <a:schemeClr val="tx2"/>
                </a:solidFill>
              </a:rPr>
              <a:t>aenean</a:t>
            </a:r>
            <a:r>
              <a:rPr lang="en-IN" sz="1400">
                <a:solidFill>
                  <a:schemeClr val="tx2"/>
                </a:solidFill>
              </a:rPr>
              <a:t> </a:t>
            </a:r>
            <a:br>
              <a:rPr lang="en-IN" sz="1400">
                <a:solidFill>
                  <a:schemeClr val="tx2"/>
                </a:solidFill>
              </a:rPr>
            </a:br>
            <a:r>
              <a:rPr lang="en-IN" sz="1400" err="1">
                <a:solidFill>
                  <a:schemeClr val="tx2"/>
                </a:solidFill>
              </a:rPr>
              <a:t>sed</a:t>
            </a:r>
            <a:r>
              <a:rPr lang="en-IN" sz="1400">
                <a:solidFill>
                  <a:schemeClr val="tx2"/>
                </a:solidFill>
              </a:rPr>
              <a:t> </a:t>
            </a:r>
            <a:r>
              <a:rPr lang="en-IN" sz="1400" err="1">
                <a:solidFill>
                  <a:schemeClr val="tx2"/>
                </a:solidFill>
              </a:rPr>
              <a:t>diam</a:t>
            </a:r>
            <a:r>
              <a:rPr lang="en-IN" sz="1400">
                <a:solidFill>
                  <a:schemeClr val="tx2"/>
                </a:solidFill>
              </a:rPr>
              <a:t> </a:t>
            </a:r>
            <a:r>
              <a:rPr lang="en-IN" sz="1400" err="1">
                <a:solidFill>
                  <a:schemeClr val="tx2"/>
                </a:solidFill>
              </a:rPr>
              <a:t>urna</a:t>
            </a:r>
            <a:r>
              <a:rPr lang="en-IN" sz="1400">
                <a:solidFill>
                  <a:schemeClr val="tx2"/>
                </a:solidFill>
              </a:rPr>
              <a:t> </a:t>
            </a:r>
            <a:r>
              <a:rPr lang="en-IN" sz="1400" err="1">
                <a:solidFill>
                  <a:schemeClr val="tx2"/>
                </a:solidFill>
              </a:rPr>
              <a:t>tempor</a:t>
            </a:r>
            <a:r>
              <a:rPr lang="en-IN" sz="1400">
                <a:solidFill>
                  <a:schemeClr val="tx2"/>
                </a:solidFill>
              </a:rPr>
              <a:t>. Pulvinar </a:t>
            </a:r>
            <a:r>
              <a:rPr lang="en-IN" sz="1400" err="1">
                <a:solidFill>
                  <a:schemeClr val="tx2"/>
                </a:solidFill>
              </a:rPr>
              <a:t>vivamus</a:t>
            </a:r>
            <a:r>
              <a:rPr lang="en-IN" sz="1400">
                <a:solidFill>
                  <a:schemeClr val="tx2"/>
                </a:solidFill>
              </a:rPr>
              <a:t> </a:t>
            </a:r>
            <a:r>
              <a:rPr lang="en-IN" sz="1400" err="1">
                <a:solidFill>
                  <a:schemeClr val="tx2"/>
                </a:solidFill>
              </a:rPr>
              <a:t>fringilla</a:t>
            </a:r>
            <a:r>
              <a:rPr lang="en-IN" sz="1400">
                <a:solidFill>
                  <a:schemeClr val="tx2"/>
                </a:solidFill>
              </a:rPr>
              <a:t> </a:t>
            </a:r>
            <a:r>
              <a:rPr lang="en-IN" sz="1400" err="1">
                <a:solidFill>
                  <a:schemeClr val="tx2"/>
                </a:solidFill>
              </a:rPr>
              <a:t>lacus</a:t>
            </a:r>
            <a:r>
              <a:rPr lang="en-IN" sz="1400">
                <a:solidFill>
                  <a:schemeClr val="tx2"/>
                </a:solidFill>
              </a:rPr>
              <a:t> nec </a:t>
            </a:r>
            <a:r>
              <a:rPr lang="en-IN" sz="1400" err="1">
                <a:solidFill>
                  <a:schemeClr val="tx2"/>
                </a:solidFill>
              </a:rPr>
              <a:t>metus</a:t>
            </a:r>
            <a:r>
              <a:rPr lang="en-IN" sz="1400">
                <a:solidFill>
                  <a:schemeClr val="tx2"/>
                </a:solidFill>
              </a:rPr>
              <a:t> </a:t>
            </a:r>
            <a:r>
              <a:rPr lang="en-IN" sz="1400" err="1">
                <a:solidFill>
                  <a:schemeClr val="tx2"/>
                </a:solidFill>
              </a:rPr>
              <a:t>bibendum</a:t>
            </a:r>
            <a:r>
              <a:rPr lang="en-IN" sz="1400">
                <a:solidFill>
                  <a:schemeClr val="tx2"/>
                </a:solidFill>
              </a:rPr>
              <a:t> </a:t>
            </a:r>
            <a:r>
              <a:rPr lang="en-IN" sz="1400" err="1">
                <a:solidFill>
                  <a:schemeClr val="tx2"/>
                </a:solidFill>
              </a:rPr>
              <a:t>egestas</a:t>
            </a:r>
            <a:r>
              <a:rPr lang="en-IN" sz="1400">
                <a:solidFill>
                  <a:schemeClr val="tx2"/>
                </a:solidFill>
              </a:rPr>
              <a:t>. </a:t>
            </a:r>
            <a:r>
              <a:rPr lang="en-IN" sz="1400" err="1">
                <a:solidFill>
                  <a:schemeClr val="tx2"/>
                </a:solidFill>
              </a:rPr>
              <a:t>Iaculis</a:t>
            </a:r>
            <a:r>
              <a:rPr lang="en-IN" sz="1400">
                <a:solidFill>
                  <a:schemeClr val="tx2"/>
                </a:solidFill>
              </a:rPr>
              <a:t> </a:t>
            </a:r>
            <a:r>
              <a:rPr lang="en-IN" sz="1400" err="1">
                <a:solidFill>
                  <a:schemeClr val="tx2"/>
                </a:solidFill>
              </a:rPr>
              <a:t>massa</a:t>
            </a:r>
            <a:r>
              <a:rPr lang="en-IN" sz="1400">
                <a:solidFill>
                  <a:schemeClr val="tx2"/>
                </a:solidFill>
              </a:rPr>
              <a:t> </a:t>
            </a:r>
            <a:br>
              <a:rPr lang="en-IN" sz="1400">
                <a:solidFill>
                  <a:schemeClr val="tx2"/>
                </a:solidFill>
              </a:rPr>
            </a:br>
            <a:r>
              <a:rPr lang="en-IN" sz="1400" err="1">
                <a:solidFill>
                  <a:schemeClr val="tx2"/>
                </a:solidFill>
              </a:rPr>
              <a:t>nisl</a:t>
            </a:r>
            <a:r>
              <a:rPr lang="en-IN" sz="1400">
                <a:solidFill>
                  <a:schemeClr val="tx2"/>
                </a:solidFill>
              </a:rPr>
              <a:t> </a:t>
            </a:r>
            <a:r>
              <a:rPr lang="en-IN" sz="1400" err="1">
                <a:solidFill>
                  <a:schemeClr val="tx2"/>
                </a:solidFill>
              </a:rPr>
              <a:t>malesuada</a:t>
            </a:r>
            <a:r>
              <a:rPr lang="en-IN" sz="1400">
                <a:solidFill>
                  <a:schemeClr val="tx2"/>
                </a:solidFill>
              </a:rPr>
              <a:t> lacinia integer nunc </a:t>
            </a:r>
            <a:r>
              <a:rPr lang="en-IN" sz="1400" err="1">
                <a:solidFill>
                  <a:schemeClr val="tx2"/>
                </a:solidFill>
              </a:rPr>
              <a:t>posuere</a:t>
            </a:r>
            <a:r>
              <a:rPr lang="en-IN" sz="1400">
                <a:solidFill>
                  <a:schemeClr val="tx2"/>
                </a:solidFill>
              </a:rPr>
              <a:t>. Ut </a:t>
            </a:r>
            <a:r>
              <a:rPr lang="en-IN" sz="1400" err="1">
                <a:solidFill>
                  <a:schemeClr val="tx2"/>
                </a:solidFill>
              </a:rPr>
              <a:t>hendrerit</a:t>
            </a:r>
            <a:r>
              <a:rPr lang="en-IN" sz="1400">
                <a:solidFill>
                  <a:schemeClr val="tx2"/>
                </a:solidFill>
              </a:rPr>
              <a:t> semper </a:t>
            </a:r>
            <a:r>
              <a:rPr lang="en-IN" sz="1400" err="1">
                <a:solidFill>
                  <a:schemeClr val="tx2"/>
                </a:solidFill>
              </a:rPr>
              <a:t>vel</a:t>
            </a:r>
            <a:r>
              <a:rPr lang="en-IN" sz="1400">
                <a:solidFill>
                  <a:schemeClr val="tx2"/>
                </a:solidFill>
              </a:rPr>
              <a:t> class </a:t>
            </a:r>
            <a:r>
              <a:rPr lang="en-IN" sz="1400" err="1">
                <a:solidFill>
                  <a:schemeClr val="tx2"/>
                </a:solidFill>
              </a:rPr>
              <a:t>aptent</a:t>
            </a:r>
            <a:r>
              <a:rPr lang="en-IN" sz="1400">
                <a:solidFill>
                  <a:schemeClr val="tx2"/>
                </a:solidFill>
              </a:rPr>
              <a:t> </a:t>
            </a:r>
            <a:r>
              <a:rPr lang="en-IN" sz="1400" err="1">
                <a:solidFill>
                  <a:schemeClr val="tx2"/>
                </a:solidFill>
              </a:rPr>
              <a:t>taciti</a:t>
            </a:r>
            <a:r>
              <a:rPr lang="en-IN" sz="1400">
                <a:solidFill>
                  <a:schemeClr val="tx2"/>
                </a:solidFill>
              </a:rPr>
              <a:t> </a:t>
            </a:r>
            <a:r>
              <a:rPr lang="en-IN" sz="1400" err="1">
                <a:solidFill>
                  <a:schemeClr val="tx2"/>
                </a:solidFill>
              </a:rPr>
              <a:t>sociosqu</a:t>
            </a:r>
            <a:r>
              <a:rPr lang="en-IN" sz="1400">
                <a:solidFill>
                  <a:schemeClr val="tx2"/>
                </a:solidFill>
              </a:rPr>
              <a:t>.</a:t>
            </a:r>
          </a:p>
          <a:p>
            <a:pPr lvl="1"/>
            <a:r>
              <a:rPr lang="en-IN" sz="1400">
                <a:solidFill>
                  <a:schemeClr val="tx2"/>
                </a:solidFill>
              </a:rPr>
              <a:t>Lorem ipsum </a:t>
            </a:r>
            <a:r>
              <a:rPr lang="en-IN" sz="1400" err="1">
                <a:solidFill>
                  <a:schemeClr val="tx2"/>
                </a:solidFill>
              </a:rPr>
              <a:t>dolor</a:t>
            </a:r>
            <a:r>
              <a:rPr lang="en-IN" sz="1400">
                <a:solidFill>
                  <a:schemeClr val="tx2"/>
                </a:solidFill>
              </a:rPr>
              <a:t> sit </a:t>
            </a:r>
            <a:r>
              <a:rPr lang="en-IN" sz="1400" err="1">
                <a:solidFill>
                  <a:schemeClr val="tx2"/>
                </a:solidFill>
              </a:rPr>
              <a:t>amet</a:t>
            </a:r>
            <a:r>
              <a:rPr lang="en-IN" sz="1400">
                <a:solidFill>
                  <a:schemeClr val="tx2"/>
                </a:solidFill>
              </a:rPr>
              <a:t> </a:t>
            </a:r>
            <a:r>
              <a:rPr lang="en-IN" sz="1400" err="1">
                <a:solidFill>
                  <a:schemeClr val="tx2"/>
                </a:solidFill>
              </a:rPr>
              <a:t>consectetur</a:t>
            </a:r>
            <a:r>
              <a:rPr lang="en-IN" sz="1400">
                <a:solidFill>
                  <a:schemeClr val="tx2"/>
                </a:solidFill>
              </a:rPr>
              <a:t> </a:t>
            </a:r>
            <a:r>
              <a:rPr lang="en-IN" sz="1400" err="1">
                <a:solidFill>
                  <a:schemeClr val="tx2"/>
                </a:solidFill>
              </a:rPr>
              <a:t>adipiscing</a:t>
            </a:r>
            <a:r>
              <a:rPr lang="en-IN" sz="1400">
                <a:solidFill>
                  <a:schemeClr val="tx2"/>
                </a:solidFill>
              </a:rPr>
              <a:t> </a:t>
            </a:r>
            <a:r>
              <a:rPr lang="en-IN" sz="1400" err="1">
                <a:solidFill>
                  <a:schemeClr val="tx2"/>
                </a:solidFill>
              </a:rPr>
              <a:t>elit</a:t>
            </a:r>
            <a:r>
              <a:rPr lang="en-IN" sz="1400">
                <a:solidFill>
                  <a:schemeClr val="tx2"/>
                </a:solidFill>
              </a:rPr>
              <a:t>. </a:t>
            </a:r>
            <a:r>
              <a:rPr lang="en-IN" sz="1400" err="1">
                <a:solidFill>
                  <a:schemeClr val="tx2"/>
                </a:solidFill>
              </a:rPr>
              <a:t>Quisque</a:t>
            </a:r>
            <a:r>
              <a:rPr lang="en-IN" sz="1400">
                <a:solidFill>
                  <a:schemeClr val="tx2"/>
                </a:solidFill>
              </a:rPr>
              <a:t> </a:t>
            </a:r>
            <a:r>
              <a:rPr lang="en-IN" sz="1400" err="1">
                <a:solidFill>
                  <a:schemeClr val="tx2"/>
                </a:solidFill>
              </a:rPr>
              <a:t>faucibus</a:t>
            </a:r>
            <a:r>
              <a:rPr lang="en-IN" sz="1400">
                <a:solidFill>
                  <a:schemeClr val="tx2"/>
                </a:solidFill>
              </a:rPr>
              <a:t> ex </a:t>
            </a:r>
            <a:r>
              <a:rPr lang="en-IN" sz="1400" err="1">
                <a:solidFill>
                  <a:schemeClr val="tx2"/>
                </a:solidFill>
              </a:rPr>
              <a:t>sapien</a:t>
            </a:r>
            <a:r>
              <a:rPr lang="en-IN" sz="1400">
                <a:solidFill>
                  <a:schemeClr val="tx2"/>
                </a:solidFill>
              </a:rPr>
              <a:t> vitae </a:t>
            </a:r>
            <a:br>
              <a:rPr lang="en-IN" sz="1400">
                <a:solidFill>
                  <a:schemeClr val="tx2"/>
                </a:solidFill>
              </a:rPr>
            </a:br>
            <a:r>
              <a:rPr lang="en-IN" sz="1400" err="1">
                <a:solidFill>
                  <a:schemeClr val="tx2"/>
                </a:solidFill>
              </a:rPr>
              <a:t>pellentesque</a:t>
            </a:r>
            <a:r>
              <a:rPr lang="en-IN" sz="1400">
                <a:solidFill>
                  <a:schemeClr val="tx2"/>
                </a:solidFill>
              </a:rPr>
              <a:t> </a:t>
            </a:r>
            <a:r>
              <a:rPr lang="en-IN" sz="1400" err="1">
                <a:solidFill>
                  <a:schemeClr val="tx2"/>
                </a:solidFill>
              </a:rPr>
              <a:t>sem</a:t>
            </a:r>
            <a:r>
              <a:rPr lang="en-IN" sz="1400">
                <a:solidFill>
                  <a:schemeClr val="tx2"/>
                </a:solidFill>
              </a:rPr>
              <a:t> </a:t>
            </a:r>
            <a:r>
              <a:rPr lang="en-IN" sz="1400" err="1">
                <a:solidFill>
                  <a:schemeClr val="tx2"/>
                </a:solidFill>
              </a:rPr>
              <a:t>placerat</a:t>
            </a:r>
            <a:r>
              <a:rPr lang="en-IN" sz="1400">
                <a:solidFill>
                  <a:schemeClr val="tx2"/>
                </a:solidFill>
              </a:rPr>
              <a:t>. In id cursus mi </a:t>
            </a:r>
            <a:r>
              <a:rPr lang="en-IN" sz="1400" err="1">
                <a:solidFill>
                  <a:schemeClr val="tx2"/>
                </a:solidFill>
              </a:rPr>
              <a:t>pretium</a:t>
            </a:r>
            <a:r>
              <a:rPr lang="en-IN" sz="1400">
                <a:solidFill>
                  <a:schemeClr val="tx2"/>
                </a:solidFill>
              </a:rPr>
              <a:t> </a:t>
            </a:r>
            <a:r>
              <a:rPr lang="en-IN" sz="1400" err="1">
                <a:solidFill>
                  <a:schemeClr val="tx2"/>
                </a:solidFill>
              </a:rPr>
              <a:t>tellus</a:t>
            </a:r>
            <a:r>
              <a:rPr lang="en-IN" sz="1400">
                <a:solidFill>
                  <a:schemeClr val="tx2"/>
                </a:solidFill>
              </a:rPr>
              <a:t> </a:t>
            </a:r>
            <a:r>
              <a:rPr lang="en-IN" sz="1400" err="1">
                <a:solidFill>
                  <a:schemeClr val="tx2"/>
                </a:solidFill>
              </a:rPr>
              <a:t>duis</a:t>
            </a:r>
            <a:r>
              <a:rPr lang="en-IN" sz="1400">
                <a:solidFill>
                  <a:schemeClr val="tx2"/>
                </a:solidFill>
              </a:rPr>
              <a:t> convallis. Tempus </a:t>
            </a:r>
            <a:r>
              <a:rPr lang="en-IN" sz="1400" err="1">
                <a:solidFill>
                  <a:schemeClr val="tx2"/>
                </a:solidFill>
              </a:rPr>
              <a:t>leo</a:t>
            </a:r>
            <a:r>
              <a:rPr lang="en-IN" sz="1400">
                <a:solidFill>
                  <a:schemeClr val="tx2"/>
                </a:solidFill>
              </a:rPr>
              <a:t> </a:t>
            </a:r>
            <a:r>
              <a:rPr lang="en-IN" sz="1400" err="1">
                <a:solidFill>
                  <a:schemeClr val="tx2"/>
                </a:solidFill>
              </a:rPr>
              <a:t>eu</a:t>
            </a:r>
            <a:r>
              <a:rPr lang="en-IN" sz="1400">
                <a:solidFill>
                  <a:schemeClr val="tx2"/>
                </a:solidFill>
              </a:rPr>
              <a:t> </a:t>
            </a:r>
            <a:r>
              <a:rPr lang="en-IN" sz="1400" err="1">
                <a:solidFill>
                  <a:schemeClr val="tx2"/>
                </a:solidFill>
              </a:rPr>
              <a:t>aenean</a:t>
            </a:r>
            <a:r>
              <a:rPr lang="en-IN" sz="1400">
                <a:solidFill>
                  <a:schemeClr val="tx2"/>
                </a:solidFill>
              </a:rPr>
              <a:t> </a:t>
            </a:r>
            <a:br>
              <a:rPr lang="en-IN" sz="1400">
                <a:solidFill>
                  <a:schemeClr val="tx2"/>
                </a:solidFill>
              </a:rPr>
            </a:br>
            <a:r>
              <a:rPr lang="en-IN" sz="1400" err="1">
                <a:solidFill>
                  <a:schemeClr val="tx2"/>
                </a:solidFill>
              </a:rPr>
              <a:t>sed</a:t>
            </a:r>
            <a:r>
              <a:rPr lang="en-IN" sz="1400">
                <a:solidFill>
                  <a:schemeClr val="tx2"/>
                </a:solidFill>
              </a:rPr>
              <a:t> </a:t>
            </a:r>
            <a:r>
              <a:rPr lang="en-IN" sz="1400" err="1">
                <a:solidFill>
                  <a:schemeClr val="tx2"/>
                </a:solidFill>
              </a:rPr>
              <a:t>diam</a:t>
            </a:r>
            <a:r>
              <a:rPr lang="en-IN" sz="1400">
                <a:solidFill>
                  <a:schemeClr val="tx2"/>
                </a:solidFill>
              </a:rPr>
              <a:t> </a:t>
            </a:r>
            <a:r>
              <a:rPr lang="en-IN" sz="1400" err="1">
                <a:solidFill>
                  <a:schemeClr val="tx2"/>
                </a:solidFill>
              </a:rPr>
              <a:t>urna</a:t>
            </a:r>
            <a:r>
              <a:rPr lang="en-IN" sz="1400">
                <a:solidFill>
                  <a:schemeClr val="tx2"/>
                </a:solidFill>
              </a:rPr>
              <a:t> </a:t>
            </a:r>
            <a:r>
              <a:rPr lang="en-IN" sz="1400" err="1">
                <a:solidFill>
                  <a:schemeClr val="tx2"/>
                </a:solidFill>
              </a:rPr>
              <a:t>tempor</a:t>
            </a:r>
            <a:r>
              <a:rPr lang="en-IN" sz="1400">
                <a:solidFill>
                  <a:schemeClr val="tx2"/>
                </a:solidFill>
              </a:rPr>
              <a:t>. Pulvinar </a:t>
            </a:r>
            <a:r>
              <a:rPr lang="en-IN" sz="1400" err="1">
                <a:solidFill>
                  <a:schemeClr val="tx2"/>
                </a:solidFill>
              </a:rPr>
              <a:t>vivamus</a:t>
            </a:r>
            <a:r>
              <a:rPr lang="en-IN" sz="1400">
                <a:solidFill>
                  <a:schemeClr val="tx2"/>
                </a:solidFill>
              </a:rPr>
              <a:t> </a:t>
            </a:r>
            <a:r>
              <a:rPr lang="en-IN" sz="1400" err="1">
                <a:solidFill>
                  <a:schemeClr val="tx2"/>
                </a:solidFill>
              </a:rPr>
              <a:t>fringilla</a:t>
            </a:r>
            <a:r>
              <a:rPr lang="en-IN" sz="1400">
                <a:solidFill>
                  <a:schemeClr val="tx2"/>
                </a:solidFill>
              </a:rPr>
              <a:t> </a:t>
            </a:r>
            <a:r>
              <a:rPr lang="en-IN" sz="1400" err="1">
                <a:solidFill>
                  <a:schemeClr val="tx2"/>
                </a:solidFill>
              </a:rPr>
              <a:t>lacus</a:t>
            </a:r>
            <a:r>
              <a:rPr lang="en-IN" sz="1400">
                <a:solidFill>
                  <a:schemeClr val="tx2"/>
                </a:solidFill>
              </a:rPr>
              <a:t> nec </a:t>
            </a:r>
            <a:r>
              <a:rPr lang="en-IN" sz="1400" err="1">
                <a:solidFill>
                  <a:schemeClr val="tx2"/>
                </a:solidFill>
              </a:rPr>
              <a:t>metus</a:t>
            </a:r>
            <a:r>
              <a:rPr lang="en-IN" sz="1400">
                <a:solidFill>
                  <a:schemeClr val="tx2"/>
                </a:solidFill>
              </a:rPr>
              <a:t> </a:t>
            </a:r>
            <a:r>
              <a:rPr lang="en-IN" sz="1400" err="1">
                <a:solidFill>
                  <a:schemeClr val="tx2"/>
                </a:solidFill>
              </a:rPr>
              <a:t>bibendum</a:t>
            </a:r>
            <a:r>
              <a:rPr lang="en-IN" sz="1400">
                <a:solidFill>
                  <a:schemeClr val="tx2"/>
                </a:solidFill>
              </a:rPr>
              <a:t> </a:t>
            </a:r>
            <a:r>
              <a:rPr lang="en-IN" sz="1400" err="1">
                <a:solidFill>
                  <a:schemeClr val="tx2"/>
                </a:solidFill>
              </a:rPr>
              <a:t>egestas</a:t>
            </a:r>
            <a:r>
              <a:rPr lang="en-IN" sz="1400">
                <a:solidFill>
                  <a:schemeClr val="tx2"/>
                </a:solidFill>
              </a:rPr>
              <a:t>. </a:t>
            </a:r>
            <a:r>
              <a:rPr lang="en-IN" sz="1400" err="1">
                <a:solidFill>
                  <a:schemeClr val="tx2"/>
                </a:solidFill>
              </a:rPr>
              <a:t>Iaculis</a:t>
            </a:r>
            <a:r>
              <a:rPr lang="en-IN" sz="1400">
                <a:solidFill>
                  <a:schemeClr val="tx2"/>
                </a:solidFill>
              </a:rPr>
              <a:t> </a:t>
            </a:r>
            <a:r>
              <a:rPr lang="en-IN" sz="1400" err="1">
                <a:solidFill>
                  <a:schemeClr val="tx2"/>
                </a:solidFill>
              </a:rPr>
              <a:t>massa</a:t>
            </a:r>
            <a:r>
              <a:rPr lang="en-IN" sz="1400">
                <a:solidFill>
                  <a:schemeClr val="tx2"/>
                </a:solidFill>
              </a:rPr>
              <a:t> </a:t>
            </a:r>
            <a:br>
              <a:rPr lang="en-IN" sz="1400">
                <a:solidFill>
                  <a:schemeClr val="tx2"/>
                </a:solidFill>
              </a:rPr>
            </a:br>
            <a:r>
              <a:rPr lang="en-IN" sz="1400" err="1">
                <a:solidFill>
                  <a:schemeClr val="tx2"/>
                </a:solidFill>
              </a:rPr>
              <a:t>nisl</a:t>
            </a:r>
            <a:r>
              <a:rPr lang="en-IN" sz="1400">
                <a:solidFill>
                  <a:schemeClr val="tx2"/>
                </a:solidFill>
              </a:rPr>
              <a:t> </a:t>
            </a:r>
            <a:r>
              <a:rPr lang="en-IN" sz="1400" err="1">
                <a:solidFill>
                  <a:schemeClr val="tx2"/>
                </a:solidFill>
              </a:rPr>
              <a:t>malesuada</a:t>
            </a:r>
            <a:r>
              <a:rPr lang="en-IN" sz="1400">
                <a:solidFill>
                  <a:schemeClr val="tx2"/>
                </a:solidFill>
              </a:rPr>
              <a:t> lacinia integer nunc </a:t>
            </a:r>
            <a:r>
              <a:rPr lang="en-IN" sz="1400" err="1">
                <a:solidFill>
                  <a:schemeClr val="tx2"/>
                </a:solidFill>
              </a:rPr>
              <a:t>posuere</a:t>
            </a:r>
            <a:r>
              <a:rPr lang="en-IN" sz="1400">
                <a:solidFill>
                  <a:schemeClr val="tx2"/>
                </a:solidFill>
              </a:rPr>
              <a:t>. Ut </a:t>
            </a:r>
            <a:r>
              <a:rPr lang="en-IN" sz="1400" err="1">
                <a:solidFill>
                  <a:schemeClr val="tx2"/>
                </a:solidFill>
              </a:rPr>
              <a:t>hendrerit</a:t>
            </a:r>
            <a:r>
              <a:rPr lang="en-IN" sz="1400">
                <a:solidFill>
                  <a:schemeClr val="tx2"/>
                </a:solidFill>
              </a:rPr>
              <a:t> semper </a:t>
            </a:r>
            <a:r>
              <a:rPr lang="en-IN" sz="1400" err="1">
                <a:solidFill>
                  <a:schemeClr val="tx2"/>
                </a:solidFill>
              </a:rPr>
              <a:t>vel</a:t>
            </a:r>
            <a:r>
              <a:rPr lang="en-IN" sz="1400">
                <a:solidFill>
                  <a:schemeClr val="tx2"/>
                </a:solidFill>
              </a:rPr>
              <a:t> class </a:t>
            </a:r>
            <a:r>
              <a:rPr lang="en-IN" sz="1400" err="1">
                <a:solidFill>
                  <a:schemeClr val="tx2"/>
                </a:solidFill>
              </a:rPr>
              <a:t>aptent</a:t>
            </a:r>
            <a:r>
              <a:rPr lang="en-IN" sz="1400">
                <a:solidFill>
                  <a:schemeClr val="tx2"/>
                </a:solidFill>
              </a:rPr>
              <a:t> </a:t>
            </a:r>
            <a:r>
              <a:rPr lang="en-IN" sz="1400" err="1">
                <a:solidFill>
                  <a:schemeClr val="tx2"/>
                </a:solidFill>
              </a:rPr>
              <a:t>taciti</a:t>
            </a:r>
            <a:r>
              <a:rPr lang="en-IN" sz="1400">
                <a:solidFill>
                  <a:schemeClr val="tx2"/>
                </a:solidFill>
              </a:rPr>
              <a:t> </a:t>
            </a:r>
            <a:r>
              <a:rPr lang="en-IN" sz="1400" err="1">
                <a:solidFill>
                  <a:schemeClr val="tx2"/>
                </a:solidFill>
              </a:rPr>
              <a:t>sociosqu</a:t>
            </a:r>
            <a:r>
              <a:rPr lang="en-IN" sz="1400">
                <a:solidFill>
                  <a:schemeClr val="tx2"/>
                </a:solidFill>
              </a:rPr>
              <a:t>.</a:t>
            </a:r>
          </a:p>
          <a:p>
            <a:pPr lvl="1"/>
            <a:r>
              <a:rPr lang="en-IN" sz="1400">
                <a:solidFill>
                  <a:schemeClr val="tx2"/>
                </a:solidFill>
              </a:rPr>
              <a:t>Lorem ipsum </a:t>
            </a:r>
            <a:r>
              <a:rPr lang="en-IN" sz="1400" err="1">
                <a:solidFill>
                  <a:schemeClr val="tx2"/>
                </a:solidFill>
              </a:rPr>
              <a:t>dolor</a:t>
            </a:r>
            <a:r>
              <a:rPr lang="en-IN" sz="1400">
                <a:solidFill>
                  <a:schemeClr val="tx2"/>
                </a:solidFill>
              </a:rPr>
              <a:t> sit </a:t>
            </a:r>
            <a:r>
              <a:rPr lang="en-IN" sz="1400" err="1">
                <a:solidFill>
                  <a:schemeClr val="tx2"/>
                </a:solidFill>
              </a:rPr>
              <a:t>amet</a:t>
            </a:r>
            <a:r>
              <a:rPr lang="en-IN" sz="1400">
                <a:solidFill>
                  <a:schemeClr val="tx2"/>
                </a:solidFill>
              </a:rPr>
              <a:t> </a:t>
            </a:r>
            <a:r>
              <a:rPr lang="en-IN" sz="1400" err="1">
                <a:solidFill>
                  <a:schemeClr val="tx2"/>
                </a:solidFill>
              </a:rPr>
              <a:t>consectetur</a:t>
            </a:r>
            <a:r>
              <a:rPr lang="en-IN" sz="1400">
                <a:solidFill>
                  <a:schemeClr val="tx2"/>
                </a:solidFill>
              </a:rPr>
              <a:t> </a:t>
            </a:r>
            <a:r>
              <a:rPr lang="en-IN" sz="1400" err="1">
                <a:solidFill>
                  <a:schemeClr val="tx2"/>
                </a:solidFill>
              </a:rPr>
              <a:t>adipiscing</a:t>
            </a:r>
            <a:r>
              <a:rPr lang="en-IN" sz="1400">
                <a:solidFill>
                  <a:schemeClr val="tx2"/>
                </a:solidFill>
              </a:rPr>
              <a:t> </a:t>
            </a:r>
            <a:r>
              <a:rPr lang="en-IN" sz="1400" err="1">
                <a:solidFill>
                  <a:schemeClr val="tx2"/>
                </a:solidFill>
              </a:rPr>
              <a:t>elit</a:t>
            </a:r>
            <a:r>
              <a:rPr lang="en-IN" sz="1400">
                <a:solidFill>
                  <a:schemeClr val="tx2"/>
                </a:solidFill>
              </a:rPr>
              <a:t>. </a:t>
            </a:r>
            <a:r>
              <a:rPr lang="en-IN" sz="1400" err="1">
                <a:solidFill>
                  <a:schemeClr val="tx2"/>
                </a:solidFill>
              </a:rPr>
              <a:t>Quisque</a:t>
            </a:r>
            <a:r>
              <a:rPr lang="en-IN" sz="1400">
                <a:solidFill>
                  <a:schemeClr val="tx2"/>
                </a:solidFill>
              </a:rPr>
              <a:t> </a:t>
            </a:r>
            <a:r>
              <a:rPr lang="en-IN" sz="1400" err="1">
                <a:solidFill>
                  <a:schemeClr val="tx2"/>
                </a:solidFill>
              </a:rPr>
              <a:t>faucibus</a:t>
            </a:r>
            <a:r>
              <a:rPr lang="en-IN" sz="1400">
                <a:solidFill>
                  <a:schemeClr val="tx2"/>
                </a:solidFill>
              </a:rPr>
              <a:t> ex </a:t>
            </a:r>
            <a:r>
              <a:rPr lang="en-IN" sz="1400" err="1">
                <a:solidFill>
                  <a:schemeClr val="tx2"/>
                </a:solidFill>
              </a:rPr>
              <a:t>sapien</a:t>
            </a:r>
            <a:r>
              <a:rPr lang="en-IN" sz="1400">
                <a:solidFill>
                  <a:schemeClr val="tx2"/>
                </a:solidFill>
              </a:rPr>
              <a:t> vitae </a:t>
            </a:r>
            <a:br>
              <a:rPr lang="en-IN" sz="1400">
                <a:solidFill>
                  <a:schemeClr val="tx2"/>
                </a:solidFill>
              </a:rPr>
            </a:br>
            <a:r>
              <a:rPr lang="en-IN" sz="1400" err="1">
                <a:solidFill>
                  <a:schemeClr val="tx2"/>
                </a:solidFill>
              </a:rPr>
              <a:t>pellentesque</a:t>
            </a:r>
            <a:r>
              <a:rPr lang="en-IN" sz="1400">
                <a:solidFill>
                  <a:schemeClr val="tx2"/>
                </a:solidFill>
              </a:rPr>
              <a:t> </a:t>
            </a:r>
            <a:r>
              <a:rPr lang="en-IN" sz="1400" err="1">
                <a:solidFill>
                  <a:schemeClr val="tx2"/>
                </a:solidFill>
              </a:rPr>
              <a:t>sem</a:t>
            </a:r>
            <a:r>
              <a:rPr lang="en-IN" sz="1400">
                <a:solidFill>
                  <a:schemeClr val="tx2"/>
                </a:solidFill>
              </a:rPr>
              <a:t> </a:t>
            </a:r>
            <a:r>
              <a:rPr lang="en-IN" sz="1400" err="1">
                <a:solidFill>
                  <a:schemeClr val="tx2"/>
                </a:solidFill>
              </a:rPr>
              <a:t>placerat</a:t>
            </a:r>
            <a:r>
              <a:rPr lang="en-IN" sz="1400">
                <a:solidFill>
                  <a:schemeClr val="tx2"/>
                </a:solidFill>
              </a:rPr>
              <a:t>. In id cursus mi </a:t>
            </a:r>
            <a:r>
              <a:rPr lang="en-IN" sz="1400" err="1">
                <a:solidFill>
                  <a:schemeClr val="tx2"/>
                </a:solidFill>
              </a:rPr>
              <a:t>pretium</a:t>
            </a:r>
            <a:r>
              <a:rPr lang="en-IN" sz="1400">
                <a:solidFill>
                  <a:schemeClr val="tx2"/>
                </a:solidFill>
              </a:rPr>
              <a:t> </a:t>
            </a:r>
            <a:r>
              <a:rPr lang="en-IN" sz="1400" err="1">
                <a:solidFill>
                  <a:schemeClr val="tx2"/>
                </a:solidFill>
              </a:rPr>
              <a:t>tellus</a:t>
            </a:r>
            <a:r>
              <a:rPr lang="en-IN" sz="1400">
                <a:solidFill>
                  <a:schemeClr val="tx2"/>
                </a:solidFill>
              </a:rPr>
              <a:t> </a:t>
            </a:r>
            <a:r>
              <a:rPr lang="en-IN" sz="1400" err="1">
                <a:solidFill>
                  <a:schemeClr val="tx2"/>
                </a:solidFill>
              </a:rPr>
              <a:t>duis</a:t>
            </a:r>
            <a:r>
              <a:rPr lang="en-IN" sz="1400">
                <a:solidFill>
                  <a:schemeClr val="tx2"/>
                </a:solidFill>
              </a:rPr>
              <a:t> convallis. Tempus </a:t>
            </a:r>
            <a:r>
              <a:rPr lang="en-IN" sz="1400" err="1">
                <a:solidFill>
                  <a:schemeClr val="tx2"/>
                </a:solidFill>
              </a:rPr>
              <a:t>leo</a:t>
            </a:r>
            <a:r>
              <a:rPr lang="en-IN" sz="1400">
                <a:solidFill>
                  <a:schemeClr val="tx2"/>
                </a:solidFill>
              </a:rPr>
              <a:t> </a:t>
            </a:r>
            <a:r>
              <a:rPr lang="en-IN" sz="1400" err="1">
                <a:solidFill>
                  <a:schemeClr val="tx2"/>
                </a:solidFill>
              </a:rPr>
              <a:t>eu</a:t>
            </a:r>
            <a:r>
              <a:rPr lang="en-IN" sz="1400">
                <a:solidFill>
                  <a:schemeClr val="tx2"/>
                </a:solidFill>
              </a:rPr>
              <a:t> </a:t>
            </a:r>
            <a:r>
              <a:rPr lang="en-IN" sz="1400" err="1">
                <a:solidFill>
                  <a:schemeClr val="tx2"/>
                </a:solidFill>
              </a:rPr>
              <a:t>aenean</a:t>
            </a:r>
            <a:r>
              <a:rPr lang="en-IN" sz="1400">
                <a:solidFill>
                  <a:schemeClr val="tx2"/>
                </a:solidFill>
              </a:rPr>
              <a:t> </a:t>
            </a:r>
            <a:br>
              <a:rPr lang="en-IN" sz="1400">
                <a:solidFill>
                  <a:schemeClr val="tx2"/>
                </a:solidFill>
              </a:rPr>
            </a:br>
            <a:r>
              <a:rPr lang="en-IN" sz="1400" err="1">
                <a:solidFill>
                  <a:schemeClr val="tx2"/>
                </a:solidFill>
              </a:rPr>
              <a:t>sed</a:t>
            </a:r>
            <a:r>
              <a:rPr lang="en-IN" sz="1400">
                <a:solidFill>
                  <a:schemeClr val="tx2"/>
                </a:solidFill>
              </a:rPr>
              <a:t> </a:t>
            </a:r>
            <a:r>
              <a:rPr lang="en-IN" sz="1400" err="1">
                <a:solidFill>
                  <a:schemeClr val="tx2"/>
                </a:solidFill>
              </a:rPr>
              <a:t>diam</a:t>
            </a:r>
            <a:r>
              <a:rPr lang="en-IN" sz="1400">
                <a:solidFill>
                  <a:schemeClr val="tx2"/>
                </a:solidFill>
              </a:rPr>
              <a:t> </a:t>
            </a:r>
            <a:r>
              <a:rPr lang="en-IN" sz="1400" err="1">
                <a:solidFill>
                  <a:schemeClr val="tx2"/>
                </a:solidFill>
              </a:rPr>
              <a:t>urna</a:t>
            </a:r>
            <a:r>
              <a:rPr lang="en-IN" sz="1400">
                <a:solidFill>
                  <a:schemeClr val="tx2"/>
                </a:solidFill>
              </a:rPr>
              <a:t> </a:t>
            </a:r>
            <a:r>
              <a:rPr lang="en-IN" sz="1400" err="1">
                <a:solidFill>
                  <a:schemeClr val="tx2"/>
                </a:solidFill>
              </a:rPr>
              <a:t>tempor</a:t>
            </a:r>
            <a:r>
              <a:rPr lang="en-IN" sz="1400">
                <a:solidFill>
                  <a:schemeClr val="tx2"/>
                </a:solidFill>
              </a:rPr>
              <a:t>. Pulvinar </a:t>
            </a:r>
            <a:r>
              <a:rPr lang="en-IN" sz="1400" err="1">
                <a:solidFill>
                  <a:schemeClr val="tx2"/>
                </a:solidFill>
              </a:rPr>
              <a:t>vivamus</a:t>
            </a:r>
            <a:r>
              <a:rPr lang="en-IN" sz="1400">
                <a:solidFill>
                  <a:schemeClr val="tx2"/>
                </a:solidFill>
              </a:rPr>
              <a:t> </a:t>
            </a:r>
            <a:r>
              <a:rPr lang="en-IN" sz="1400" err="1">
                <a:solidFill>
                  <a:schemeClr val="tx2"/>
                </a:solidFill>
              </a:rPr>
              <a:t>fringilla</a:t>
            </a:r>
            <a:r>
              <a:rPr lang="en-IN" sz="1400">
                <a:solidFill>
                  <a:schemeClr val="tx2"/>
                </a:solidFill>
              </a:rPr>
              <a:t> </a:t>
            </a:r>
            <a:r>
              <a:rPr lang="en-IN" sz="1400" err="1">
                <a:solidFill>
                  <a:schemeClr val="tx2"/>
                </a:solidFill>
              </a:rPr>
              <a:t>lacus</a:t>
            </a:r>
            <a:r>
              <a:rPr lang="en-IN" sz="1400">
                <a:solidFill>
                  <a:schemeClr val="tx2"/>
                </a:solidFill>
              </a:rPr>
              <a:t> nec </a:t>
            </a:r>
            <a:r>
              <a:rPr lang="en-IN" sz="1400" err="1">
                <a:solidFill>
                  <a:schemeClr val="tx2"/>
                </a:solidFill>
              </a:rPr>
              <a:t>metus</a:t>
            </a:r>
            <a:r>
              <a:rPr lang="en-IN" sz="1400">
                <a:solidFill>
                  <a:schemeClr val="tx2"/>
                </a:solidFill>
              </a:rPr>
              <a:t> </a:t>
            </a:r>
            <a:r>
              <a:rPr lang="en-IN" sz="1400" err="1">
                <a:solidFill>
                  <a:schemeClr val="tx2"/>
                </a:solidFill>
              </a:rPr>
              <a:t>bibendum</a:t>
            </a:r>
            <a:r>
              <a:rPr lang="en-IN" sz="1400">
                <a:solidFill>
                  <a:schemeClr val="tx2"/>
                </a:solidFill>
              </a:rPr>
              <a:t> </a:t>
            </a:r>
            <a:r>
              <a:rPr lang="en-IN" sz="1400" err="1">
                <a:solidFill>
                  <a:schemeClr val="tx2"/>
                </a:solidFill>
              </a:rPr>
              <a:t>egestas</a:t>
            </a:r>
            <a:r>
              <a:rPr lang="en-IN" sz="1400">
                <a:solidFill>
                  <a:schemeClr val="tx2"/>
                </a:solidFill>
              </a:rPr>
              <a:t>. </a:t>
            </a:r>
            <a:r>
              <a:rPr lang="en-IN" sz="1400" err="1">
                <a:solidFill>
                  <a:schemeClr val="tx2"/>
                </a:solidFill>
              </a:rPr>
              <a:t>Iaculis</a:t>
            </a:r>
            <a:r>
              <a:rPr lang="en-IN" sz="1400">
                <a:solidFill>
                  <a:schemeClr val="tx2"/>
                </a:solidFill>
              </a:rPr>
              <a:t> </a:t>
            </a:r>
            <a:r>
              <a:rPr lang="en-IN" sz="1400" err="1">
                <a:solidFill>
                  <a:schemeClr val="tx2"/>
                </a:solidFill>
              </a:rPr>
              <a:t>massa</a:t>
            </a:r>
            <a:r>
              <a:rPr lang="en-IN" sz="1400">
                <a:solidFill>
                  <a:schemeClr val="tx2"/>
                </a:solidFill>
              </a:rPr>
              <a:t> </a:t>
            </a:r>
            <a:br>
              <a:rPr lang="en-IN" sz="1400">
                <a:solidFill>
                  <a:schemeClr val="tx2"/>
                </a:solidFill>
              </a:rPr>
            </a:br>
            <a:r>
              <a:rPr lang="en-IN" sz="1400" err="1">
                <a:solidFill>
                  <a:schemeClr val="tx2"/>
                </a:solidFill>
              </a:rPr>
              <a:t>nisl</a:t>
            </a:r>
            <a:r>
              <a:rPr lang="en-IN" sz="1400">
                <a:solidFill>
                  <a:schemeClr val="tx2"/>
                </a:solidFill>
              </a:rPr>
              <a:t> </a:t>
            </a:r>
            <a:r>
              <a:rPr lang="en-IN" sz="1400" err="1">
                <a:solidFill>
                  <a:schemeClr val="tx2"/>
                </a:solidFill>
              </a:rPr>
              <a:t>malesuada</a:t>
            </a:r>
            <a:r>
              <a:rPr lang="en-IN" sz="1400">
                <a:solidFill>
                  <a:schemeClr val="tx2"/>
                </a:solidFill>
              </a:rPr>
              <a:t> lacinia integer nunc </a:t>
            </a:r>
            <a:r>
              <a:rPr lang="en-IN" sz="1400" err="1">
                <a:solidFill>
                  <a:schemeClr val="tx2"/>
                </a:solidFill>
              </a:rPr>
              <a:t>posuere</a:t>
            </a:r>
            <a:r>
              <a:rPr lang="en-IN" sz="1400">
                <a:solidFill>
                  <a:schemeClr val="tx2"/>
                </a:solidFill>
              </a:rPr>
              <a:t>. Ut </a:t>
            </a:r>
            <a:r>
              <a:rPr lang="en-IN" sz="1400" err="1">
                <a:solidFill>
                  <a:schemeClr val="tx2"/>
                </a:solidFill>
              </a:rPr>
              <a:t>hendrerit</a:t>
            </a:r>
            <a:r>
              <a:rPr lang="en-IN" sz="1400">
                <a:solidFill>
                  <a:schemeClr val="tx2"/>
                </a:solidFill>
              </a:rPr>
              <a:t> semper </a:t>
            </a:r>
            <a:r>
              <a:rPr lang="en-IN" sz="1400" err="1">
                <a:solidFill>
                  <a:schemeClr val="tx2"/>
                </a:solidFill>
              </a:rPr>
              <a:t>vel</a:t>
            </a:r>
            <a:r>
              <a:rPr lang="en-IN" sz="1400">
                <a:solidFill>
                  <a:schemeClr val="tx2"/>
                </a:solidFill>
              </a:rPr>
              <a:t> class </a:t>
            </a:r>
            <a:r>
              <a:rPr lang="en-IN" sz="1400" err="1">
                <a:solidFill>
                  <a:schemeClr val="tx2"/>
                </a:solidFill>
              </a:rPr>
              <a:t>aptent</a:t>
            </a:r>
            <a:r>
              <a:rPr lang="en-IN" sz="1400">
                <a:solidFill>
                  <a:schemeClr val="tx2"/>
                </a:solidFill>
              </a:rPr>
              <a:t> </a:t>
            </a:r>
            <a:r>
              <a:rPr lang="en-IN" sz="1400" err="1">
                <a:solidFill>
                  <a:schemeClr val="tx2"/>
                </a:solidFill>
              </a:rPr>
              <a:t>taciti</a:t>
            </a:r>
            <a:r>
              <a:rPr lang="en-IN" sz="1400">
                <a:solidFill>
                  <a:schemeClr val="tx2"/>
                </a:solidFill>
              </a:rPr>
              <a:t> </a:t>
            </a:r>
            <a:r>
              <a:rPr lang="en-IN" sz="1400" err="1">
                <a:solidFill>
                  <a:schemeClr val="tx2"/>
                </a:solidFill>
              </a:rPr>
              <a:t>sociosqu</a:t>
            </a:r>
            <a:r>
              <a:rPr lang="en-IN" sz="1400">
                <a:solidFill>
                  <a:schemeClr val="tx2"/>
                </a:solidFill>
              </a:rPr>
              <a:t>.</a:t>
            </a:r>
          </a:p>
          <a:p>
            <a:pPr lvl="1"/>
            <a:r>
              <a:rPr lang="en-IN" sz="1400">
                <a:solidFill>
                  <a:schemeClr val="tx2"/>
                </a:solidFill>
              </a:rPr>
              <a:t>Lorem ipsum </a:t>
            </a:r>
            <a:r>
              <a:rPr lang="en-IN" sz="1400" err="1">
                <a:solidFill>
                  <a:schemeClr val="tx2"/>
                </a:solidFill>
              </a:rPr>
              <a:t>dolor</a:t>
            </a:r>
            <a:r>
              <a:rPr lang="en-IN" sz="1400">
                <a:solidFill>
                  <a:schemeClr val="tx2"/>
                </a:solidFill>
              </a:rPr>
              <a:t> sit </a:t>
            </a:r>
            <a:r>
              <a:rPr lang="en-IN" sz="1400" err="1">
                <a:solidFill>
                  <a:schemeClr val="tx2"/>
                </a:solidFill>
              </a:rPr>
              <a:t>amet</a:t>
            </a:r>
            <a:r>
              <a:rPr lang="en-IN" sz="1400">
                <a:solidFill>
                  <a:schemeClr val="tx2"/>
                </a:solidFill>
              </a:rPr>
              <a:t> </a:t>
            </a:r>
            <a:r>
              <a:rPr lang="en-IN" sz="1400" err="1">
                <a:solidFill>
                  <a:schemeClr val="tx2"/>
                </a:solidFill>
              </a:rPr>
              <a:t>consectetur</a:t>
            </a:r>
            <a:r>
              <a:rPr lang="en-IN" sz="1400">
                <a:solidFill>
                  <a:schemeClr val="tx2"/>
                </a:solidFill>
              </a:rPr>
              <a:t> </a:t>
            </a:r>
            <a:r>
              <a:rPr lang="en-IN" sz="1400" err="1">
                <a:solidFill>
                  <a:schemeClr val="tx2"/>
                </a:solidFill>
              </a:rPr>
              <a:t>adipiscing</a:t>
            </a:r>
            <a:r>
              <a:rPr lang="en-IN" sz="1400">
                <a:solidFill>
                  <a:schemeClr val="tx2"/>
                </a:solidFill>
              </a:rPr>
              <a:t> </a:t>
            </a:r>
            <a:r>
              <a:rPr lang="en-IN" sz="1400" err="1">
                <a:solidFill>
                  <a:schemeClr val="tx2"/>
                </a:solidFill>
              </a:rPr>
              <a:t>elit</a:t>
            </a:r>
            <a:r>
              <a:rPr lang="en-IN" sz="1400">
                <a:solidFill>
                  <a:schemeClr val="tx2"/>
                </a:solidFill>
              </a:rPr>
              <a:t>. </a:t>
            </a:r>
            <a:r>
              <a:rPr lang="en-IN" sz="1400" err="1">
                <a:solidFill>
                  <a:schemeClr val="tx2"/>
                </a:solidFill>
              </a:rPr>
              <a:t>Quisque</a:t>
            </a:r>
            <a:r>
              <a:rPr lang="en-IN" sz="1400">
                <a:solidFill>
                  <a:schemeClr val="tx2"/>
                </a:solidFill>
              </a:rPr>
              <a:t> </a:t>
            </a:r>
            <a:r>
              <a:rPr lang="en-IN" sz="1400" err="1">
                <a:solidFill>
                  <a:schemeClr val="tx2"/>
                </a:solidFill>
              </a:rPr>
              <a:t>faucibus</a:t>
            </a:r>
            <a:r>
              <a:rPr lang="en-IN" sz="1400">
                <a:solidFill>
                  <a:schemeClr val="tx2"/>
                </a:solidFill>
              </a:rPr>
              <a:t> ex </a:t>
            </a:r>
            <a:r>
              <a:rPr lang="en-IN" sz="1400" err="1">
                <a:solidFill>
                  <a:schemeClr val="tx2"/>
                </a:solidFill>
              </a:rPr>
              <a:t>sapien</a:t>
            </a:r>
            <a:r>
              <a:rPr lang="en-IN" sz="1400">
                <a:solidFill>
                  <a:schemeClr val="tx2"/>
                </a:solidFill>
              </a:rPr>
              <a:t> vitae </a:t>
            </a:r>
            <a:br>
              <a:rPr lang="en-IN" sz="1400">
                <a:solidFill>
                  <a:schemeClr val="tx2"/>
                </a:solidFill>
              </a:rPr>
            </a:br>
            <a:r>
              <a:rPr lang="en-IN" sz="1400" err="1">
                <a:solidFill>
                  <a:schemeClr val="tx2"/>
                </a:solidFill>
              </a:rPr>
              <a:t>pellentesque</a:t>
            </a:r>
            <a:r>
              <a:rPr lang="en-IN" sz="1400">
                <a:solidFill>
                  <a:schemeClr val="tx2"/>
                </a:solidFill>
              </a:rPr>
              <a:t> </a:t>
            </a:r>
            <a:r>
              <a:rPr lang="en-IN" sz="1400" err="1">
                <a:solidFill>
                  <a:schemeClr val="tx2"/>
                </a:solidFill>
              </a:rPr>
              <a:t>sem</a:t>
            </a:r>
            <a:r>
              <a:rPr lang="en-IN" sz="1400">
                <a:solidFill>
                  <a:schemeClr val="tx2"/>
                </a:solidFill>
              </a:rPr>
              <a:t> </a:t>
            </a:r>
            <a:r>
              <a:rPr lang="en-IN" sz="1400" err="1">
                <a:solidFill>
                  <a:schemeClr val="tx2"/>
                </a:solidFill>
              </a:rPr>
              <a:t>placerat</a:t>
            </a:r>
            <a:r>
              <a:rPr lang="en-IN" sz="1400">
                <a:solidFill>
                  <a:schemeClr val="tx2"/>
                </a:solidFill>
              </a:rPr>
              <a:t>. In id cursus mi </a:t>
            </a:r>
            <a:r>
              <a:rPr lang="en-IN" sz="1400" err="1">
                <a:solidFill>
                  <a:schemeClr val="tx2"/>
                </a:solidFill>
              </a:rPr>
              <a:t>pretium</a:t>
            </a:r>
            <a:r>
              <a:rPr lang="en-IN" sz="1400">
                <a:solidFill>
                  <a:schemeClr val="tx2"/>
                </a:solidFill>
              </a:rPr>
              <a:t> </a:t>
            </a:r>
            <a:r>
              <a:rPr lang="en-IN" sz="1400" err="1">
                <a:solidFill>
                  <a:schemeClr val="tx2"/>
                </a:solidFill>
              </a:rPr>
              <a:t>tellus</a:t>
            </a:r>
            <a:r>
              <a:rPr lang="en-IN" sz="1400">
                <a:solidFill>
                  <a:schemeClr val="tx2"/>
                </a:solidFill>
              </a:rPr>
              <a:t> </a:t>
            </a:r>
            <a:r>
              <a:rPr lang="en-IN" sz="1400" err="1">
                <a:solidFill>
                  <a:schemeClr val="tx2"/>
                </a:solidFill>
              </a:rPr>
              <a:t>duis</a:t>
            </a:r>
            <a:r>
              <a:rPr lang="en-IN" sz="1400">
                <a:solidFill>
                  <a:schemeClr val="tx2"/>
                </a:solidFill>
              </a:rPr>
              <a:t> convallis. Tempus </a:t>
            </a:r>
            <a:r>
              <a:rPr lang="en-IN" sz="1400" err="1">
                <a:solidFill>
                  <a:schemeClr val="tx2"/>
                </a:solidFill>
              </a:rPr>
              <a:t>leo</a:t>
            </a:r>
            <a:r>
              <a:rPr lang="en-IN" sz="1400">
                <a:solidFill>
                  <a:schemeClr val="tx2"/>
                </a:solidFill>
              </a:rPr>
              <a:t> </a:t>
            </a:r>
            <a:r>
              <a:rPr lang="en-IN" sz="1400" err="1">
                <a:solidFill>
                  <a:schemeClr val="tx2"/>
                </a:solidFill>
              </a:rPr>
              <a:t>eu</a:t>
            </a:r>
            <a:r>
              <a:rPr lang="en-IN" sz="1400">
                <a:solidFill>
                  <a:schemeClr val="tx2"/>
                </a:solidFill>
              </a:rPr>
              <a:t> </a:t>
            </a:r>
            <a:r>
              <a:rPr lang="en-IN" sz="1400" err="1">
                <a:solidFill>
                  <a:schemeClr val="tx2"/>
                </a:solidFill>
              </a:rPr>
              <a:t>aenean</a:t>
            </a:r>
            <a:r>
              <a:rPr lang="en-IN" sz="1400">
                <a:solidFill>
                  <a:schemeClr val="tx2"/>
                </a:solidFill>
              </a:rPr>
              <a:t> </a:t>
            </a:r>
            <a:br>
              <a:rPr lang="en-IN" sz="1400">
                <a:solidFill>
                  <a:schemeClr val="tx2"/>
                </a:solidFill>
              </a:rPr>
            </a:br>
            <a:r>
              <a:rPr lang="en-IN" sz="1400" err="1">
                <a:solidFill>
                  <a:schemeClr val="tx2"/>
                </a:solidFill>
              </a:rPr>
              <a:t>sed</a:t>
            </a:r>
            <a:r>
              <a:rPr lang="en-IN" sz="1400">
                <a:solidFill>
                  <a:schemeClr val="tx2"/>
                </a:solidFill>
              </a:rPr>
              <a:t> </a:t>
            </a:r>
            <a:r>
              <a:rPr lang="en-IN" sz="1400" err="1">
                <a:solidFill>
                  <a:schemeClr val="tx2"/>
                </a:solidFill>
              </a:rPr>
              <a:t>diam</a:t>
            </a:r>
            <a:r>
              <a:rPr lang="en-IN" sz="1400">
                <a:solidFill>
                  <a:schemeClr val="tx2"/>
                </a:solidFill>
              </a:rPr>
              <a:t> </a:t>
            </a:r>
            <a:r>
              <a:rPr lang="en-IN" sz="1400" err="1">
                <a:solidFill>
                  <a:schemeClr val="tx2"/>
                </a:solidFill>
              </a:rPr>
              <a:t>urna</a:t>
            </a:r>
            <a:r>
              <a:rPr lang="en-IN" sz="1400">
                <a:solidFill>
                  <a:schemeClr val="tx2"/>
                </a:solidFill>
              </a:rPr>
              <a:t> </a:t>
            </a:r>
            <a:r>
              <a:rPr lang="en-IN" sz="1400" err="1">
                <a:solidFill>
                  <a:schemeClr val="tx2"/>
                </a:solidFill>
              </a:rPr>
              <a:t>tempor</a:t>
            </a:r>
            <a:r>
              <a:rPr lang="en-IN" sz="1400">
                <a:solidFill>
                  <a:schemeClr val="tx2"/>
                </a:solidFill>
              </a:rPr>
              <a:t>. Pulvinar </a:t>
            </a:r>
            <a:r>
              <a:rPr lang="en-IN" sz="1400" err="1">
                <a:solidFill>
                  <a:schemeClr val="tx2"/>
                </a:solidFill>
              </a:rPr>
              <a:t>vivamus</a:t>
            </a:r>
            <a:r>
              <a:rPr lang="en-IN" sz="1400">
                <a:solidFill>
                  <a:schemeClr val="tx2"/>
                </a:solidFill>
              </a:rPr>
              <a:t> </a:t>
            </a:r>
            <a:r>
              <a:rPr lang="en-IN" sz="1400" err="1">
                <a:solidFill>
                  <a:schemeClr val="tx2"/>
                </a:solidFill>
              </a:rPr>
              <a:t>fringilla</a:t>
            </a:r>
            <a:r>
              <a:rPr lang="en-IN" sz="1400">
                <a:solidFill>
                  <a:schemeClr val="tx2"/>
                </a:solidFill>
              </a:rPr>
              <a:t> </a:t>
            </a:r>
            <a:r>
              <a:rPr lang="en-IN" sz="1400" err="1">
                <a:solidFill>
                  <a:schemeClr val="tx2"/>
                </a:solidFill>
              </a:rPr>
              <a:t>lacus</a:t>
            </a:r>
            <a:r>
              <a:rPr lang="en-IN" sz="1400">
                <a:solidFill>
                  <a:schemeClr val="tx2"/>
                </a:solidFill>
              </a:rPr>
              <a:t> nec </a:t>
            </a:r>
            <a:r>
              <a:rPr lang="en-IN" sz="1400" err="1">
                <a:solidFill>
                  <a:schemeClr val="tx2"/>
                </a:solidFill>
              </a:rPr>
              <a:t>metus</a:t>
            </a:r>
            <a:r>
              <a:rPr lang="en-IN" sz="1400">
                <a:solidFill>
                  <a:schemeClr val="tx2"/>
                </a:solidFill>
              </a:rPr>
              <a:t> </a:t>
            </a:r>
            <a:r>
              <a:rPr lang="en-IN" sz="1400" err="1">
                <a:solidFill>
                  <a:schemeClr val="tx2"/>
                </a:solidFill>
              </a:rPr>
              <a:t>bibendum</a:t>
            </a:r>
            <a:r>
              <a:rPr lang="en-IN" sz="1400">
                <a:solidFill>
                  <a:schemeClr val="tx2"/>
                </a:solidFill>
              </a:rPr>
              <a:t> </a:t>
            </a:r>
            <a:r>
              <a:rPr lang="en-IN" sz="1400" err="1">
                <a:solidFill>
                  <a:schemeClr val="tx2"/>
                </a:solidFill>
              </a:rPr>
              <a:t>egestas</a:t>
            </a:r>
            <a:r>
              <a:rPr lang="en-IN" sz="1400">
                <a:solidFill>
                  <a:schemeClr val="tx2"/>
                </a:solidFill>
              </a:rPr>
              <a:t>. </a:t>
            </a:r>
            <a:r>
              <a:rPr lang="en-IN" sz="1400" err="1">
                <a:solidFill>
                  <a:schemeClr val="tx2"/>
                </a:solidFill>
              </a:rPr>
              <a:t>Iaculis</a:t>
            </a:r>
            <a:r>
              <a:rPr lang="en-IN" sz="1400">
                <a:solidFill>
                  <a:schemeClr val="tx2"/>
                </a:solidFill>
              </a:rPr>
              <a:t> </a:t>
            </a:r>
            <a:r>
              <a:rPr lang="en-IN" sz="1400" err="1">
                <a:solidFill>
                  <a:schemeClr val="tx2"/>
                </a:solidFill>
              </a:rPr>
              <a:t>massa</a:t>
            </a:r>
            <a:r>
              <a:rPr lang="en-IN" sz="1400">
                <a:solidFill>
                  <a:schemeClr val="tx2"/>
                </a:solidFill>
              </a:rPr>
              <a:t> </a:t>
            </a:r>
            <a:br>
              <a:rPr lang="en-IN" sz="1400">
                <a:solidFill>
                  <a:schemeClr val="tx2"/>
                </a:solidFill>
              </a:rPr>
            </a:br>
            <a:r>
              <a:rPr lang="en-IN" sz="1400" err="1">
                <a:solidFill>
                  <a:schemeClr val="tx2"/>
                </a:solidFill>
              </a:rPr>
              <a:t>nisl</a:t>
            </a:r>
            <a:r>
              <a:rPr lang="en-IN" sz="1400">
                <a:solidFill>
                  <a:schemeClr val="tx2"/>
                </a:solidFill>
              </a:rPr>
              <a:t> </a:t>
            </a:r>
            <a:r>
              <a:rPr lang="en-IN" sz="1400" err="1">
                <a:solidFill>
                  <a:schemeClr val="tx2"/>
                </a:solidFill>
              </a:rPr>
              <a:t>malesuada</a:t>
            </a:r>
            <a:r>
              <a:rPr lang="en-IN" sz="1400">
                <a:solidFill>
                  <a:schemeClr val="tx2"/>
                </a:solidFill>
              </a:rPr>
              <a:t> lacinia integer nunc </a:t>
            </a:r>
            <a:r>
              <a:rPr lang="en-IN" sz="1400" err="1">
                <a:solidFill>
                  <a:schemeClr val="tx2"/>
                </a:solidFill>
              </a:rPr>
              <a:t>posuere</a:t>
            </a:r>
            <a:r>
              <a:rPr lang="en-IN" sz="1400">
                <a:solidFill>
                  <a:schemeClr val="tx2"/>
                </a:solidFill>
              </a:rPr>
              <a:t>. Ut </a:t>
            </a:r>
            <a:r>
              <a:rPr lang="en-IN" sz="1400" err="1">
                <a:solidFill>
                  <a:schemeClr val="tx2"/>
                </a:solidFill>
              </a:rPr>
              <a:t>hendrerit</a:t>
            </a:r>
            <a:r>
              <a:rPr lang="en-IN" sz="1400">
                <a:solidFill>
                  <a:schemeClr val="tx2"/>
                </a:solidFill>
              </a:rPr>
              <a:t> semper </a:t>
            </a:r>
            <a:r>
              <a:rPr lang="en-IN" sz="1400" err="1">
                <a:solidFill>
                  <a:schemeClr val="tx2"/>
                </a:solidFill>
              </a:rPr>
              <a:t>vel</a:t>
            </a:r>
            <a:r>
              <a:rPr lang="en-IN" sz="1400">
                <a:solidFill>
                  <a:schemeClr val="tx2"/>
                </a:solidFill>
              </a:rPr>
              <a:t> class </a:t>
            </a:r>
            <a:r>
              <a:rPr lang="en-IN" sz="1400" err="1">
                <a:solidFill>
                  <a:schemeClr val="tx2"/>
                </a:solidFill>
              </a:rPr>
              <a:t>aptent</a:t>
            </a:r>
            <a:r>
              <a:rPr lang="en-IN" sz="1400">
                <a:solidFill>
                  <a:schemeClr val="tx2"/>
                </a:solidFill>
              </a:rPr>
              <a:t> </a:t>
            </a:r>
            <a:r>
              <a:rPr lang="en-IN" sz="1400" err="1">
                <a:solidFill>
                  <a:schemeClr val="tx2"/>
                </a:solidFill>
              </a:rPr>
              <a:t>taciti</a:t>
            </a:r>
            <a:r>
              <a:rPr lang="en-IN" sz="1400">
                <a:solidFill>
                  <a:schemeClr val="tx2"/>
                </a:solidFill>
              </a:rPr>
              <a:t> </a:t>
            </a:r>
            <a:r>
              <a:rPr lang="en-IN" sz="1400" err="1">
                <a:solidFill>
                  <a:schemeClr val="tx2"/>
                </a:solidFill>
              </a:rPr>
              <a:t>sociosqu</a:t>
            </a:r>
            <a:r>
              <a:rPr lang="en-IN" sz="1400">
                <a:solidFill>
                  <a:schemeClr val="tx2"/>
                </a:solidFill>
              </a:rPr>
              <a:t>.</a:t>
            </a:r>
          </a:p>
        </p:txBody>
      </p:sp>
      <p:sp>
        <p:nvSpPr>
          <p:cNvPr id="6" name="Title 5">
            <a:extLst>
              <a:ext uri="{FF2B5EF4-FFF2-40B4-BE49-F238E27FC236}">
                <a16:creationId xmlns:a16="http://schemas.microsoft.com/office/drawing/2014/main" id="{96A1DB60-3A34-2B03-455A-E2A7F1B2E06F}"/>
              </a:ext>
            </a:extLst>
          </p:cNvPr>
          <p:cNvSpPr>
            <a:spLocks noGrp="1"/>
          </p:cNvSpPr>
          <p:nvPr>
            <p:ph type="title"/>
          </p:nvPr>
        </p:nvSpPr>
        <p:spPr/>
        <p:txBody>
          <a:bodyPr/>
          <a:lstStyle/>
          <a:p>
            <a:r>
              <a:rPr lang="en-IN"/>
              <a:t>Place headline here</a:t>
            </a:r>
          </a:p>
        </p:txBody>
      </p:sp>
      <p:sp>
        <p:nvSpPr>
          <p:cNvPr id="4" name="Text Placeholder 5">
            <a:extLst>
              <a:ext uri="{FF2B5EF4-FFF2-40B4-BE49-F238E27FC236}">
                <a16:creationId xmlns:a16="http://schemas.microsoft.com/office/drawing/2014/main" id="{805A9253-5595-9D2F-FDE9-EA85C74E8A58}"/>
              </a:ext>
            </a:extLst>
          </p:cNvPr>
          <p:cNvSpPr>
            <a:spLocks noGrp="1"/>
          </p:cNvSpPr>
          <p:nvPr>
            <p:ph type="body" sz="quarter" idx="14"/>
          </p:nvPr>
        </p:nvSpPr>
        <p:spPr>
          <a:xfrm>
            <a:off x="385572" y="1122680"/>
            <a:ext cx="8586216" cy="421958"/>
          </a:xfrm>
        </p:spPr>
        <p:txBody>
          <a:bodyPr/>
          <a:lstStyle/>
          <a:p>
            <a:r>
              <a:rPr lang="en-US"/>
              <a:t>Place subtitle here, lorem ipsum dolor</a:t>
            </a:r>
          </a:p>
        </p:txBody>
      </p:sp>
    </p:spTree>
    <p:extLst>
      <p:ext uri="{BB962C8B-B14F-4D97-AF65-F5344CB8AC3E}">
        <p14:creationId xmlns:p14="http://schemas.microsoft.com/office/powerpoint/2010/main" val="31030392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5BE674FA-51A2-9CB7-8FAE-74E42476301C}"/>
              </a:ext>
            </a:extLst>
          </p:cNvPr>
          <p:cNvSpPr>
            <a:spLocks noGrp="1"/>
          </p:cNvSpPr>
          <p:nvPr>
            <p:ph type="title"/>
          </p:nvPr>
        </p:nvSpPr>
        <p:spPr>
          <a:xfrm>
            <a:off x="1217855" y="1514158"/>
            <a:ext cx="7754695" cy="847887"/>
          </a:xfrm>
        </p:spPr>
        <p:txBody>
          <a:bodyPr/>
          <a:lstStyle/>
          <a:p>
            <a:r>
              <a:rPr lang="en-US"/>
              <a:t>Place headline here, </a:t>
            </a:r>
            <a:br>
              <a:rPr lang="en-US"/>
            </a:br>
            <a:r>
              <a:rPr lang="en-US"/>
              <a:t>lorem ipsum dolor sit </a:t>
            </a:r>
            <a:r>
              <a:rPr lang="en-US" err="1"/>
              <a:t>amet</a:t>
            </a:r>
            <a:endParaRPr lang="en-IN"/>
          </a:p>
        </p:txBody>
      </p:sp>
      <p:sp>
        <p:nvSpPr>
          <p:cNvPr id="12" name="Content Placeholder 11">
            <a:extLst>
              <a:ext uri="{FF2B5EF4-FFF2-40B4-BE49-F238E27FC236}">
                <a16:creationId xmlns:a16="http://schemas.microsoft.com/office/drawing/2014/main" id="{AF55C17B-E314-0135-FF6B-E22B21ADABDC}"/>
              </a:ext>
            </a:extLst>
          </p:cNvPr>
          <p:cNvSpPr>
            <a:spLocks noGrp="1"/>
          </p:cNvSpPr>
          <p:nvPr>
            <p:ph sz="quarter" idx="17"/>
          </p:nvPr>
        </p:nvSpPr>
        <p:spPr>
          <a:xfrm>
            <a:off x="1217167" y="2722880"/>
            <a:ext cx="7755383" cy="3362008"/>
          </a:xfrm>
        </p:spPr>
        <p:txBody>
          <a:bodyPr/>
          <a:lstStyle/>
          <a:p>
            <a:pPr lvl="1"/>
            <a:r>
              <a:rPr lang="en-IN" sz="1400"/>
              <a:t>Lorem ipsum dolor sit amet consectetur </a:t>
            </a:r>
            <a:r>
              <a:rPr lang="en-IN" sz="1400" err="1"/>
              <a:t>adipiscing</a:t>
            </a:r>
            <a:r>
              <a:rPr lang="en-IN" sz="1400"/>
              <a:t> elit. </a:t>
            </a:r>
            <a:r>
              <a:rPr lang="en-IN" sz="1400" err="1"/>
              <a:t>Quisque</a:t>
            </a:r>
            <a:r>
              <a:rPr lang="en-IN" sz="1400"/>
              <a:t> </a:t>
            </a:r>
            <a:r>
              <a:rPr lang="en-IN" sz="1400" err="1"/>
              <a:t>faucibus</a:t>
            </a:r>
            <a:r>
              <a:rPr lang="en-IN" sz="1400"/>
              <a:t> ex </a:t>
            </a:r>
            <a:r>
              <a:rPr lang="en-IN" sz="1400" err="1"/>
              <a:t>sapien</a:t>
            </a:r>
            <a:r>
              <a:rPr lang="en-IN" sz="1400"/>
              <a:t> vitae </a:t>
            </a:r>
            <a:br>
              <a:rPr lang="en-IN" sz="1400"/>
            </a:br>
            <a:r>
              <a:rPr lang="en-IN" sz="1400" err="1"/>
              <a:t>pellentesque</a:t>
            </a:r>
            <a:r>
              <a:rPr lang="en-IN" sz="1400"/>
              <a:t> </a:t>
            </a:r>
            <a:r>
              <a:rPr lang="en-IN" sz="1400" err="1"/>
              <a:t>sem</a:t>
            </a:r>
            <a:r>
              <a:rPr lang="en-IN" sz="1400"/>
              <a:t> </a:t>
            </a:r>
            <a:r>
              <a:rPr lang="en-IN" sz="1400" err="1"/>
              <a:t>placerat</a:t>
            </a:r>
            <a:r>
              <a:rPr lang="en-IN" sz="1400"/>
              <a:t>. In id cursus mi </a:t>
            </a:r>
            <a:r>
              <a:rPr lang="en-IN" sz="1400" err="1"/>
              <a:t>pretium</a:t>
            </a:r>
            <a:r>
              <a:rPr lang="en-IN" sz="1400"/>
              <a:t> </a:t>
            </a:r>
            <a:r>
              <a:rPr lang="en-IN" sz="1400" err="1"/>
              <a:t>tellus</a:t>
            </a:r>
            <a:r>
              <a:rPr lang="en-IN" sz="1400"/>
              <a:t> </a:t>
            </a:r>
            <a:r>
              <a:rPr lang="en-IN" sz="1400" err="1"/>
              <a:t>duis</a:t>
            </a:r>
            <a:r>
              <a:rPr lang="en-IN" sz="1400"/>
              <a:t> convallis. Tempus leo </a:t>
            </a:r>
            <a:r>
              <a:rPr lang="en-IN" sz="1400" err="1"/>
              <a:t>eu</a:t>
            </a:r>
            <a:r>
              <a:rPr lang="en-IN" sz="1400"/>
              <a:t> </a:t>
            </a:r>
            <a:r>
              <a:rPr lang="en-IN" sz="1400" err="1"/>
              <a:t>aenean</a:t>
            </a:r>
            <a:r>
              <a:rPr lang="en-IN" sz="1400"/>
              <a:t> sed </a:t>
            </a:r>
            <a:r>
              <a:rPr lang="en-IN" sz="1400" err="1"/>
              <a:t>diam</a:t>
            </a:r>
            <a:r>
              <a:rPr lang="en-IN" sz="1400"/>
              <a:t> </a:t>
            </a:r>
            <a:r>
              <a:rPr lang="en-IN" sz="1400" err="1"/>
              <a:t>urna</a:t>
            </a:r>
            <a:r>
              <a:rPr lang="en-IN" sz="1400"/>
              <a:t> </a:t>
            </a:r>
            <a:r>
              <a:rPr lang="en-IN" sz="1400" err="1"/>
              <a:t>tempor</a:t>
            </a:r>
            <a:r>
              <a:rPr lang="en-IN" sz="1400"/>
              <a:t>. Pulvinar </a:t>
            </a:r>
            <a:r>
              <a:rPr lang="en-IN" sz="1400" err="1"/>
              <a:t>vivamus</a:t>
            </a:r>
            <a:r>
              <a:rPr lang="en-IN" sz="1400"/>
              <a:t> </a:t>
            </a:r>
            <a:r>
              <a:rPr lang="en-IN" sz="1400" err="1"/>
              <a:t>fringilla</a:t>
            </a:r>
            <a:r>
              <a:rPr lang="en-IN" sz="1400"/>
              <a:t> </a:t>
            </a:r>
            <a:r>
              <a:rPr lang="en-IN" sz="1400" err="1"/>
              <a:t>lacus</a:t>
            </a:r>
            <a:r>
              <a:rPr lang="en-IN" sz="1400"/>
              <a:t> nec </a:t>
            </a:r>
            <a:r>
              <a:rPr lang="en-IN" sz="1400" err="1"/>
              <a:t>metus</a:t>
            </a:r>
            <a:r>
              <a:rPr lang="en-IN" sz="1400"/>
              <a:t> </a:t>
            </a:r>
            <a:r>
              <a:rPr lang="en-IN" sz="1400" err="1"/>
              <a:t>bibendum</a:t>
            </a:r>
            <a:r>
              <a:rPr lang="en-IN" sz="1400"/>
              <a:t> </a:t>
            </a:r>
            <a:r>
              <a:rPr lang="en-IN" sz="1400" err="1"/>
              <a:t>egestas</a:t>
            </a:r>
            <a:r>
              <a:rPr lang="en-IN" sz="1400"/>
              <a:t> Iaculis </a:t>
            </a:r>
            <a:r>
              <a:rPr lang="en-IN" sz="1400" err="1"/>
              <a:t>massa</a:t>
            </a:r>
            <a:r>
              <a:rPr lang="en-IN" sz="1400"/>
              <a:t> </a:t>
            </a:r>
            <a:r>
              <a:rPr lang="en-IN" sz="1400" err="1"/>
              <a:t>nisl</a:t>
            </a:r>
            <a:r>
              <a:rPr lang="en-IN" sz="1400"/>
              <a:t> </a:t>
            </a:r>
            <a:r>
              <a:rPr lang="en-IN" sz="1400" err="1"/>
              <a:t>malesuada</a:t>
            </a:r>
            <a:r>
              <a:rPr lang="en-IN" sz="1400"/>
              <a:t> lacinia integer nunc </a:t>
            </a:r>
            <a:r>
              <a:rPr lang="en-IN" sz="1400" err="1"/>
              <a:t>posuere</a:t>
            </a:r>
            <a:r>
              <a:rPr lang="en-IN" sz="1400"/>
              <a:t>.</a:t>
            </a:r>
          </a:p>
          <a:p>
            <a:pPr lvl="1"/>
            <a:r>
              <a:rPr lang="en-IN" sz="1400"/>
              <a:t>Lorem ipsum dolor sit amet consectetur </a:t>
            </a:r>
            <a:r>
              <a:rPr lang="en-IN" sz="1400" err="1"/>
              <a:t>adipiscing</a:t>
            </a:r>
            <a:r>
              <a:rPr lang="en-IN" sz="1400"/>
              <a:t> elit. </a:t>
            </a:r>
            <a:r>
              <a:rPr lang="en-IN" sz="1400" err="1"/>
              <a:t>Quisque</a:t>
            </a:r>
            <a:r>
              <a:rPr lang="en-IN" sz="1400"/>
              <a:t> </a:t>
            </a:r>
            <a:r>
              <a:rPr lang="en-IN" sz="1400" err="1"/>
              <a:t>faucibus</a:t>
            </a:r>
            <a:r>
              <a:rPr lang="en-IN" sz="1400"/>
              <a:t> ex </a:t>
            </a:r>
            <a:r>
              <a:rPr lang="en-IN" sz="1400" err="1"/>
              <a:t>sapien</a:t>
            </a:r>
            <a:r>
              <a:rPr lang="en-IN" sz="1400"/>
              <a:t> vitae </a:t>
            </a:r>
            <a:br>
              <a:rPr lang="en-IN" sz="1400"/>
            </a:br>
            <a:r>
              <a:rPr lang="en-IN" sz="1400" err="1"/>
              <a:t>pellentesque</a:t>
            </a:r>
            <a:r>
              <a:rPr lang="en-IN" sz="1400"/>
              <a:t> </a:t>
            </a:r>
            <a:r>
              <a:rPr lang="en-IN" sz="1400" err="1"/>
              <a:t>sem</a:t>
            </a:r>
            <a:r>
              <a:rPr lang="en-IN" sz="1400"/>
              <a:t> </a:t>
            </a:r>
            <a:r>
              <a:rPr lang="en-IN" sz="1400" err="1"/>
              <a:t>placerat</a:t>
            </a:r>
            <a:r>
              <a:rPr lang="en-IN" sz="1400"/>
              <a:t>. In id cursus mi </a:t>
            </a:r>
            <a:r>
              <a:rPr lang="en-IN" sz="1400" err="1"/>
              <a:t>pretium</a:t>
            </a:r>
            <a:r>
              <a:rPr lang="en-IN" sz="1400"/>
              <a:t> </a:t>
            </a:r>
            <a:r>
              <a:rPr lang="en-IN" sz="1400" err="1"/>
              <a:t>tellus</a:t>
            </a:r>
            <a:r>
              <a:rPr lang="en-IN" sz="1400"/>
              <a:t> </a:t>
            </a:r>
            <a:r>
              <a:rPr lang="en-IN" sz="1400" err="1"/>
              <a:t>duis</a:t>
            </a:r>
            <a:r>
              <a:rPr lang="en-IN" sz="1400"/>
              <a:t> convallis. Tempus leo </a:t>
            </a:r>
            <a:r>
              <a:rPr lang="en-IN" sz="1400" err="1"/>
              <a:t>eu</a:t>
            </a:r>
            <a:r>
              <a:rPr lang="en-IN" sz="1400"/>
              <a:t> </a:t>
            </a:r>
            <a:r>
              <a:rPr lang="en-IN" sz="1400" err="1"/>
              <a:t>aenean</a:t>
            </a:r>
            <a:r>
              <a:rPr lang="en-IN" sz="1400"/>
              <a:t> sed </a:t>
            </a:r>
            <a:r>
              <a:rPr lang="en-IN" sz="1400" err="1"/>
              <a:t>diam</a:t>
            </a:r>
            <a:r>
              <a:rPr lang="en-IN" sz="1400"/>
              <a:t> </a:t>
            </a:r>
            <a:r>
              <a:rPr lang="en-IN" sz="1400" err="1"/>
              <a:t>urna</a:t>
            </a:r>
            <a:r>
              <a:rPr lang="en-IN" sz="1400"/>
              <a:t> </a:t>
            </a:r>
            <a:r>
              <a:rPr lang="en-IN" sz="1400" err="1"/>
              <a:t>tempor</a:t>
            </a:r>
            <a:r>
              <a:rPr lang="en-IN" sz="1400"/>
              <a:t>. Pulvinar </a:t>
            </a:r>
            <a:r>
              <a:rPr lang="en-IN" sz="1400" err="1"/>
              <a:t>vivamus</a:t>
            </a:r>
            <a:r>
              <a:rPr lang="en-IN" sz="1400"/>
              <a:t> </a:t>
            </a:r>
            <a:r>
              <a:rPr lang="en-IN" sz="1400" err="1"/>
              <a:t>fringilla</a:t>
            </a:r>
            <a:r>
              <a:rPr lang="en-IN" sz="1400"/>
              <a:t> </a:t>
            </a:r>
            <a:r>
              <a:rPr lang="en-IN" sz="1400" err="1"/>
              <a:t>lacus</a:t>
            </a:r>
            <a:r>
              <a:rPr lang="en-IN" sz="1400"/>
              <a:t> nec </a:t>
            </a:r>
            <a:r>
              <a:rPr lang="en-IN" sz="1400" err="1"/>
              <a:t>metus</a:t>
            </a:r>
            <a:r>
              <a:rPr lang="en-IN" sz="1400"/>
              <a:t> </a:t>
            </a:r>
            <a:r>
              <a:rPr lang="en-IN" sz="1400" err="1"/>
              <a:t>bibendum</a:t>
            </a:r>
            <a:r>
              <a:rPr lang="en-IN" sz="1400"/>
              <a:t> </a:t>
            </a:r>
            <a:r>
              <a:rPr lang="en-IN" sz="1400" err="1"/>
              <a:t>egestas</a:t>
            </a:r>
            <a:r>
              <a:rPr lang="en-IN" sz="1400"/>
              <a:t> Iaculis </a:t>
            </a:r>
            <a:r>
              <a:rPr lang="en-IN" sz="1400" err="1"/>
              <a:t>massa</a:t>
            </a:r>
            <a:r>
              <a:rPr lang="en-IN" sz="1400"/>
              <a:t> </a:t>
            </a:r>
            <a:r>
              <a:rPr lang="en-IN" sz="1400" err="1"/>
              <a:t>nisl</a:t>
            </a:r>
            <a:r>
              <a:rPr lang="en-IN" sz="1400"/>
              <a:t> </a:t>
            </a:r>
            <a:r>
              <a:rPr lang="en-IN" sz="1400" err="1"/>
              <a:t>malesuada</a:t>
            </a:r>
            <a:r>
              <a:rPr lang="en-IN" sz="1400"/>
              <a:t> lacinia integer nunc </a:t>
            </a:r>
            <a:r>
              <a:rPr lang="en-IN" sz="1400" err="1"/>
              <a:t>posuere</a:t>
            </a:r>
            <a:r>
              <a:rPr lang="en-IN" sz="1400"/>
              <a:t>.</a:t>
            </a:r>
          </a:p>
          <a:p>
            <a:pPr lvl="1"/>
            <a:r>
              <a:rPr lang="en-IN" sz="1400"/>
              <a:t>Lorem ipsum dolor sit amet consectetur </a:t>
            </a:r>
            <a:r>
              <a:rPr lang="en-IN" sz="1400" err="1"/>
              <a:t>adipiscing</a:t>
            </a:r>
            <a:r>
              <a:rPr lang="en-IN" sz="1400"/>
              <a:t> elit. </a:t>
            </a:r>
            <a:r>
              <a:rPr lang="en-IN" sz="1400" err="1"/>
              <a:t>Quisque</a:t>
            </a:r>
            <a:r>
              <a:rPr lang="en-IN" sz="1400"/>
              <a:t> </a:t>
            </a:r>
            <a:r>
              <a:rPr lang="en-IN" sz="1400" err="1"/>
              <a:t>faucibus</a:t>
            </a:r>
            <a:r>
              <a:rPr lang="en-IN" sz="1400"/>
              <a:t> ex </a:t>
            </a:r>
            <a:r>
              <a:rPr lang="en-IN" sz="1400" err="1"/>
              <a:t>sapien</a:t>
            </a:r>
            <a:r>
              <a:rPr lang="en-IN" sz="1400"/>
              <a:t> vitae </a:t>
            </a:r>
            <a:br>
              <a:rPr lang="en-IN" sz="1400"/>
            </a:br>
            <a:r>
              <a:rPr lang="en-IN" sz="1400" err="1"/>
              <a:t>pellentesque</a:t>
            </a:r>
            <a:r>
              <a:rPr lang="en-IN" sz="1400"/>
              <a:t> </a:t>
            </a:r>
            <a:r>
              <a:rPr lang="en-IN" sz="1400" err="1"/>
              <a:t>sem</a:t>
            </a:r>
            <a:r>
              <a:rPr lang="en-IN" sz="1400"/>
              <a:t> </a:t>
            </a:r>
            <a:r>
              <a:rPr lang="en-IN" sz="1400" err="1"/>
              <a:t>placerat</a:t>
            </a:r>
            <a:r>
              <a:rPr lang="en-IN" sz="1400"/>
              <a:t>. In id cursus mi </a:t>
            </a:r>
            <a:r>
              <a:rPr lang="en-IN" sz="1400" err="1"/>
              <a:t>pretium</a:t>
            </a:r>
            <a:r>
              <a:rPr lang="en-IN" sz="1400"/>
              <a:t> </a:t>
            </a:r>
            <a:r>
              <a:rPr lang="en-IN" sz="1400" err="1"/>
              <a:t>tellus</a:t>
            </a:r>
            <a:r>
              <a:rPr lang="en-IN" sz="1400"/>
              <a:t> </a:t>
            </a:r>
            <a:r>
              <a:rPr lang="en-IN" sz="1400" err="1"/>
              <a:t>duis</a:t>
            </a:r>
            <a:r>
              <a:rPr lang="en-IN" sz="1400"/>
              <a:t> convallis. Tempus leo </a:t>
            </a:r>
            <a:r>
              <a:rPr lang="en-IN" sz="1400" err="1"/>
              <a:t>eu</a:t>
            </a:r>
            <a:r>
              <a:rPr lang="en-IN" sz="1400"/>
              <a:t> </a:t>
            </a:r>
            <a:r>
              <a:rPr lang="en-IN" sz="1400" err="1"/>
              <a:t>aenean</a:t>
            </a:r>
            <a:r>
              <a:rPr lang="en-IN" sz="1400"/>
              <a:t> sed </a:t>
            </a:r>
            <a:r>
              <a:rPr lang="en-IN" sz="1400" err="1"/>
              <a:t>diam</a:t>
            </a:r>
            <a:r>
              <a:rPr lang="en-IN" sz="1400"/>
              <a:t> </a:t>
            </a:r>
            <a:r>
              <a:rPr lang="en-IN" sz="1400" err="1"/>
              <a:t>urna</a:t>
            </a:r>
            <a:r>
              <a:rPr lang="en-IN" sz="1400"/>
              <a:t> </a:t>
            </a:r>
            <a:r>
              <a:rPr lang="en-IN" sz="1400" err="1"/>
              <a:t>tempor</a:t>
            </a:r>
            <a:r>
              <a:rPr lang="en-IN" sz="1400"/>
              <a:t>. Pulvinar </a:t>
            </a:r>
            <a:r>
              <a:rPr lang="en-IN" sz="1400" err="1"/>
              <a:t>vivamus</a:t>
            </a:r>
            <a:r>
              <a:rPr lang="en-IN" sz="1400"/>
              <a:t> </a:t>
            </a:r>
            <a:r>
              <a:rPr lang="en-IN" sz="1400" err="1"/>
              <a:t>fringilla</a:t>
            </a:r>
            <a:r>
              <a:rPr lang="en-IN" sz="1400"/>
              <a:t> </a:t>
            </a:r>
            <a:r>
              <a:rPr lang="en-IN" sz="1400" err="1"/>
              <a:t>lacus</a:t>
            </a:r>
            <a:r>
              <a:rPr lang="en-IN" sz="1400"/>
              <a:t> nec </a:t>
            </a:r>
            <a:r>
              <a:rPr lang="en-IN" sz="1400" err="1"/>
              <a:t>metus</a:t>
            </a:r>
            <a:r>
              <a:rPr lang="en-IN" sz="1400"/>
              <a:t> </a:t>
            </a:r>
            <a:r>
              <a:rPr lang="en-IN" sz="1400" err="1"/>
              <a:t>bibendum</a:t>
            </a:r>
            <a:r>
              <a:rPr lang="en-IN" sz="1400"/>
              <a:t> </a:t>
            </a:r>
            <a:r>
              <a:rPr lang="en-IN" sz="1400" err="1"/>
              <a:t>egestas</a:t>
            </a:r>
            <a:r>
              <a:rPr lang="en-IN" sz="1400"/>
              <a:t> Iaculis </a:t>
            </a:r>
            <a:r>
              <a:rPr lang="en-IN" sz="1400" err="1"/>
              <a:t>massa</a:t>
            </a:r>
            <a:r>
              <a:rPr lang="en-IN" sz="1400"/>
              <a:t> </a:t>
            </a:r>
            <a:r>
              <a:rPr lang="en-IN" sz="1400" err="1"/>
              <a:t>nisl</a:t>
            </a:r>
            <a:r>
              <a:rPr lang="en-IN" sz="1400"/>
              <a:t> </a:t>
            </a:r>
            <a:r>
              <a:rPr lang="en-IN" sz="1400" err="1"/>
              <a:t>malesuada</a:t>
            </a:r>
            <a:r>
              <a:rPr lang="en-IN" sz="1400"/>
              <a:t> lacinia integer nunc </a:t>
            </a:r>
            <a:r>
              <a:rPr lang="en-IN" sz="1400" err="1"/>
              <a:t>posuere</a:t>
            </a:r>
            <a:r>
              <a:rPr lang="en-IN" sz="1400"/>
              <a:t>.</a:t>
            </a:r>
          </a:p>
        </p:txBody>
      </p:sp>
      <p:sp>
        <p:nvSpPr>
          <p:cNvPr id="2" name="Footer Placeholder 1">
            <a:extLst>
              <a:ext uri="{FF2B5EF4-FFF2-40B4-BE49-F238E27FC236}">
                <a16:creationId xmlns:a16="http://schemas.microsoft.com/office/drawing/2014/main" id="{BC45A7DB-C05E-371C-E7E3-40238F576468}"/>
              </a:ext>
            </a:extLst>
          </p:cNvPr>
          <p:cNvSpPr>
            <a:spLocks noGrp="1"/>
          </p:cNvSpPr>
          <p:nvPr>
            <p:ph type="ftr" sz="quarter" idx="18"/>
          </p:nvPr>
        </p:nvSpPr>
        <p:spPr>
          <a:xfrm>
            <a:off x="8275638" y="6379844"/>
            <a:ext cx="3000375" cy="290039"/>
          </a:xfrm>
        </p:spPr>
        <p:txBody>
          <a:bodyPr/>
          <a:lstStyle/>
          <a:p>
            <a:r>
              <a:rPr lang="en-IN"/>
              <a:t>Footer</a:t>
            </a:r>
          </a:p>
        </p:txBody>
      </p:sp>
      <p:sp>
        <p:nvSpPr>
          <p:cNvPr id="4" name="Slide Number Placeholder 3">
            <a:extLst>
              <a:ext uri="{FF2B5EF4-FFF2-40B4-BE49-F238E27FC236}">
                <a16:creationId xmlns:a16="http://schemas.microsoft.com/office/drawing/2014/main" id="{315F983C-9D67-BEE6-2D09-375174BA8307}"/>
              </a:ext>
            </a:extLst>
          </p:cNvPr>
          <p:cNvSpPr>
            <a:spLocks noGrp="1"/>
          </p:cNvSpPr>
          <p:nvPr>
            <p:ph type="sldNum" sz="quarter" idx="19"/>
          </p:nvPr>
        </p:nvSpPr>
        <p:spPr>
          <a:xfrm>
            <a:off x="11410950" y="6382384"/>
            <a:ext cx="395478" cy="290039"/>
          </a:xfrm>
        </p:spPr>
        <p:txBody>
          <a:bodyPr/>
          <a:lstStyle/>
          <a:p>
            <a:fld id="{85AC2185-BC10-47CC-BB5A-D3C63A4C1365}" type="slidenum">
              <a:rPr lang="en-IN" smtClean="0"/>
              <a:pPr/>
              <a:t>7</a:t>
            </a:fld>
            <a:endParaRPr lang="en-IN"/>
          </a:p>
        </p:txBody>
      </p:sp>
    </p:spTree>
    <p:extLst>
      <p:ext uri="{BB962C8B-B14F-4D97-AF65-F5344CB8AC3E}">
        <p14:creationId xmlns:p14="http://schemas.microsoft.com/office/powerpoint/2010/main" val="34057013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Text Placeholder 237">
            <a:extLst>
              <a:ext uri="{FF2B5EF4-FFF2-40B4-BE49-F238E27FC236}">
                <a16:creationId xmlns:a16="http://schemas.microsoft.com/office/drawing/2014/main" id="{63FD44D0-C3FD-0907-7EC1-F3CD5C2F0D1D}"/>
              </a:ext>
            </a:extLst>
          </p:cNvPr>
          <p:cNvSpPr>
            <a:spLocks noGrp="1"/>
          </p:cNvSpPr>
          <p:nvPr>
            <p:ph type="body" sz="quarter" idx="18"/>
          </p:nvPr>
        </p:nvSpPr>
        <p:spPr>
          <a:xfrm>
            <a:off x="6126480" y="820761"/>
            <a:ext cx="5398827" cy="457200"/>
          </a:xfrm>
        </p:spPr>
        <p:txBody>
          <a:bodyPr/>
          <a:lstStyle/>
          <a:p>
            <a:r>
              <a:rPr lang="en-IN" dirty="0"/>
              <a:t>Lorem Ipsum</a:t>
            </a:r>
          </a:p>
        </p:txBody>
      </p:sp>
      <p:pic>
        <p:nvPicPr>
          <p:cNvPr id="535" name="Picture Placeholder 67">
            <a:extLst>
              <a:ext uri="{FF2B5EF4-FFF2-40B4-BE49-F238E27FC236}">
                <a16:creationId xmlns:a16="http://schemas.microsoft.com/office/drawing/2014/main" id="{6AC502A5-1493-9327-A512-D76343ABFE24}"/>
              </a:ext>
            </a:extLst>
          </p:cNvPr>
          <p:cNvPicPr>
            <a:picLocks noGrp="1" noChangeAspect="1"/>
          </p:cNvPicPr>
          <p:nvPr>
            <p:ph type="pic" sz="quarter" idx="24"/>
          </p:nvPr>
        </p:nvPicPr>
        <p:blipFill>
          <a:blip>
            <a:extLst>
              <a:ext uri="{96DAC541-7B7A-43D3-8B79-37D633B846F1}">
                <asvg:svgBlip xmlns:asvg="http://schemas.microsoft.com/office/drawing/2016/SVG/main" r:embed="rId2"/>
              </a:ext>
            </a:extLst>
          </a:blip>
          <a:srcRect l="2346" r="2346"/>
          <a:stretch/>
        </p:blipFill>
        <p:spPr>
          <a:xfrm>
            <a:off x="5391546" y="866044"/>
            <a:ext cx="325994" cy="325994"/>
          </a:xfrm>
        </p:spPr>
      </p:pic>
      <p:sp>
        <p:nvSpPr>
          <p:cNvPr id="240" name="Text Placeholder 239">
            <a:extLst>
              <a:ext uri="{FF2B5EF4-FFF2-40B4-BE49-F238E27FC236}">
                <a16:creationId xmlns:a16="http://schemas.microsoft.com/office/drawing/2014/main" id="{36CD666D-6BC7-4C97-E93E-C0BC0363E28C}"/>
              </a:ext>
            </a:extLst>
          </p:cNvPr>
          <p:cNvSpPr>
            <a:spLocks noGrp="1"/>
          </p:cNvSpPr>
          <p:nvPr>
            <p:ph type="body" sz="quarter" idx="43"/>
          </p:nvPr>
        </p:nvSpPr>
        <p:spPr>
          <a:xfrm>
            <a:off x="6131274" y="1272584"/>
            <a:ext cx="5394033" cy="492737"/>
          </a:xfrm>
        </p:spPr>
        <p:txBody>
          <a:bodyPr/>
          <a:lstStyle/>
          <a:p>
            <a:r>
              <a:rPr lang="en-IN"/>
              <a:t>Lorem ipsum dolor sit amet consectetur adipiscing elit. Quisque faucibus ex sapien vitae pellentesque sem placerat.</a:t>
            </a:r>
          </a:p>
        </p:txBody>
      </p:sp>
      <p:sp>
        <p:nvSpPr>
          <p:cNvPr id="16" name="Text Placeholder 15">
            <a:extLst>
              <a:ext uri="{FF2B5EF4-FFF2-40B4-BE49-F238E27FC236}">
                <a16:creationId xmlns:a16="http://schemas.microsoft.com/office/drawing/2014/main" id="{273C2B5E-41C8-43A9-EB4B-9D0D9CA50209}"/>
              </a:ext>
            </a:extLst>
          </p:cNvPr>
          <p:cNvSpPr>
            <a:spLocks noGrp="1"/>
          </p:cNvSpPr>
          <p:nvPr>
            <p:ph type="body" sz="quarter" idx="14"/>
          </p:nvPr>
        </p:nvSpPr>
        <p:spPr>
          <a:xfrm>
            <a:off x="385572" y="1946543"/>
            <a:ext cx="3858768" cy="421958"/>
          </a:xfrm>
        </p:spPr>
        <p:txBody>
          <a:bodyPr/>
          <a:lstStyle/>
          <a:p>
            <a:r>
              <a:rPr lang="en-US"/>
              <a:t>Place subtitle here, lorem ipsum dolor</a:t>
            </a:r>
          </a:p>
        </p:txBody>
      </p:sp>
      <p:sp>
        <p:nvSpPr>
          <p:cNvPr id="17" name="Title 16">
            <a:extLst>
              <a:ext uri="{FF2B5EF4-FFF2-40B4-BE49-F238E27FC236}">
                <a16:creationId xmlns:a16="http://schemas.microsoft.com/office/drawing/2014/main" id="{58BD6748-3D95-A51D-168C-74E28A1278C0}"/>
              </a:ext>
            </a:extLst>
          </p:cNvPr>
          <p:cNvSpPr>
            <a:spLocks noGrp="1"/>
          </p:cNvSpPr>
          <p:nvPr>
            <p:ph type="title"/>
          </p:nvPr>
        </p:nvSpPr>
        <p:spPr>
          <a:xfrm>
            <a:off x="385572" y="411479"/>
            <a:ext cx="3862578" cy="1483995"/>
          </a:xfrm>
        </p:spPr>
        <p:txBody>
          <a:bodyPr/>
          <a:lstStyle/>
          <a:p>
            <a:r>
              <a:rPr lang="en-US"/>
              <a:t>Place headline here, max. </a:t>
            </a:r>
            <a:br>
              <a:rPr lang="en-US"/>
            </a:br>
            <a:r>
              <a:rPr lang="en-US"/>
              <a:t>three lines</a:t>
            </a:r>
            <a:endParaRPr lang="en-IN"/>
          </a:p>
        </p:txBody>
      </p:sp>
      <p:sp>
        <p:nvSpPr>
          <p:cNvPr id="2" name="Footer Placeholder 1">
            <a:extLst>
              <a:ext uri="{FF2B5EF4-FFF2-40B4-BE49-F238E27FC236}">
                <a16:creationId xmlns:a16="http://schemas.microsoft.com/office/drawing/2014/main" id="{0633718B-FEC7-5FA3-788B-6BBB07FBB107}"/>
              </a:ext>
            </a:extLst>
          </p:cNvPr>
          <p:cNvSpPr>
            <a:spLocks noGrp="1"/>
          </p:cNvSpPr>
          <p:nvPr>
            <p:ph type="ftr" sz="quarter" idx="53"/>
          </p:nvPr>
        </p:nvSpPr>
        <p:spPr>
          <a:xfrm>
            <a:off x="8275638" y="6379844"/>
            <a:ext cx="3000375" cy="290039"/>
          </a:xfrm>
        </p:spPr>
        <p:txBody>
          <a:bodyPr/>
          <a:lstStyle/>
          <a:p>
            <a:r>
              <a:rPr lang="en-IN"/>
              <a:t>Footer</a:t>
            </a:r>
          </a:p>
        </p:txBody>
      </p:sp>
      <p:sp>
        <p:nvSpPr>
          <p:cNvPr id="3" name="Slide Number Placeholder 2">
            <a:extLst>
              <a:ext uri="{FF2B5EF4-FFF2-40B4-BE49-F238E27FC236}">
                <a16:creationId xmlns:a16="http://schemas.microsoft.com/office/drawing/2014/main" id="{1B1BBDCE-D95D-5886-EF96-A0BD1AC7C7BC}"/>
              </a:ext>
            </a:extLst>
          </p:cNvPr>
          <p:cNvSpPr>
            <a:spLocks noGrp="1"/>
          </p:cNvSpPr>
          <p:nvPr>
            <p:ph type="sldNum" sz="quarter" idx="54"/>
          </p:nvPr>
        </p:nvSpPr>
        <p:spPr>
          <a:xfrm>
            <a:off x="11410950" y="6382384"/>
            <a:ext cx="395478" cy="290039"/>
          </a:xfrm>
        </p:spPr>
        <p:txBody>
          <a:bodyPr/>
          <a:lstStyle/>
          <a:p>
            <a:fld id="{85AC2185-BC10-47CC-BB5A-D3C63A4C1365}" type="slidenum">
              <a:rPr lang="en-IN" smtClean="0"/>
              <a:pPr/>
              <a:t>8</a:t>
            </a:fld>
            <a:endParaRPr lang="en-IN"/>
          </a:p>
        </p:txBody>
      </p:sp>
      <p:sp>
        <p:nvSpPr>
          <p:cNvPr id="241" name="Text Placeholder 240">
            <a:extLst>
              <a:ext uri="{FF2B5EF4-FFF2-40B4-BE49-F238E27FC236}">
                <a16:creationId xmlns:a16="http://schemas.microsoft.com/office/drawing/2014/main" id="{0C44B957-5D5B-0097-DA45-9F47A0FECAF1}"/>
              </a:ext>
            </a:extLst>
          </p:cNvPr>
          <p:cNvSpPr>
            <a:spLocks noGrp="1"/>
          </p:cNvSpPr>
          <p:nvPr>
            <p:ph type="body" sz="quarter" idx="55"/>
          </p:nvPr>
        </p:nvSpPr>
        <p:spPr>
          <a:xfrm>
            <a:off x="6131274" y="2572202"/>
            <a:ext cx="5394033" cy="492737"/>
          </a:xfrm>
        </p:spPr>
        <p:txBody>
          <a:bodyPr/>
          <a:lstStyle/>
          <a:p>
            <a:r>
              <a:rPr lang="en-IN"/>
              <a:t>Lorem ipsum dolor sit amet consectetur adipiscing elit. Quisque faucibus ex sapien vitae pellentesque sem placerat.</a:t>
            </a:r>
          </a:p>
        </p:txBody>
      </p:sp>
      <p:sp>
        <p:nvSpPr>
          <p:cNvPr id="242" name="Text Placeholder 241">
            <a:extLst>
              <a:ext uri="{FF2B5EF4-FFF2-40B4-BE49-F238E27FC236}">
                <a16:creationId xmlns:a16="http://schemas.microsoft.com/office/drawing/2014/main" id="{6827AB3C-F770-87DA-65BC-29ED08170F2A}"/>
              </a:ext>
            </a:extLst>
          </p:cNvPr>
          <p:cNvSpPr>
            <a:spLocks noGrp="1"/>
          </p:cNvSpPr>
          <p:nvPr>
            <p:ph type="body" sz="quarter" idx="56"/>
          </p:nvPr>
        </p:nvSpPr>
        <p:spPr>
          <a:xfrm>
            <a:off x="6131274" y="3871820"/>
            <a:ext cx="5394033" cy="492737"/>
          </a:xfrm>
        </p:spPr>
        <p:txBody>
          <a:bodyPr/>
          <a:lstStyle/>
          <a:p>
            <a:r>
              <a:rPr lang="en-IN"/>
              <a:t>Lorem ipsum dolor sit amet consectetur adipiscing elit. Quisque faucibus ex sapien vitae pellentesque sem placerat.</a:t>
            </a:r>
          </a:p>
        </p:txBody>
      </p:sp>
      <p:sp>
        <p:nvSpPr>
          <p:cNvPr id="243" name="Text Placeholder 242">
            <a:extLst>
              <a:ext uri="{FF2B5EF4-FFF2-40B4-BE49-F238E27FC236}">
                <a16:creationId xmlns:a16="http://schemas.microsoft.com/office/drawing/2014/main" id="{0AE3B84F-0C53-6010-AE10-CF2983B20071}"/>
              </a:ext>
            </a:extLst>
          </p:cNvPr>
          <p:cNvSpPr>
            <a:spLocks noGrp="1"/>
          </p:cNvSpPr>
          <p:nvPr>
            <p:ph type="body" sz="quarter" idx="57"/>
          </p:nvPr>
        </p:nvSpPr>
        <p:spPr>
          <a:xfrm>
            <a:off x="6131274" y="5171439"/>
            <a:ext cx="5394033" cy="492737"/>
          </a:xfrm>
        </p:spPr>
        <p:txBody>
          <a:bodyPr/>
          <a:lstStyle/>
          <a:p>
            <a:r>
              <a:rPr lang="en-IN"/>
              <a:t>Lorem ipsum dolor sit amet consectetur adipiscing elit. Quisque faucibus ex sapien vitae pellentesque sem placerat.</a:t>
            </a:r>
          </a:p>
        </p:txBody>
      </p:sp>
      <p:sp>
        <p:nvSpPr>
          <p:cNvPr id="244" name="Text Placeholder 243">
            <a:extLst>
              <a:ext uri="{FF2B5EF4-FFF2-40B4-BE49-F238E27FC236}">
                <a16:creationId xmlns:a16="http://schemas.microsoft.com/office/drawing/2014/main" id="{49B30057-2E35-3667-8ACC-F12E91619AD9}"/>
              </a:ext>
            </a:extLst>
          </p:cNvPr>
          <p:cNvSpPr>
            <a:spLocks noGrp="1"/>
          </p:cNvSpPr>
          <p:nvPr>
            <p:ph type="body" sz="quarter" idx="58"/>
          </p:nvPr>
        </p:nvSpPr>
        <p:spPr>
          <a:xfrm>
            <a:off x="6126480" y="2120379"/>
            <a:ext cx="5398827" cy="457200"/>
          </a:xfrm>
        </p:spPr>
        <p:txBody>
          <a:bodyPr/>
          <a:lstStyle/>
          <a:p>
            <a:r>
              <a:rPr lang="en-IN" dirty="0"/>
              <a:t>Lorem Ipsum</a:t>
            </a:r>
          </a:p>
        </p:txBody>
      </p:sp>
      <p:pic>
        <p:nvPicPr>
          <p:cNvPr id="537" name="Picture Placeholder 67">
            <a:extLst>
              <a:ext uri="{FF2B5EF4-FFF2-40B4-BE49-F238E27FC236}">
                <a16:creationId xmlns:a16="http://schemas.microsoft.com/office/drawing/2014/main" id="{9559DD9F-3EFC-E7C2-6DFA-A72579038B55}"/>
              </a:ext>
            </a:extLst>
          </p:cNvPr>
          <p:cNvPicPr>
            <a:picLocks noGrp="1" noChangeAspect="1"/>
          </p:cNvPicPr>
          <p:nvPr>
            <p:ph type="pic" sz="quarter" idx="59"/>
          </p:nvPr>
        </p:nvPicPr>
        <p:blipFill>
          <a:blip>
            <a:extLst>
              <a:ext uri="{96DAC541-7B7A-43D3-8B79-37D633B846F1}">
                <asvg:svgBlip xmlns:asvg="http://schemas.microsoft.com/office/drawing/2016/SVG/main" r:embed="rId2"/>
              </a:ext>
            </a:extLst>
          </a:blip>
          <a:srcRect l="2577" r="2577"/>
          <a:stretch/>
        </p:blipFill>
        <p:spPr>
          <a:xfrm>
            <a:off x="5391546" y="2165662"/>
            <a:ext cx="325994" cy="325994"/>
          </a:xfrm>
        </p:spPr>
      </p:pic>
      <p:sp>
        <p:nvSpPr>
          <p:cNvPr id="246" name="Text Placeholder 245">
            <a:extLst>
              <a:ext uri="{FF2B5EF4-FFF2-40B4-BE49-F238E27FC236}">
                <a16:creationId xmlns:a16="http://schemas.microsoft.com/office/drawing/2014/main" id="{03184BD5-522D-2F2D-F5D7-38810F79E276}"/>
              </a:ext>
            </a:extLst>
          </p:cNvPr>
          <p:cNvSpPr>
            <a:spLocks noGrp="1"/>
          </p:cNvSpPr>
          <p:nvPr>
            <p:ph type="body" sz="quarter" idx="60"/>
          </p:nvPr>
        </p:nvSpPr>
        <p:spPr>
          <a:xfrm>
            <a:off x="6126480" y="3419997"/>
            <a:ext cx="5398827" cy="457200"/>
          </a:xfrm>
        </p:spPr>
        <p:txBody>
          <a:bodyPr/>
          <a:lstStyle/>
          <a:p>
            <a:r>
              <a:rPr lang="en-IN" dirty="0"/>
              <a:t>Lorem Ipsum</a:t>
            </a:r>
          </a:p>
        </p:txBody>
      </p:sp>
      <p:pic>
        <p:nvPicPr>
          <p:cNvPr id="538" name="Picture Placeholder 67">
            <a:extLst>
              <a:ext uri="{FF2B5EF4-FFF2-40B4-BE49-F238E27FC236}">
                <a16:creationId xmlns:a16="http://schemas.microsoft.com/office/drawing/2014/main" id="{9A5EA2AD-4AD8-4876-EAE5-5CB6E874CF8F}"/>
              </a:ext>
            </a:extLst>
          </p:cNvPr>
          <p:cNvPicPr>
            <a:picLocks noGrp="1" noChangeAspect="1"/>
          </p:cNvPicPr>
          <p:nvPr>
            <p:ph type="pic" sz="quarter" idx="61"/>
          </p:nvPr>
        </p:nvPicPr>
        <p:blipFill>
          <a:blip>
            <a:extLst>
              <a:ext uri="{96DAC541-7B7A-43D3-8B79-37D633B846F1}">
                <asvg:svgBlip xmlns:asvg="http://schemas.microsoft.com/office/drawing/2016/SVG/main" r:embed="rId2"/>
              </a:ext>
            </a:extLst>
          </a:blip>
          <a:srcRect l="2346" r="2346"/>
          <a:stretch/>
        </p:blipFill>
        <p:spPr>
          <a:xfrm>
            <a:off x="5391546" y="3465280"/>
            <a:ext cx="325994" cy="325994"/>
          </a:xfrm>
        </p:spPr>
      </p:pic>
      <p:sp>
        <p:nvSpPr>
          <p:cNvPr id="248" name="Text Placeholder 247">
            <a:extLst>
              <a:ext uri="{FF2B5EF4-FFF2-40B4-BE49-F238E27FC236}">
                <a16:creationId xmlns:a16="http://schemas.microsoft.com/office/drawing/2014/main" id="{70A5C3F8-4D73-4408-D856-532FD2F44766}"/>
              </a:ext>
            </a:extLst>
          </p:cNvPr>
          <p:cNvSpPr>
            <a:spLocks noGrp="1"/>
          </p:cNvSpPr>
          <p:nvPr>
            <p:ph type="body" sz="quarter" idx="62"/>
          </p:nvPr>
        </p:nvSpPr>
        <p:spPr>
          <a:xfrm>
            <a:off x="6126480" y="4719616"/>
            <a:ext cx="5398827" cy="457200"/>
          </a:xfrm>
        </p:spPr>
        <p:txBody>
          <a:bodyPr/>
          <a:lstStyle/>
          <a:p>
            <a:r>
              <a:rPr lang="en-IN" dirty="0"/>
              <a:t>Lorem Ipsum</a:t>
            </a:r>
          </a:p>
        </p:txBody>
      </p:sp>
      <p:pic>
        <p:nvPicPr>
          <p:cNvPr id="539" name="Picture Placeholder 67">
            <a:extLst>
              <a:ext uri="{FF2B5EF4-FFF2-40B4-BE49-F238E27FC236}">
                <a16:creationId xmlns:a16="http://schemas.microsoft.com/office/drawing/2014/main" id="{A8879D46-D8C6-4C52-0758-EA74C8693B74}"/>
              </a:ext>
            </a:extLst>
          </p:cNvPr>
          <p:cNvPicPr>
            <a:picLocks noGrp="1" noChangeAspect="1"/>
          </p:cNvPicPr>
          <p:nvPr>
            <p:ph type="pic" sz="quarter" idx="63"/>
          </p:nvPr>
        </p:nvPicPr>
        <p:blipFill>
          <a:blip>
            <a:extLst>
              <a:ext uri="{96DAC541-7B7A-43D3-8B79-37D633B846F1}">
                <asvg:svgBlip xmlns:asvg="http://schemas.microsoft.com/office/drawing/2016/SVG/main" r:embed="rId2"/>
              </a:ext>
            </a:extLst>
          </a:blip>
          <a:srcRect l="2346" r="2346"/>
          <a:stretch/>
        </p:blipFill>
        <p:spPr>
          <a:xfrm>
            <a:off x="5391546" y="4764899"/>
            <a:ext cx="325994" cy="325994"/>
          </a:xfrm>
        </p:spPr>
      </p:pic>
    </p:spTree>
    <p:extLst>
      <p:ext uri="{BB962C8B-B14F-4D97-AF65-F5344CB8AC3E}">
        <p14:creationId xmlns:p14="http://schemas.microsoft.com/office/powerpoint/2010/main" val="14847217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FAF0E-2136-BC0B-A717-8DFBDD5734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9E0DFC-DB15-0B92-2312-DF34A2774427}"/>
              </a:ext>
            </a:extLst>
          </p:cNvPr>
          <p:cNvSpPr>
            <a:spLocks noGrp="1"/>
          </p:cNvSpPr>
          <p:nvPr>
            <p:ph type="title"/>
          </p:nvPr>
        </p:nvSpPr>
        <p:spPr>
          <a:xfrm>
            <a:off x="385572" y="411480"/>
            <a:ext cx="11420856" cy="664844"/>
          </a:xfrm>
        </p:spPr>
        <p:txBody>
          <a:bodyPr/>
          <a:lstStyle/>
          <a:p>
            <a:r>
              <a:rPr lang="en-IN"/>
              <a:t>Place headline here</a:t>
            </a:r>
          </a:p>
        </p:txBody>
      </p:sp>
      <p:sp>
        <p:nvSpPr>
          <p:cNvPr id="383" name="Text Placeholder 382">
            <a:extLst>
              <a:ext uri="{FF2B5EF4-FFF2-40B4-BE49-F238E27FC236}">
                <a16:creationId xmlns:a16="http://schemas.microsoft.com/office/drawing/2014/main" id="{C1451F1A-72C8-14B7-1FF4-5F82688E6DBF}"/>
              </a:ext>
            </a:extLst>
          </p:cNvPr>
          <p:cNvSpPr>
            <a:spLocks noGrp="1"/>
          </p:cNvSpPr>
          <p:nvPr>
            <p:ph type="body" sz="quarter" idx="18"/>
          </p:nvPr>
        </p:nvSpPr>
        <p:spPr>
          <a:xfrm>
            <a:off x="1225550" y="3286125"/>
            <a:ext cx="2598738" cy="328613"/>
          </a:xfrm>
        </p:spPr>
        <p:txBody>
          <a:bodyPr/>
          <a:lstStyle/>
          <a:p>
            <a:r>
              <a:rPr lang="en-IN" dirty="0"/>
              <a:t>Lorem Ipsum</a:t>
            </a:r>
          </a:p>
        </p:txBody>
      </p:sp>
      <p:sp>
        <p:nvSpPr>
          <p:cNvPr id="384" name="Text Placeholder 383">
            <a:extLst>
              <a:ext uri="{FF2B5EF4-FFF2-40B4-BE49-F238E27FC236}">
                <a16:creationId xmlns:a16="http://schemas.microsoft.com/office/drawing/2014/main" id="{96D5CE58-AEA0-03E5-4C78-8CAE671895C9}"/>
              </a:ext>
            </a:extLst>
          </p:cNvPr>
          <p:cNvSpPr>
            <a:spLocks noGrp="1"/>
          </p:cNvSpPr>
          <p:nvPr>
            <p:ph type="body" sz="quarter" idx="20"/>
          </p:nvPr>
        </p:nvSpPr>
        <p:spPr>
          <a:xfrm>
            <a:off x="4795838" y="3286125"/>
            <a:ext cx="2600325" cy="328613"/>
          </a:xfrm>
        </p:spPr>
        <p:txBody>
          <a:bodyPr/>
          <a:lstStyle/>
          <a:p>
            <a:r>
              <a:rPr lang="en-IN" dirty="0"/>
              <a:t>Lorem Ipsum</a:t>
            </a:r>
          </a:p>
        </p:txBody>
      </p:sp>
      <p:sp>
        <p:nvSpPr>
          <p:cNvPr id="385" name="Text Placeholder 384">
            <a:extLst>
              <a:ext uri="{FF2B5EF4-FFF2-40B4-BE49-F238E27FC236}">
                <a16:creationId xmlns:a16="http://schemas.microsoft.com/office/drawing/2014/main" id="{3B1C77F2-B6E6-E242-7480-29B1B570A2D5}"/>
              </a:ext>
            </a:extLst>
          </p:cNvPr>
          <p:cNvSpPr>
            <a:spLocks noGrp="1"/>
          </p:cNvSpPr>
          <p:nvPr>
            <p:ph type="body" sz="quarter" idx="22"/>
          </p:nvPr>
        </p:nvSpPr>
        <p:spPr>
          <a:xfrm>
            <a:off x="8367713" y="3286125"/>
            <a:ext cx="2598737" cy="328613"/>
          </a:xfrm>
        </p:spPr>
        <p:txBody>
          <a:bodyPr/>
          <a:lstStyle/>
          <a:p>
            <a:r>
              <a:rPr lang="en-IN" dirty="0"/>
              <a:t>Lorem Ipsum</a:t>
            </a:r>
          </a:p>
        </p:txBody>
      </p:sp>
      <p:sp>
        <p:nvSpPr>
          <p:cNvPr id="389" name="Text Placeholder 388">
            <a:extLst>
              <a:ext uri="{FF2B5EF4-FFF2-40B4-BE49-F238E27FC236}">
                <a16:creationId xmlns:a16="http://schemas.microsoft.com/office/drawing/2014/main" id="{5AD42DCC-A106-B3C9-F887-0D14CB74C09A}"/>
              </a:ext>
            </a:extLst>
          </p:cNvPr>
          <p:cNvSpPr>
            <a:spLocks noGrp="1"/>
          </p:cNvSpPr>
          <p:nvPr>
            <p:ph type="body" sz="quarter" idx="43"/>
          </p:nvPr>
        </p:nvSpPr>
        <p:spPr>
          <a:xfrm>
            <a:off x="1227758" y="3791396"/>
            <a:ext cx="2596896" cy="1271242"/>
          </a:xfrm>
        </p:spPr>
        <p:txBody>
          <a:bodyPr/>
          <a:lstStyle/>
          <a:p>
            <a:r>
              <a:rPr lang="en-IN"/>
              <a:t>Lorem ipsum dolor sit </a:t>
            </a:r>
            <a:br>
              <a:rPr lang="en-IN"/>
            </a:br>
            <a:r>
              <a:rPr lang="en-IN"/>
              <a:t>amet consectetur </a:t>
            </a:r>
            <a:r>
              <a:rPr lang="en-IN" err="1"/>
              <a:t>adipiscing</a:t>
            </a:r>
            <a:r>
              <a:rPr lang="en-IN"/>
              <a:t> elit. </a:t>
            </a:r>
            <a:r>
              <a:rPr lang="en-IN" err="1"/>
              <a:t>Quisque</a:t>
            </a:r>
            <a:r>
              <a:rPr lang="en-IN"/>
              <a:t> </a:t>
            </a:r>
            <a:r>
              <a:rPr lang="en-IN" err="1"/>
              <a:t>faucibus</a:t>
            </a:r>
            <a:r>
              <a:rPr lang="en-IN"/>
              <a:t> ex </a:t>
            </a:r>
            <a:r>
              <a:rPr lang="en-IN" err="1"/>
              <a:t>sapien</a:t>
            </a:r>
            <a:r>
              <a:rPr lang="en-IN"/>
              <a:t> vitae </a:t>
            </a:r>
            <a:r>
              <a:rPr lang="en-IN" err="1"/>
              <a:t>pellentesque</a:t>
            </a:r>
            <a:r>
              <a:rPr lang="en-IN"/>
              <a:t> </a:t>
            </a:r>
            <a:br>
              <a:rPr lang="en-IN"/>
            </a:br>
            <a:r>
              <a:rPr lang="en-IN" err="1"/>
              <a:t>sem</a:t>
            </a:r>
            <a:r>
              <a:rPr lang="en-IN"/>
              <a:t> </a:t>
            </a:r>
            <a:r>
              <a:rPr lang="en-IN" err="1"/>
              <a:t>placerat</a:t>
            </a:r>
            <a:r>
              <a:rPr lang="en-IN"/>
              <a:t>.</a:t>
            </a:r>
          </a:p>
        </p:txBody>
      </p:sp>
      <p:sp>
        <p:nvSpPr>
          <p:cNvPr id="390" name="Text Placeholder 389">
            <a:extLst>
              <a:ext uri="{FF2B5EF4-FFF2-40B4-BE49-F238E27FC236}">
                <a16:creationId xmlns:a16="http://schemas.microsoft.com/office/drawing/2014/main" id="{FEC18CDE-F3DD-A537-5F08-303ABA3742E9}"/>
              </a:ext>
            </a:extLst>
          </p:cNvPr>
          <p:cNvSpPr>
            <a:spLocks noGrp="1"/>
          </p:cNvSpPr>
          <p:nvPr>
            <p:ph type="body" sz="quarter" idx="44"/>
          </p:nvPr>
        </p:nvSpPr>
        <p:spPr>
          <a:xfrm>
            <a:off x="4798706" y="3791396"/>
            <a:ext cx="2596896" cy="1271242"/>
          </a:xfrm>
        </p:spPr>
        <p:txBody>
          <a:bodyPr/>
          <a:lstStyle/>
          <a:p>
            <a:r>
              <a:rPr lang="en-IN"/>
              <a:t>Lorem ipsum dolor sit </a:t>
            </a:r>
            <a:br>
              <a:rPr lang="en-IN"/>
            </a:br>
            <a:r>
              <a:rPr lang="en-IN"/>
              <a:t>amet consectetur adipiscing elit. Quisque faucibus ex sapien vitae pellentesque </a:t>
            </a:r>
            <a:br>
              <a:rPr lang="en-IN"/>
            </a:br>
            <a:r>
              <a:rPr lang="en-IN"/>
              <a:t>sem placerat.</a:t>
            </a:r>
          </a:p>
        </p:txBody>
      </p:sp>
      <p:sp>
        <p:nvSpPr>
          <p:cNvPr id="391" name="Text Placeholder 390">
            <a:extLst>
              <a:ext uri="{FF2B5EF4-FFF2-40B4-BE49-F238E27FC236}">
                <a16:creationId xmlns:a16="http://schemas.microsoft.com/office/drawing/2014/main" id="{C03BF58C-E390-DD04-8D84-9A9F3542B6F8}"/>
              </a:ext>
            </a:extLst>
          </p:cNvPr>
          <p:cNvSpPr>
            <a:spLocks noGrp="1"/>
          </p:cNvSpPr>
          <p:nvPr>
            <p:ph type="body" sz="quarter" idx="45"/>
          </p:nvPr>
        </p:nvSpPr>
        <p:spPr>
          <a:xfrm>
            <a:off x="8369655" y="3791396"/>
            <a:ext cx="2596896" cy="1271242"/>
          </a:xfrm>
        </p:spPr>
        <p:txBody>
          <a:bodyPr/>
          <a:lstStyle/>
          <a:p>
            <a:r>
              <a:rPr lang="en-IN" dirty="0"/>
              <a:t>Lorem ipsum </a:t>
            </a:r>
            <a:r>
              <a:rPr lang="en-IN" dirty="0" err="1"/>
              <a:t>dolor</a:t>
            </a:r>
            <a:r>
              <a:rPr lang="en-IN" dirty="0"/>
              <a:t> sit </a:t>
            </a:r>
            <a:br>
              <a:rPr lang="en-IN" dirty="0"/>
            </a:b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Quisque</a:t>
            </a:r>
            <a:r>
              <a:rPr lang="en-IN" dirty="0"/>
              <a:t> </a:t>
            </a:r>
            <a:r>
              <a:rPr lang="en-IN" dirty="0" err="1"/>
              <a:t>faucibus</a:t>
            </a:r>
            <a:r>
              <a:rPr lang="en-IN" dirty="0"/>
              <a:t> ex </a:t>
            </a:r>
            <a:r>
              <a:rPr lang="en-IN" dirty="0" err="1"/>
              <a:t>sapien</a:t>
            </a:r>
            <a:r>
              <a:rPr lang="en-IN" dirty="0"/>
              <a:t> vitae </a:t>
            </a:r>
            <a:r>
              <a:rPr lang="en-IN" dirty="0" err="1"/>
              <a:t>pellentesque</a:t>
            </a:r>
            <a:r>
              <a:rPr lang="en-IN" dirty="0"/>
              <a:t> </a:t>
            </a:r>
            <a:br>
              <a:rPr lang="en-IN" dirty="0"/>
            </a:br>
            <a:r>
              <a:rPr lang="en-IN" dirty="0" err="1"/>
              <a:t>sem</a:t>
            </a:r>
            <a:r>
              <a:rPr lang="en-IN" dirty="0"/>
              <a:t> </a:t>
            </a:r>
            <a:r>
              <a:rPr lang="en-IN" dirty="0" err="1"/>
              <a:t>placerat</a:t>
            </a:r>
            <a:r>
              <a:rPr lang="en-IN" dirty="0"/>
              <a:t>.</a:t>
            </a:r>
          </a:p>
        </p:txBody>
      </p:sp>
      <p:sp>
        <p:nvSpPr>
          <p:cNvPr id="5" name="Text Placeholder 1">
            <a:extLst>
              <a:ext uri="{FF2B5EF4-FFF2-40B4-BE49-F238E27FC236}">
                <a16:creationId xmlns:a16="http://schemas.microsoft.com/office/drawing/2014/main" id="{E614E71C-3025-4BB5-A416-41A6C14806E8}"/>
              </a:ext>
            </a:extLst>
          </p:cNvPr>
          <p:cNvSpPr>
            <a:spLocks noGrp="1"/>
          </p:cNvSpPr>
          <p:nvPr>
            <p:ph type="body" sz="quarter" idx="14"/>
          </p:nvPr>
        </p:nvSpPr>
        <p:spPr>
          <a:xfrm>
            <a:off x="385572" y="1122680"/>
            <a:ext cx="11420856" cy="421958"/>
          </a:xfrm>
        </p:spPr>
        <p:txBody>
          <a:bodyPr/>
          <a:lstStyle/>
          <a:p>
            <a:pPr lvl="0"/>
            <a:r>
              <a:rPr lang="en-US"/>
              <a:t>Place subtitle here, lorem ipsum dolor</a:t>
            </a:r>
          </a:p>
        </p:txBody>
      </p:sp>
      <p:sp>
        <p:nvSpPr>
          <p:cNvPr id="6" name="Text Placeholder 8">
            <a:extLst>
              <a:ext uri="{FF2B5EF4-FFF2-40B4-BE49-F238E27FC236}">
                <a16:creationId xmlns:a16="http://schemas.microsoft.com/office/drawing/2014/main" id="{191C86EC-40C8-18D6-8E0B-FC5EE679BAD4}"/>
              </a:ext>
            </a:extLst>
          </p:cNvPr>
          <p:cNvSpPr>
            <a:spLocks noGrp="1"/>
          </p:cNvSpPr>
          <p:nvPr>
            <p:ph type="body" sz="quarter" idx="17"/>
          </p:nvPr>
        </p:nvSpPr>
        <p:spPr>
          <a:xfrm>
            <a:off x="385572" y="5686332"/>
            <a:ext cx="4572000" cy="421958"/>
          </a:xfrm>
        </p:spPr>
        <p:txBody>
          <a:bodyPr/>
          <a:lstStyle/>
          <a:p>
            <a:r>
              <a:rPr lang="en-IN"/>
              <a:t>Place source here</a:t>
            </a:r>
          </a:p>
        </p:txBody>
      </p:sp>
      <p:sp>
        <p:nvSpPr>
          <p:cNvPr id="3" name="Footer Placeholder 2">
            <a:extLst>
              <a:ext uri="{FF2B5EF4-FFF2-40B4-BE49-F238E27FC236}">
                <a16:creationId xmlns:a16="http://schemas.microsoft.com/office/drawing/2014/main" id="{2F86585D-A8AE-03DF-BA67-7264B911B308}"/>
              </a:ext>
            </a:extLst>
          </p:cNvPr>
          <p:cNvSpPr>
            <a:spLocks noGrp="1"/>
          </p:cNvSpPr>
          <p:nvPr>
            <p:ph type="ftr" sz="quarter" idx="46"/>
          </p:nvPr>
        </p:nvSpPr>
        <p:spPr>
          <a:xfrm>
            <a:off x="8275638" y="6379844"/>
            <a:ext cx="3000375" cy="290039"/>
          </a:xfrm>
        </p:spPr>
        <p:txBody>
          <a:bodyPr/>
          <a:lstStyle/>
          <a:p>
            <a:r>
              <a:rPr lang="en-IN"/>
              <a:t>Footer</a:t>
            </a:r>
          </a:p>
        </p:txBody>
      </p:sp>
      <p:sp>
        <p:nvSpPr>
          <p:cNvPr id="4" name="Slide Number Placeholder 3">
            <a:extLst>
              <a:ext uri="{FF2B5EF4-FFF2-40B4-BE49-F238E27FC236}">
                <a16:creationId xmlns:a16="http://schemas.microsoft.com/office/drawing/2014/main" id="{28F2D873-85C5-74F3-BFCD-2C7041512244}"/>
              </a:ext>
            </a:extLst>
          </p:cNvPr>
          <p:cNvSpPr>
            <a:spLocks noGrp="1"/>
          </p:cNvSpPr>
          <p:nvPr>
            <p:ph type="sldNum" sz="quarter" idx="47"/>
          </p:nvPr>
        </p:nvSpPr>
        <p:spPr>
          <a:xfrm>
            <a:off x="11410950" y="6382384"/>
            <a:ext cx="395478" cy="290039"/>
          </a:xfrm>
        </p:spPr>
        <p:txBody>
          <a:bodyPr/>
          <a:lstStyle/>
          <a:p>
            <a:fld id="{85AC2185-BC10-47CC-BB5A-D3C63A4C1365}" type="slidenum">
              <a:rPr lang="en-IN" smtClean="0"/>
              <a:pPr/>
              <a:t>9</a:t>
            </a:fld>
            <a:endParaRPr lang="en-IN"/>
          </a:p>
        </p:txBody>
      </p:sp>
      <p:pic>
        <p:nvPicPr>
          <p:cNvPr id="39" name="Picture Placeholder 70">
            <a:extLst>
              <a:ext uri="{FF2B5EF4-FFF2-40B4-BE49-F238E27FC236}">
                <a16:creationId xmlns:a16="http://schemas.microsoft.com/office/drawing/2014/main" id="{CBD16040-BDA4-2D7B-F0FB-E28B2CD370E7}"/>
              </a:ext>
            </a:extLst>
          </p:cNvPr>
          <p:cNvPicPr>
            <a:picLocks noChangeAspect="1"/>
          </p:cNvPicPr>
          <p:nvPr/>
        </p:nvPicPr>
        <p:blipFill>
          <a:blip>
            <a:extLst>
              <a:ext uri="{96DAC541-7B7A-43D3-8B79-37D633B846F1}">
                <asvg:svgBlip xmlns:asvg="http://schemas.microsoft.com/office/drawing/2016/SVG/main" r:embed="rId2"/>
              </a:ext>
            </a:extLst>
          </a:blip>
          <a:srcRect l="590" r="590"/>
          <a:stretch/>
        </p:blipFill>
        <p:spPr>
          <a:xfrm>
            <a:off x="1235710" y="2476342"/>
            <a:ext cx="547640" cy="548640"/>
          </a:xfrm>
          <a:prstGeom prst="rect">
            <a:avLst/>
          </a:prstGeom>
          <a:noFill/>
        </p:spPr>
      </p:pic>
      <p:pic>
        <p:nvPicPr>
          <p:cNvPr id="40" name="Picture Placeholder 72">
            <a:extLst>
              <a:ext uri="{FF2B5EF4-FFF2-40B4-BE49-F238E27FC236}">
                <a16:creationId xmlns:a16="http://schemas.microsoft.com/office/drawing/2014/main" id="{C6CA667F-FFF3-89A2-B7D9-CBAD745DA903}"/>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4805998" y="2476342"/>
            <a:ext cx="548640" cy="548640"/>
          </a:xfrm>
          <a:prstGeom prst="rect">
            <a:avLst/>
          </a:prstGeom>
          <a:noFill/>
        </p:spPr>
      </p:pic>
      <p:pic>
        <p:nvPicPr>
          <p:cNvPr id="41" name="Picture Placeholder 74">
            <a:extLst>
              <a:ext uri="{FF2B5EF4-FFF2-40B4-BE49-F238E27FC236}">
                <a16:creationId xmlns:a16="http://schemas.microsoft.com/office/drawing/2014/main" id="{52216A04-3FFE-5451-6E5C-3A1E5DAF2FB9}"/>
              </a:ext>
            </a:extLst>
          </p:cNvPr>
          <p:cNvPicPr>
            <a:picLocks noChangeAspect="1"/>
          </p:cNvPicPr>
          <p:nvPr/>
        </p:nvPicPr>
        <p:blipFill>
          <a:blip>
            <a:extLst>
              <a:ext uri="{96DAC541-7B7A-43D3-8B79-37D633B846F1}">
                <asvg:svgBlip xmlns:asvg="http://schemas.microsoft.com/office/drawing/2016/SVG/main" r:embed="rId4"/>
              </a:ext>
            </a:extLst>
          </a:blip>
          <a:srcRect l="1517" r="1517"/>
          <a:stretch/>
        </p:blipFill>
        <p:spPr>
          <a:xfrm>
            <a:off x="8377873" y="2476342"/>
            <a:ext cx="547638" cy="548640"/>
          </a:xfrm>
          <a:prstGeom prst="rect">
            <a:avLst/>
          </a:prstGeom>
          <a:noFill/>
        </p:spPr>
      </p:pic>
    </p:spTree>
    <p:extLst>
      <p:ext uri="{BB962C8B-B14F-4D97-AF65-F5344CB8AC3E}">
        <p14:creationId xmlns:p14="http://schemas.microsoft.com/office/powerpoint/2010/main" val="31469869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23A2E-6582-02A9-11BB-45D4EAC4DA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991AF6-E289-72CF-A70E-81FFBC596919}"/>
              </a:ext>
            </a:extLst>
          </p:cNvPr>
          <p:cNvSpPr>
            <a:spLocks noGrp="1"/>
          </p:cNvSpPr>
          <p:nvPr>
            <p:ph type="title"/>
          </p:nvPr>
        </p:nvSpPr>
        <p:spPr>
          <a:xfrm>
            <a:off x="385572" y="411480"/>
            <a:ext cx="11420856" cy="664844"/>
          </a:xfrm>
        </p:spPr>
        <p:txBody>
          <a:bodyPr/>
          <a:lstStyle/>
          <a:p>
            <a:r>
              <a:rPr lang="en-IN"/>
              <a:t>Place headline here</a:t>
            </a:r>
          </a:p>
        </p:txBody>
      </p:sp>
      <p:sp>
        <p:nvSpPr>
          <p:cNvPr id="3" name="Footer Placeholder 2">
            <a:extLst>
              <a:ext uri="{FF2B5EF4-FFF2-40B4-BE49-F238E27FC236}">
                <a16:creationId xmlns:a16="http://schemas.microsoft.com/office/drawing/2014/main" id="{EEE05A30-4A88-60C1-2E65-19C3D83D4C9A}"/>
              </a:ext>
            </a:extLst>
          </p:cNvPr>
          <p:cNvSpPr>
            <a:spLocks noGrp="1"/>
          </p:cNvSpPr>
          <p:nvPr>
            <p:ph type="ftr" sz="quarter" idx="15"/>
          </p:nvPr>
        </p:nvSpPr>
        <p:spPr>
          <a:xfrm>
            <a:off x="8275638" y="6379844"/>
            <a:ext cx="3000375" cy="290039"/>
          </a:xfrm>
        </p:spPr>
        <p:txBody>
          <a:bodyPr/>
          <a:lstStyle/>
          <a:p>
            <a:r>
              <a:rPr lang="en-IN"/>
              <a:t>Footer</a:t>
            </a:r>
          </a:p>
        </p:txBody>
      </p:sp>
      <p:sp>
        <p:nvSpPr>
          <p:cNvPr id="4" name="Slide Number Placeholder 3">
            <a:extLst>
              <a:ext uri="{FF2B5EF4-FFF2-40B4-BE49-F238E27FC236}">
                <a16:creationId xmlns:a16="http://schemas.microsoft.com/office/drawing/2014/main" id="{5FC1964A-17BB-5D9F-BE4E-A8CC71477740}"/>
              </a:ext>
            </a:extLst>
          </p:cNvPr>
          <p:cNvSpPr>
            <a:spLocks noGrp="1"/>
          </p:cNvSpPr>
          <p:nvPr>
            <p:ph type="sldNum" sz="quarter" idx="16"/>
          </p:nvPr>
        </p:nvSpPr>
        <p:spPr>
          <a:xfrm>
            <a:off x="11410950" y="6382384"/>
            <a:ext cx="395478" cy="290039"/>
          </a:xfrm>
        </p:spPr>
        <p:txBody>
          <a:bodyPr/>
          <a:lstStyle/>
          <a:p>
            <a:fld id="{85AC2185-BC10-47CC-BB5A-D3C63A4C1365}" type="slidenum">
              <a:rPr lang="en-IN" smtClean="0"/>
              <a:pPr/>
              <a:t>10</a:t>
            </a:fld>
            <a:endParaRPr lang="en-IN"/>
          </a:p>
        </p:txBody>
      </p:sp>
      <p:sp>
        <p:nvSpPr>
          <p:cNvPr id="383" name="Text Placeholder 382">
            <a:extLst>
              <a:ext uri="{FF2B5EF4-FFF2-40B4-BE49-F238E27FC236}">
                <a16:creationId xmlns:a16="http://schemas.microsoft.com/office/drawing/2014/main" id="{F45423E7-9E88-AC50-3B1D-4E87125432DC}"/>
              </a:ext>
            </a:extLst>
          </p:cNvPr>
          <p:cNvSpPr>
            <a:spLocks noGrp="1"/>
          </p:cNvSpPr>
          <p:nvPr>
            <p:ph type="body" sz="quarter" idx="18"/>
          </p:nvPr>
        </p:nvSpPr>
        <p:spPr>
          <a:xfrm>
            <a:off x="1225450" y="3286095"/>
            <a:ext cx="2599204" cy="329184"/>
          </a:xfrm>
        </p:spPr>
        <p:txBody>
          <a:bodyPr/>
          <a:lstStyle/>
          <a:p>
            <a:r>
              <a:rPr lang="en-IN" dirty="0"/>
              <a:t>Lorem Ipsum</a:t>
            </a:r>
          </a:p>
        </p:txBody>
      </p:sp>
      <p:sp>
        <p:nvSpPr>
          <p:cNvPr id="384" name="Text Placeholder 383">
            <a:extLst>
              <a:ext uri="{FF2B5EF4-FFF2-40B4-BE49-F238E27FC236}">
                <a16:creationId xmlns:a16="http://schemas.microsoft.com/office/drawing/2014/main" id="{9BBAAF57-91E8-285C-3B6D-229A636D68F4}"/>
              </a:ext>
            </a:extLst>
          </p:cNvPr>
          <p:cNvSpPr>
            <a:spLocks noGrp="1"/>
          </p:cNvSpPr>
          <p:nvPr>
            <p:ph type="body" sz="quarter" idx="20"/>
          </p:nvPr>
        </p:nvSpPr>
        <p:spPr>
          <a:xfrm>
            <a:off x="4796398" y="3286095"/>
            <a:ext cx="2599204" cy="329184"/>
          </a:xfrm>
        </p:spPr>
        <p:txBody>
          <a:bodyPr/>
          <a:lstStyle/>
          <a:p>
            <a:r>
              <a:rPr lang="en-IN" dirty="0"/>
              <a:t>Lorem Ipsum</a:t>
            </a:r>
          </a:p>
        </p:txBody>
      </p:sp>
      <p:sp>
        <p:nvSpPr>
          <p:cNvPr id="385" name="Text Placeholder 384">
            <a:extLst>
              <a:ext uri="{FF2B5EF4-FFF2-40B4-BE49-F238E27FC236}">
                <a16:creationId xmlns:a16="http://schemas.microsoft.com/office/drawing/2014/main" id="{2BC6B657-65FD-2F98-C228-D1137F6CA97B}"/>
              </a:ext>
            </a:extLst>
          </p:cNvPr>
          <p:cNvSpPr>
            <a:spLocks noGrp="1"/>
          </p:cNvSpPr>
          <p:nvPr>
            <p:ph type="body" sz="quarter" idx="22"/>
          </p:nvPr>
        </p:nvSpPr>
        <p:spPr>
          <a:xfrm>
            <a:off x="8367347" y="3286095"/>
            <a:ext cx="2599204" cy="329184"/>
          </a:xfrm>
        </p:spPr>
        <p:txBody>
          <a:bodyPr/>
          <a:lstStyle/>
          <a:p>
            <a:r>
              <a:rPr lang="en-IN" dirty="0"/>
              <a:t>Lorem Ipsum</a:t>
            </a:r>
          </a:p>
        </p:txBody>
      </p:sp>
      <p:sp>
        <p:nvSpPr>
          <p:cNvPr id="389" name="Text Placeholder 388">
            <a:extLst>
              <a:ext uri="{FF2B5EF4-FFF2-40B4-BE49-F238E27FC236}">
                <a16:creationId xmlns:a16="http://schemas.microsoft.com/office/drawing/2014/main" id="{ACD176C4-1D8F-D216-D24E-A451B78064B4}"/>
              </a:ext>
            </a:extLst>
          </p:cNvPr>
          <p:cNvSpPr>
            <a:spLocks noGrp="1"/>
          </p:cNvSpPr>
          <p:nvPr>
            <p:ph type="body" sz="quarter" idx="43"/>
          </p:nvPr>
        </p:nvSpPr>
        <p:spPr>
          <a:xfrm>
            <a:off x="1227758" y="3791396"/>
            <a:ext cx="2596896" cy="1271242"/>
          </a:xfrm>
        </p:spPr>
        <p:txBody>
          <a:bodyPr/>
          <a:lstStyle/>
          <a:p>
            <a:r>
              <a:rPr lang="en-IN"/>
              <a:t>Lorem ipsum </a:t>
            </a:r>
            <a:r>
              <a:rPr lang="en-IN" err="1"/>
              <a:t>dolor</a:t>
            </a:r>
            <a:r>
              <a:rPr lang="en-IN"/>
              <a:t> sit </a:t>
            </a:r>
            <a:br>
              <a:rPr lang="en-IN"/>
            </a:br>
            <a:r>
              <a:rPr lang="en-IN"/>
              <a:t>amet </a:t>
            </a:r>
            <a:r>
              <a:rPr lang="en-IN" err="1"/>
              <a:t>consectetur</a:t>
            </a:r>
            <a:r>
              <a:rPr lang="en-IN"/>
              <a:t> </a:t>
            </a:r>
            <a:r>
              <a:rPr lang="en-IN" err="1"/>
              <a:t>adipiscing</a:t>
            </a:r>
            <a:r>
              <a:rPr lang="en-IN"/>
              <a:t> </a:t>
            </a:r>
            <a:r>
              <a:rPr lang="en-IN" err="1"/>
              <a:t>elit</a:t>
            </a:r>
            <a:r>
              <a:rPr lang="en-IN"/>
              <a:t>. </a:t>
            </a:r>
            <a:r>
              <a:rPr lang="en-IN" err="1"/>
              <a:t>Quisque</a:t>
            </a:r>
            <a:r>
              <a:rPr lang="en-IN"/>
              <a:t> </a:t>
            </a:r>
            <a:r>
              <a:rPr lang="en-IN" err="1"/>
              <a:t>faucibus</a:t>
            </a:r>
            <a:r>
              <a:rPr lang="en-IN"/>
              <a:t> ex </a:t>
            </a:r>
            <a:r>
              <a:rPr lang="en-IN" err="1"/>
              <a:t>sapien</a:t>
            </a:r>
            <a:r>
              <a:rPr lang="en-IN"/>
              <a:t> vitae </a:t>
            </a:r>
            <a:r>
              <a:rPr lang="en-IN" err="1"/>
              <a:t>pellentesque</a:t>
            </a:r>
            <a:r>
              <a:rPr lang="en-IN"/>
              <a:t> </a:t>
            </a:r>
            <a:br>
              <a:rPr lang="en-IN"/>
            </a:br>
            <a:r>
              <a:rPr lang="en-IN" err="1"/>
              <a:t>sem</a:t>
            </a:r>
            <a:r>
              <a:rPr lang="en-IN"/>
              <a:t> </a:t>
            </a:r>
            <a:r>
              <a:rPr lang="en-IN" err="1"/>
              <a:t>placerat</a:t>
            </a:r>
            <a:r>
              <a:rPr lang="en-IN"/>
              <a:t>.</a:t>
            </a:r>
          </a:p>
        </p:txBody>
      </p:sp>
      <p:sp>
        <p:nvSpPr>
          <p:cNvPr id="390" name="Text Placeholder 389">
            <a:extLst>
              <a:ext uri="{FF2B5EF4-FFF2-40B4-BE49-F238E27FC236}">
                <a16:creationId xmlns:a16="http://schemas.microsoft.com/office/drawing/2014/main" id="{A77962A3-8F29-A8E3-1B6D-6F147F9C1597}"/>
              </a:ext>
            </a:extLst>
          </p:cNvPr>
          <p:cNvSpPr>
            <a:spLocks noGrp="1"/>
          </p:cNvSpPr>
          <p:nvPr>
            <p:ph type="body" sz="quarter" idx="44"/>
          </p:nvPr>
        </p:nvSpPr>
        <p:spPr>
          <a:xfrm>
            <a:off x="4798706" y="3791396"/>
            <a:ext cx="2596896" cy="1271242"/>
          </a:xfrm>
        </p:spPr>
        <p:txBody>
          <a:bodyPr/>
          <a:lstStyle/>
          <a:p>
            <a:r>
              <a:rPr lang="en-IN"/>
              <a:t>Lorem ipsum dolor sit </a:t>
            </a:r>
            <a:br>
              <a:rPr lang="en-IN"/>
            </a:br>
            <a:r>
              <a:rPr lang="en-IN"/>
              <a:t>amet consectetur adipiscing elit. Quisque faucibus ex sapien vitae pellentesque </a:t>
            </a:r>
            <a:br>
              <a:rPr lang="en-IN"/>
            </a:br>
            <a:r>
              <a:rPr lang="en-IN"/>
              <a:t>sem placerat.</a:t>
            </a:r>
          </a:p>
        </p:txBody>
      </p:sp>
      <p:sp>
        <p:nvSpPr>
          <p:cNvPr id="391" name="Text Placeholder 390">
            <a:extLst>
              <a:ext uri="{FF2B5EF4-FFF2-40B4-BE49-F238E27FC236}">
                <a16:creationId xmlns:a16="http://schemas.microsoft.com/office/drawing/2014/main" id="{0020F4BE-6832-E824-2B5D-4A92BF53A605}"/>
              </a:ext>
            </a:extLst>
          </p:cNvPr>
          <p:cNvSpPr>
            <a:spLocks noGrp="1"/>
          </p:cNvSpPr>
          <p:nvPr>
            <p:ph type="body" sz="quarter" idx="45"/>
          </p:nvPr>
        </p:nvSpPr>
        <p:spPr>
          <a:xfrm>
            <a:off x="8369655" y="3791396"/>
            <a:ext cx="2596896" cy="1271242"/>
          </a:xfrm>
        </p:spPr>
        <p:txBody>
          <a:bodyPr/>
          <a:lstStyle/>
          <a:p>
            <a:r>
              <a:rPr lang="en-IN"/>
              <a:t>Lorem ipsum dolor sit </a:t>
            </a:r>
            <a:br>
              <a:rPr lang="en-IN"/>
            </a:br>
            <a:r>
              <a:rPr lang="en-IN"/>
              <a:t>amet consectetur adipiscing elit. Quisque faucibus ex sapien vitae pellentesque </a:t>
            </a:r>
            <a:br>
              <a:rPr lang="en-IN"/>
            </a:br>
            <a:r>
              <a:rPr lang="en-IN"/>
              <a:t>sem placerat.</a:t>
            </a:r>
          </a:p>
        </p:txBody>
      </p:sp>
      <p:sp>
        <p:nvSpPr>
          <p:cNvPr id="5" name="Text Placeholder 1">
            <a:extLst>
              <a:ext uri="{FF2B5EF4-FFF2-40B4-BE49-F238E27FC236}">
                <a16:creationId xmlns:a16="http://schemas.microsoft.com/office/drawing/2014/main" id="{EE0D3250-89D8-4769-6010-4DB1B95799BC}"/>
              </a:ext>
            </a:extLst>
          </p:cNvPr>
          <p:cNvSpPr>
            <a:spLocks noGrp="1"/>
          </p:cNvSpPr>
          <p:nvPr>
            <p:ph type="body" sz="quarter" idx="14"/>
          </p:nvPr>
        </p:nvSpPr>
        <p:spPr>
          <a:xfrm>
            <a:off x="385572" y="1122680"/>
            <a:ext cx="11420856" cy="421958"/>
          </a:xfrm>
        </p:spPr>
        <p:txBody>
          <a:bodyPr/>
          <a:lstStyle/>
          <a:p>
            <a:pPr lvl="0"/>
            <a:r>
              <a:rPr lang="en-US"/>
              <a:t>Place subtitle here, lorem ipsum dolor</a:t>
            </a:r>
          </a:p>
        </p:txBody>
      </p:sp>
      <p:sp>
        <p:nvSpPr>
          <p:cNvPr id="35" name="Text Placeholder 8">
            <a:extLst>
              <a:ext uri="{FF2B5EF4-FFF2-40B4-BE49-F238E27FC236}">
                <a16:creationId xmlns:a16="http://schemas.microsoft.com/office/drawing/2014/main" id="{861F3371-309B-088F-2475-F0E509E760C6}"/>
              </a:ext>
            </a:extLst>
          </p:cNvPr>
          <p:cNvSpPr>
            <a:spLocks noGrp="1"/>
          </p:cNvSpPr>
          <p:nvPr>
            <p:ph type="body" sz="quarter" idx="17"/>
          </p:nvPr>
        </p:nvSpPr>
        <p:spPr>
          <a:xfrm>
            <a:off x="385572" y="5686332"/>
            <a:ext cx="4572000" cy="421958"/>
          </a:xfrm>
        </p:spPr>
        <p:txBody>
          <a:bodyPr/>
          <a:lstStyle/>
          <a:p>
            <a:r>
              <a:rPr lang="en-IN"/>
              <a:t>Place source here</a:t>
            </a:r>
          </a:p>
        </p:txBody>
      </p:sp>
      <p:pic>
        <p:nvPicPr>
          <p:cNvPr id="16" name="Picture Placeholder 70">
            <a:extLst>
              <a:ext uri="{FF2B5EF4-FFF2-40B4-BE49-F238E27FC236}">
                <a16:creationId xmlns:a16="http://schemas.microsoft.com/office/drawing/2014/main" id="{0FB1CFB2-4BB7-5C02-02E5-3C8C4E221D63}"/>
              </a:ext>
            </a:extLst>
          </p:cNvPr>
          <p:cNvPicPr>
            <a:picLocks noChangeAspect="1"/>
          </p:cNvPicPr>
          <p:nvPr/>
        </p:nvPicPr>
        <p:blipFill>
          <a:blip>
            <a:extLst>
              <a:ext uri="{96DAC541-7B7A-43D3-8B79-37D633B846F1}">
                <asvg:svgBlip xmlns:asvg="http://schemas.microsoft.com/office/drawing/2016/SVG/main" r:embed="rId2"/>
              </a:ext>
            </a:extLst>
          </a:blip>
          <a:srcRect l="590" r="590"/>
          <a:stretch/>
        </p:blipFill>
        <p:spPr>
          <a:xfrm>
            <a:off x="1235710" y="2476342"/>
            <a:ext cx="547640" cy="548640"/>
          </a:xfrm>
          <a:prstGeom prst="rect">
            <a:avLst/>
          </a:prstGeom>
          <a:noFill/>
        </p:spPr>
      </p:pic>
      <p:pic>
        <p:nvPicPr>
          <p:cNvPr id="17" name="Picture Placeholder 72">
            <a:extLst>
              <a:ext uri="{FF2B5EF4-FFF2-40B4-BE49-F238E27FC236}">
                <a16:creationId xmlns:a16="http://schemas.microsoft.com/office/drawing/2014/main" id="{160E2C41-6481-53FD-7C63-833DD0202B95}"/>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4805998" y="2476342"/>
            <a:ext cx="548640" cy="548640"/>
          </a:xfrm>
          <a:prstGeom prst="rect">
            <a:avLst/>
          </a:prstGeom>
          <a:noFill/>
        </p:spPr>
      </p:pic>
      <p:pic>
        <p:nvPicPr>
          <p:cNvPr id="18" name="Picture Placeholder 74">
            <a:extLst>
              <a:ext uri="{FF2B5EF4-FFF2-40B4-BE49-F238E27FC236}">
                <a16:creationId xmlns:a16="http://schemas.microsoft.com/office/drawing/2014/main" id="{1A07C747-6717-5DCF-599F-C68A39112BC6}"/>
              </a:ext>
            </a:extLst>
          </p:cNvPr>
          <p:cNvPicPr>
            <a:picLocks noChangeAspect="1"/>
          </p:cNvPicPr>
          <p:nvPr/>
        </p:nvPicPr>
        <p:blipFill>
          <a:blip>
            <a:extLst>
              <a:ext uri="{96DAC541-7B7A-43D3-8B79-37D633B846F1}">
                <asvg:svgBlip xmlns:asvg="http://schemas.microsoft.com/office/drawing/2016/SVG/main" r:embed="rId4"/>
              </a:ext>
            </a:extLst>
          </a:blip>
          <a:srcRect l="1517" r="1517"/>
          <a:stretch/>
        </p:blipFill>
        <p:spPr>
          <a:xfrm>
            <a:off x="8377873" y="2476342"/>
            <a:ext cx="547638" cy="548640"/>
          </a:xfrm>
          <a:prstGeom prst="rect">
            <a:avLst/>
          </a:prstGeom>
          <a:noFill/>
        </p:spPr>
      </p:pic>
    </p:spTree>
    <p:extLst>
      <p:ext uri="{BB962C8B-B14F-4D97-AF65-F5344CB8AC3E}">
        <p14:creationId xmlns:p14="http://schemas.microsoft.com/office/powerpoint/2010/main" val="13730870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CE747850-DA1B-8A29-8137-22BB1C28E773}"/>
              </a:ext>
            </a:extLst>
          </p:cNvPr>
          <p:cNvSpPr>
            <a:spLocks noGrp="1"/>
          </p:cNvSpPr>
          <p:nvPr>
            <p:ph type="title"/>
          </p:nvPr>
        </p:nvSpPr>
        <p:spPr>
          <a:xfrm>
            <a:off x="385572" y="411480"/>
            <a:ext cx="11420856" cy="664844"/>
          </a:xfrm>
        </p:spPr>
        <p:txBody>
          <a:bodyPr/>
          <a:lstStyle/>
          <a:p>
            <a:r>
              <a:rPr lang="en-IN"/>
              <a:t>Place headline here</a:t>
            </a:r>
          </a:p>
        </p:txBody>
      </p:sp>
      <p:sp>
        <p:nvSpPr>
          <p:cNvPr id="18" name="Text Placeholder 17">
            <a:extLst>
              <a:ext uri="{FF2B5EF4-FFF2-40B4-BE49-F238E27FC236}">
                <a16:creationId xmlns:a16="http://schemas.microsoft.com/office/drawing/2014/main" id="{6B3CAD1B-0A2C-9AD0-8D88-45B196C85F93}"/>
              </a:ext>
            </a:extLst>
          </p:cNvPr>
          <p:cNvSpPr>
            <a:spLocks noGrp="1"/>
          </p:cNvSpPr>
          <p:nvPr>
            <p:ph type="body" sz="quarter" idx="18"/>
          </p:nvPr>
        </p:nvSpPr>
        <p:spPr>
          <a:xfrm>
            <a:off x="1089776" y="2995075"/>
            <a:ext cx="2599204" cy="421958"/>
          </a:xfrm>
        </p:spPr>
        <p:txBody>
          <a:bodyPr/>
          <a:lstStyle/>
          <a:p>
            <a:r>
              <a:rPr lang="en-IN"/>
              <a:t>Place headline here</a:t>
            </a:r>
          </a:p>
        </p:txBody>
      </p:sp>
      <p:sp>
        <p:nvSpPr>
          <p:cNvPr id="19" name="Text Placeholder 18">
            <a:extLst>
              <a:ext uri="{FF2B5EF4-FFF2-40B4-BE49-F238E27FC236}">
                <a16:creationId xmlns:a16="http://schemas.microsoft.com/office/drawing/2014/main" id="{87991E4C-5A23-65F6-E18B-18B052220469}"/>
              </a:ext>
            </a:extLst>
          </p:cNvPr>
          <p:cNvSpPr>
            <a:spLocks noGrp="1"/>
          </p:cNvSpPr>
          <p:nvPr>
            <p:ph type="body" sz="quarter" idx="19"/>
          </p:nvPr>
        </p:nvSpPr>
        <p:spPr>
          <a:xfrm>
            <a:off x="1089776" y="3516725"/>
            <a:ext cx="2599204" cy="390811"/>
          </a:xfrm>
        </p:spPr>
        <p:txBody>
          <a:bodyPr/>
          <a:lstStyle/>
          <a:p>
            <a:r>
              <a:rPr lang="en-IN"/>
              <a:t>Lorem ipsum dolor sit amet, consectetur adipiscing elit, sed.</a:t>
            </a:r>
          </a:p>
        </p:txBody>
      </p:sp>
      <p:sp>
        <p:nvSpPr>
          <p:cNvPr id="20" name="Text Placeholder 19">
            <a:extLst>
              <a:ext uri="{FF2B5EF4-FFF2-40B4-BE49-F238E27FC236}">
                <a16:creationId xmlns:a16="http://schemas.microsoft.com/office/drawing/2014/main" id="{AE46F073-1A10-510C-3D78-00006885BB97}"/>
              </a:ext>
            </a:extLst>
          </p:cNvPr>
          <p:cNvSpPr>
            <a:spLocks noGrp="1"/>
          </p:cNvSpPr>
          <p:nvPr>
            <p:ph type="body" sz="quarter" idx="20"/>
          </p:nvPr>
        </p:nvSpPr>
        <p:spPr>
          <a:xfrm>
            <a:off x="4854892" y="2995075"/>
            <a:ext cx="2599204" cy="421958"/>
          </a:xfrm>
        </p:spPr>
        <p:txBody>
          <a:bodyPr/>
          <a:lstStyle/>
          <a:p>
            <a:r>
              <a:rPr lang="en-IN"/>
              <a:t>Place headline here</a:t>
            </a:r>
          </a:p>
        </p:txBody>
      </p:sp>
      <p:sp>
        <p:nvSpPr>
          <p:cNvPr id="21" name="Text Placeholder 20">
            <a:extLst>
              <a:ext uri="{FF2B5EF4-FFF2-40B4-BE49-F238E27FC236}">
                <a16:creationId xmlns:a16="http://schemas.microsoft.com/office/drawing/2014/main" id="{192874E7-B4A6-E484-D04E-A9AD7D12BC43}"/>
              </a:ext>
            </a:extLst>
          </p:cNvPr>
          <p:cNvSpPr>
            <a:spLocks noGrp="1"/>
          </p:cNvSpPr>
          <p:nvPr>
            <p:ph type="body" sz="quarter" idx="21"/>
          </p:nvPr>
        </p:nvSpPr>
        <p:spPr>
          <a:xfrm>
            <a:off x="4854892" y="3516725"/>
            <a:ext cx="2599204" cy="390811"/>
          </a:xfrm>
        </p:spPr>
        <p:txBody>
          <a:bodyPr/>
          <a:lstStyle/>
          <a:p>
            <a:r>
              <a:rPr lang="en-IN"/>
              <a:t>Lorem ipsum dolor sit amet, consectetur adipiscing elit, sed.</a:t>
            </a:r>
          </a:p>
        </p:txBody>
      </p:sp>
      <p:sp>
        <p:nvSpPr>
          <p:cNvPr id="22" name="Text Placeholder 21">
            <a:extLst>
              <a:ext uri="{FF2B5EF4-FFF2-40B4-BE49-F238E27FC236}">
                <a16:creationId xmlns:a16="http://schemas.microsoft.com/office/drawing/2014/main" id="{6734F26D-6183-24EC-4298-F66E0172209C}"/>
              </a:ext>
            </a:extLst>
          </p:cNvPr>
          <p:cNvSpPr>
            <a:spLocks noGrp="1"/>
          </p:cNvSpPr>
          <p:nvPr>
            <p:ph type="body" sz="quarter" idx="22"/>
          </p:nvPr>
        </p:nvSpPr>
        <p:spPr>
          <a:xfrm>
            <a:off x="8620008" y="2995075"/>
            <a:ext cx="2599204" cy="421958"/>
          </a:xfrm>
        </p:spPr>
        <p:txBody>
          <a:bodyPr/>
          <a:lstStyle/>
          <a:p>
            <a:r>
              <a:rPr lang="en-IN"/>
              <a:t>Place headline here</a:t>
            </a:r>
          </a:p>
        </p:txBody>
      </p:sp>
      <p:sp>
        <p:nvSpPr>
          <p:cNvPr id="23" name="Text Placeholder 22">
            <a:extLst>
              <a:ext uri="{FF2B5EF4-FFF2-40B4-BE49-F238E27FC236}">
                <a16:creationId xmlns:a16="http://schemas.microsoft.com/office/drawing/2014/main" id="{AF2F83CD-1B85-2356-0CDD-ECF6387A6EBB}"/>
              </a:ext>
            </a:extLst>
          </p:cNvPr>
          <p:cNvSpPr>
            <a:spLocks noGrp="1"/>
          </p:cNvSpPr>
          <p:nvPr>
            <p:ph type="body" sz="quarter" idx="23"/>
          </p:nvPr>
        </p:nvSpPr>
        <p:spPr>
          <a:xfrm>
            <a:off x="8620008" y="3516725"/>
            <a:ext cx="2599204" cy="390811"/>
          </a:xfrm>
        </p:spPr>
        <p:txBody>
          <a:bodyPr/>
          <a:lstStyle/>
          <a:p>
            <a:r>
              <a:rPr lang="en-IN"/>
              <a:t>Lorem ipsum dolor sit amet, consectetur adipiscing elit, sed.</a:t>
            </a:r>
          </a:p>
        </p:txBody>
      </p:sp>
      <p:sp>
        <p:nvSpPr>
          <p:cNvPr id="2" name="Text Placeholder 5">
            <a:extLst>
              <a:ext uri="{FF2B5EF4-FFF2-40B4-BE49-F238E27FC236}">
                <a16:creationId xmlns:a16="http://schemas.microsoft.com/office/drawing/2014/main" id="{827048A2-F505-819E-98CC-9FDB03A43527}"/>
              </a:ext>
            </a:extLst>
          </p:cNvPr>
          <p:cNvSpPr>
            <a:spLocks noGrp="1"/>
          </p:cNvSpPr>
          <p:nvPr>
            <p:ph type="body" sz="quarter" idx="14" hasCustomPrompt="1"/>
          </p:nvPr>
        </p:nvSpPr>
        <p:spPr>
          <a:xfrm>
            <a:off x="385572" y="1122680"/>
            <a:ext cx="11420856" cy="421958"/>
          </a:xfrm>
        </p:spPr>
        <p:txBody>
          <a:bodyPr anchor="t"/>
          <a:lstStyle>
            <a:lvl1pPr algn="ctr">
              <a:defRPr sz="1200">
                <a:latin typeface="+mn-lt"/>
              </a:defRPr>
            </a:lvl1pPr>
          </a:lstStyle>
          <a:p>
            <a:pPr lvl="0"/>
            <a:r>
              <a:rPr lang="en-US"/>
              <a:t>Place subtitle here, lorem ipsum dolor</a:t>
            </a:r>
          </a:p>
        </p:txBody>
      </p:sp>
      <p:sp>
        <p:nvSpPr>
          <p:cNvPr id="34" name="Text Placeholder 5">
            <a:extLst>
              <a:ext uri="{FF2B5EF4-FFF2-40B4-BE49-F238E27FC236}">
                <a16:creationId xmlns:a16="http://schemas.microsoft.com/office/drawing/2014/main" id="{1C29F5FE-8802-51AF-A190-84D9FEDA2064}"/>
              </a:ext>
            </a:extLst>
          </p:cNvPr>
          <p:cNvSpPr>
            <a:spLocks noGrp="1"/>
          </p:cNvSpPr>
          <p:nvPr>
            <p:ph type="body" sz="quarter" idx="17" hasCustomPrompt="1"/>
          </p:nvPr>
        </p:nvSpPr>
        <p:spPr>
          <a:xfrm>
            <a:off x="385572" y="5686332"/>
            <a:ext cx="4572000" cy="421958"/>
          </a:xfrm>
        </p:spPr>
        <p:txBody>
          <a:bodyPr anchor="b"/>
          <a:lstStyle>
            <a:lvl1pPr>
              <a:defRPr sz="800">
                <a:latin typeface="+mn-lt"/>
              </a:defRPr>
            </a:lvl1pPr>
          </a:lstStyle>
          <a:p>
            <a:pPr lvl="0"/>
            <a:r>
              <a:rPr lang="en-US"/>
              <a:t>Place source here</a:t>
            </a:r>
          </a:p>
        </p:txBody>
      </p:sp>
      <p:sp>
        <p:nvSpPr>
          <p:cNvPr id="3" name="Footer Placeholder 2">
            <a:extLst>
              <a:ext uri="{FF2B5EF4-FFF2-40B4-BE49-F238E27FC236}">
                <a16:creationId xmlns:a16="http://schemas.microsoft.com/office/drawing/2014/main" id="{6FA08186-0092-5AB3-40DD-54DAFC39277C}"/>
              </a:ext>
            </a:extLst>
          </p:cNvPr>
          <p:cNvSpPr>
            <a:spLocks noGrp="1"/>
          </p:cNvSpPr>
          <p:nvPr>
            <p:ph type="ftr" sz="quarter" idx="24"/>
          </p:nvPr>
        </p:nvSpPr>
        <p:spPr>
          <a:xfrm>
            <a:off x="8275638" y="6379844"/>
            <a:ext cx="3000375" cy="290039"/>
          </a:xfrm>
        </p:spPr>
        <p:txBody>
          <a:bodyPr/>
          <a:lstStyle/>
          <a:p>
            <a:r>
              <a:rPr lang="en-IN"/>
              <a:t>Footer</a:t>
            </a:r>
          </a:p>
        </p:txBody>
      </p:sp>
      <p:sp>
        <p:nvSpPr>
          <p:cNvPr id="4" name="Slide Number Placeholder 3">
            <a:extLst>
              <a:ext uri="{FF2B5EF4-FFF2-40B4-BE49-F238E27FC236}">
                <a16:creationId xmlns:a16="http://schemas.microsoft.com/office/drawing/2014/main" id="{C616B97A-95B9-5C57-9184-EA08F8E91F8D}"/>
              </a:ext>
            </a:extLst>
          </p:cNvPr>
          <p:cNvSpPr>
            <a:spLocks noGrp="1"/>
          </p:cNvSpPr>
          <p:nvPr>
            <p:ph type="sldNum" sz="quarter" idx="25"/>
          </p:nvPr>
        </p:nvSpPr>
        <p:spPr>
          <a:xfrm>
            <a:off x="11410950" y="6382384"/>
            <a:ext cx="395478" cy="290039"/>
          </a:xfrm>
        </p:spPr>
        <p:txBody>
          <a:bodyPr/>
          <a:lstStyle/>
          <a:p>
            <a:fld id="{85AC2185-BC10-47CC-BB5A-D3C63A4C1365}" type="slidenum">
              <a:rPr lang="en-IN" smtClean="0"/>
              <a:pPr/>
              <a:t>11</a:t>
            </a:fld>
            <a:endParaRPr lang="en-IN"/>
          </a:p>
        </p:txBody>
      </p:sp>
    </p:spTree>
    <p:extLst>
      <p:ext uri="{BB962C8B-B14F-4D97-AF65-F5344CB8AC3E}">
        <p14:creationId xmlns:p14="http://schemas.microsoft.com/office/powerpoint/2010/main" val="3426012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Placeholder 76">
            <a:extLst>
              <a:ext uri="{FF2B5EF4-FFF2-40B4-BE49-F238E27FC236}">
                <a16:creationId xmlns:a16="http://schemas.microsoft.com/office/drawing/2014/main" id="{0F9858CD-D9D6-5825-9973-55327ADA3E40}"/>
              </a:ext>
            </a:extLst>
          </p:cNvPr>
          <p:cNvPicPr>
            <a:picLocks noGrp="1" noChangeAspect="1"/>
          </p:cNvPicPr>
          <p:nvPr>
            <p:ph type="pic" sz="quarter" idx="18"/>
          </p:nvPr>
        </p:nvPicPr>
        <p:blipFill>
          <a:blip r:embed="rId2" cstate="screen">
            <a:extLst>
              <a:ext uri="{28A0092B-C50C-407E-A947-70E740481C1C}">
                <a14:useLocalDpi xmlns:a14="http://schemas.microsoft.com/office/drawing/2010/main"/>
              </a:ext>
            </a:extLst>
          </a:blip>
          <a:srcRect/>
          <a:stretch/>
        </p:blipFill>
        <p:spPr>
          <a:xfrm>
            <a:off x="215266" y="1759776"/>
            <a:ext cx="3794760" cy="4325112"/>
          </a:xfrm>
        </p:spPr>
      </p:pic>
      <p:sp>
        <p:nvSpPr>
          <p:cNvPr id="146" name="Title 145">
            <a:extLst>
              <a:ext uri="{FF2B5EF4-FFF2-40B4-BE49-F238E27FC236}">
                <a16:creationId xmlns:a16="http://schemas.microsoft.com/office/drawing/2014/main" id="{BD6C551F-2392-B60A-4081-698B56A4DF48}"/>
              </a:ext>
            </a:extLst>
          </p:cNvPr>
          <p:cNvSpPr>
            <a:spLocks noGrp="1"/>
          </p:cNvSpPr>
          <p:nvPr>
            <p:ph type="title"/>
          </p:nvPr>
        </p:nvSpPr>
        <p:spPr>
          <a:xfrm>
            <a:off x="385572" y="411480"/>
            <a:ext cx="11420856" cy="664844"/>
          </a:xfrm>
        </p:spPr>
        <p:txBody>
          <a:bodyPr/>
          <a:lstStyle/>
          <a:p>
            <a:r>
              <a:rPr lang="en-IN"/>
              <a:t>Place headline here</a:t>
            </a:r>
          </a:p>
        </p:txBody>
      </p:sp>
      <p:pic>
        <p:nvPicPr>
          <p:cNvPr id="76" name="Picture Placeholder 75">
            <a:extLst>
              <a:ext uri="{FF2B5EF4-FFF2-40B4-BE49-F238E27FC236}">
                <a16:creationId xmlns:a16="http://schemas.microsoft.com/office/drawing/2014/main" id="{603B145B-7CAC-E2F5-3E34-D19CD9622A29}"/>
              </a:ext>
            </a:extLst>
          </p:cNvPr>
          <p:cNvPicPr>
            <a:picLocks noGrp="1" noChangeAspect="1"/>
          </p:cNvPicPr>
          <p:nvPr>
            <p:ph type="pic" sz="quarter" idx="21"/>
          </p:nvPr>
        </p:nvPicPr>
        <p:blipFill>
          <a:blip r:embed="rId3" cstate="screen">
            <a:extLst>
              <a:ext uri="{28A0092B-C50C-407E-A947-70E740481C1C}">
                <a14:useLocalDpi xmlns:a14="http://schemas.microsoft.com/office/drawing/2010/main"/>
              </a:ext>
            </a:extLst>
          </a:blip>
          <a:srcRect/>
          <a:stretch/>
        </p:blipFill>
        <p:spPr>
          <a:xfrm>
            <a:off x="4195610" y="1759776"/>
            <a:ext cx="3794760" cy="4325112"/>
          </a:xfrm>
        </p:spPr>
      </p:pic>
      <p:pic>
        <p:nvPicPr>
          <p:cNvPr id="152" name="Picture Placeholder 151">
            <a:extLst>
              <a:ext uri="{FF2B5EF4-FFF2-40B4-BE49-F238E27FC236}">
                <a16:creationId xmlns:a16="http://schemas.microsoft.com/office/drawing/2014/main" id="{33A50038-E14E-D218-5DEE-29628ED9B0AC}"/>
              </a:ext>
            </a:extLst>
          </p:cNvPr>
          <p:cNvPicPr>
            <a:picLocks noGrp="1" noChangeAspect="1"/>
          </p:cNvPicPr>
          <p:nvPr>
            <p:ph type="pic" sz="quarter" idx="22"/>
          </p:nvPr>
        </p:nvPicPr>
        <p:blipFill>
          <a:blip r:embed="rId4" cstate="screen">
            <a:extLst>
              <a:ext uri="{28A0092B-C50C-407E-A947-70E740481C1C}">
                <a14:useLocalDpi xmlns:a14="http://schemas.microsoft.com/office/drawing/2010/main"/>
              </a:ext>
            </a:extLst>
          </a:blip>
          <a:srcRect/>
          <a:stretch/>
        </p:blipFill>
        <p:spPr>
          <a:xfrm>
            <a:off x="8175953" y="1759776"/>
            <a:ext cx="3794760" cy="4325112"/>
          </a:xfrm>
        </p:spPr>
      </p:pic>
      <p:sp>
        <p:nvSpPr>
          <p:cNvPr id="267" name="Text Placeholder 266">
            <a:extLst>
              <a:ext uri="{FF2B5EF4-FFF2-40B4-BE49-F238E27FC236}">
                <a16:creationId xmlns:a16="http://schemas.microsoft.com/office/drawing/2014/main" id="{69EA94A2-F0F0-C9CD-2692-A1E7D071E83D}"/>
              </a:ext>
            </a:extLst>
          </p:cNvPr>
          <p:cNvSpPr>
            <a:spLocks noGrp="1"/>
          </p:cNvSpPr>
          <p:nvPr>
            <p:ph type="body" sz="quarter" idx="23"/>
          </p:nvPr>
        </p:nvSpPr>
        <p:spPr>
          <a:xfrm>
            <a:off x="383667" y="4881024"/>
            <a:ext cx="2222373" cy="629759"/>
          </a:xfrm>
        </p:spPr>
        <p:txBody>
          <a:bodyPr/>
          <a:lstStyle/>
          <a:p>
            <a:r>
              <a:rPr lang="da-DK"/>
              <a:t>Lorem </a:t>
            </a:r>
            <a:br>
              <a:rPr lang="da-DK"/>
            </a:br>
            <a:r>
              <a:rPr lang="da-DK"/>
              <a:t>ipsum dolor</a:t>
            </a:r>
            <a:endParaRPr lang="en-US"/>
          </a:p>
        </p:txBody>
      </p:sp>
      <p:sp>
        <p:nvSpPr>
          <p:cNvPr id="268" name="Text Placeholder 267">
            <a:extLst>
              <a:ext uri="{FF2B5EF4-FFF2-40B4-BE49-F238E27FC236}">
                <a16:creationId xmlns:a16="http://schemas.microsoft.com/office/drawing/2014/main" id="{C8E02F7C-7273-D10C-FC2C-4106CDFC7C0E}"/>
              </a:ext>
            </a:extLst>
          </p:cNvPr>
          <p:cNvSpPr>
            <a:spLocks noGrp="1"/>
          </p:cNvSpPr>
          <p:nvPr>
            <p:ph type="body" sz="quarter" idx="24"/>
          </p:nvPr>
        </p:nvSpPr>
        <p:spPr>
          <a:xfrm>
            <a:off x="4369018" y="4881024"/>
            <a:ext cx="2222373" cy="629759"/>
          </a:xfrm>
        </p:spPr>
        <p:txBody>
          <a:bodyPr/>
          <a:lstStyle/>
          <a:p>
            <a:r>
              <a:rPr lang="da-DK" err="1"/>
              <a:t>Lorem</a:t>
            </a:r>
            <a:r>
              <a:rPr lang="da-DK"/>
              <a:t> </a:t>
            </a:r>
            <a:br>
              <a:rPr lang="da-DK"/>
            </a:br>
            <a:r>
              <a:rPr lang="da-DK" err="1"/>
              <a:t>ipsum</a:t>
            </a:r>
            <a:r>
              <a:rPr lang="da-DK"/>
              <a:t> </a:t>
            </a:r>
            <a:r>
              <a:rPr lang="da-DK" err="1"/>
              <a:t>dolor</a:t>
            </a:r>
            <a:endParaRPr lang="en-US"/>
          </a:p>
        </p:txBody>
      </p:sp>
      <p:sp>
        <p:nvSpPr>
          <p:cNvPr id="269" name="Text Placeholder 268">
            <a:extLst>
              <a:ext uri="{FF2B5EF4-FFF2-40B4-BE49-F238E27FC236}">
                <a16:creationId xmlns:a16="http://schemas.microsoft.com/office/drawing/2014/main" id="{1FA387DE-109E-B792-5D2D-4EF680A77D39}"/>
              </a:ext>
            </a:extLst>
          </p:cNvPr>
          <p:cNvSpPr>
            <a:spLocks noGrp="1"/>
          </p:cNvSpPr>
          <p:nvPr>
            <p:ph type="body" sz="quarter" idx="25"/>
          </p:nvPr>
        </p:nvSpPr>
        <p:spPr>
          <a:xfrm>
            <a:off x="8348171" y="4881024"/>
            <a:ext cx="2222373" cy="629759"/>
          </a:xfrm>
        </p:spPr>
        <p:txBody>
          <a:bodyPr/>
          <a:lstStyle/>
          <a:p>
            <a:r>
              <a:rPr lang="da-DK"/>
              <a:t>Lorem </a:t>
            </a:r>
            <a:br>
              <a:rPr lang="da-DK"/>
            </a:br>
            <a:r>
              <a:rPr lang="da-DK"/>
              <a:t>ipsum dolor</a:t>
            </a:r>
            <a:endParaRPr lang="en-US"/>
          </a:p>
        </p:txBody>
      </p:sp>
      <p:sp>
        <p:nvSpPr>
          <p:cNvPr id="4" name="Footer Placeholder 3">
            <a:extLst>
              <a:ext uri="{FF2B5EF4-FFF2-40B4-BE49-F238E27FC236}">
                <a16:creationId xmlns:a16="http://schemas.microsoft.com/office/drawing/2014/main" id="{59E0B638-0AC3-348C-DCC2-CEC522BD1736}"/>
              </a:ext>
            </a:extLst>
          </p:cNvPr>
          <p:cNvSpPr>
            <a:spLocks noGrp="1"/>
          </p:cNvSpPr>
          <p:nvPr>
            <p:ph type="ftr" sz="quarter" idx="26"/>
          </p:nvPr>
        </p:nvSpPr>
        <p:spPr>
          <a:xfrm>
            <a:off x="8275638" y="6379844"/>
            <a:ext cx="3000375" cy="290039"/>
          </a:xfrm>
        </p:spPr>
        <p:txBody>
          <a:bodyPr/>
          <a:lstStyle/>
          <a:p>
            <a:r>
              <a:rPr lang="en-IN"/>
              <a:t>Footer</a:t>
            </a:r>
          </a:p>
        </p:txBody>
      </p:sp>
      <p:sp>
        <p:nvSpPr>
          <p:cNvPr id="5" name="Slide Number Placeholder 4">
            <a:extLst>
              <a:ext uri="{FF2B5EF4-FFF2-40B4-BE49-F238E27FC236}">
                <a16:creationId xmlns:a16="http://schemas.microsoft.com/office/drawing/2014/main" id="{B41BDE54-9729-AD14-7BEE-538379A04C6D}"/>
              </a:ext>
            </a:extLst>
          </p:cNvPr>
          <p:cNvSpPr>
            <a:spLocks noGrp="1"/>
          </p:cNvSpPr>
          <p:nvPr>
            <p:ph type="sldNum" sz="quarter" idx="27"/>
          </p:nvPr>
        </p:nvSpPr>
        <p:spPr>
          <a:xfrm>
            <a:off x="11410950" y="6382384"/>
            <a:ext cx="395478" cy="290039"/>
          </a:xfrm>
        </p:spPr>
        <p:txBody>
          <a:bodyPr/>
          <a:lstStyle/>
          <a:p>
            <a:fld id="{85AC2185-BC10-47CC-BB5A-D3C63A4C1365}" type="slidenum">
              <a:rPr lang="en-IN" smtClean="0"/>
              <a:pPr/>
              <a:t>12</a:t>
            </a:fld>
            <a:endParaRPr lang="en-IN"/>
          </a:p>
        </p:txBody>
      </p:sp>
    </p:spTree>
    <p:extLst>
      <p:ext uri="{BB962C8B-B14F-4D97-AF65-F5344CB8AC3E}">
        <p14:creationId xmlns:p14="http://schemas.microsoft.com/office/powerpoint/2010/main" val="25899958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599FB-FE24-0AD7-1EFA-39A647121801}"/>
            </a:ext>
          </a:extLst>
        </p:cNvPr>
        <p:cNvGrpSpPr/>
        <p:nvPr/>
      </p:nvGrpSpPr>
      <p:grpSpPr>
        <a:xfrm>
          <a:off x="0" y="0"/>
          <a:ext cx="0" cy="0"/>
          <a:chOff x="0" y="0"/>
          <a:chExt cx="0" cy="0"/>
        </a:xfrm>
      </p:grpSpPr>
      <p:sp>
        <p:nvSpPr>
          <p:cNvPr id="17" name="Rounded Rectangle 10">
            <a:extLst>
              <a:ext uri="{FF2B5EF4-FFF2-40B4-BE49-F238E27FC236}">
                <a16:creationId xmlns:a16="http://schemas.microsoft.com/office/drawing/2014/main" id="{427F691E-79B5-11B9-A8BF-C82F258EAABB}"/>
              </a:ext>
            </a:extLst>
          </p:cNvPr>
          <p:cNvSpPr/>
          <p:nvPr/>
        </p:nvSpPr>
        <p:spPr>
          <a:xfrm>
            <a:off x="385572" y="1431236"/>
            <a:ext cx="3642491" cy="4452730"/>
          </a:xfrm>
          <a:prstGeom prst="roundRect">
            <a:avLst>
              <a:gd name="adj" fmla="val 9187"/>
            </a:avLst>
          </a:prstGeom>
          <a:solidFill>
            <a:srgbClr val="F0F0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0">
            <a:extLst>
              <a:ext uri="{FF2B5EF4-FFF2-40B4-BE49-F238E27FC236}">
                <a16:creationId xmlns:a16="http://schemas.microsoft.com/office/drawing/2014/main" id="{11E2D6E3-5084-4F67-7D5F-0F3038B9C963}"/>
              </a:ext>
            </a:extLst>
          </p:cNvPr>
          <p:cNvSpPr/>
          <p:nvPr/>
        </p:nvSpPr>
        <p:spPr>
          <a:xfrm>
            <a:off x="4274132" y="1431236"/>
            <a:ext cx="3642491" cy="4452730"/>
          </a:xfrm>
          <a:prstGeom prst="roundRect">
            <a:avLst>
              <a:gd name="adj" fmla="val 9187"/>
            </a:avLst>
          </a:prstGeom>
          <a:solidFill>
            <a:srgbClr val="F0F0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10">
            <a:extLst>
              <a:ext uri="{FF2B5EF4-FFF2-40B4-BE49-F238E27FC236}">
                <a16:creationId xmlns:a16="http://schemas.microsoft.com/office/drawing/2014/main" id="{C37235C4-F071-E2E2-9288-F3F66C7517CF}"/>
              </a:ext>
            </a:extLst>
          </p:cNvPr>
          <p:cNvSpPr/>
          <p:nvPr/>
        </p:nvSpPr>
        <p:spPr>
          <a:xfrm>
            <a:off x="8162692" y="1431236"/>
            <a:ext cx="3642491" cy="4452730"/>
          </a:xfrm>
          <a:prstGeom prst="roundRect">
            <a:avLst>
              <a:gd name="adj" fmla="val 9187"/>
            </a:avLst>
          </a:prstGeom>
          <a:solidFill>
            <a:srgbClr val="F0F0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1">
            <a:extLst>
              <a:ext uri="{FF2B5EF4-FFF2-40B4-BE49-F238E27FC236}">
                <a16:creationId xmlns:a16="http://schemas.microsoft.com/office/drawing/2014/main" id="{9770A295-07C4-A01E-76D5-85F5048CE8DF}"/>
              </a:ext>
            </a:extLst>
          </p:cNvPr>
          <p:cNvSpPr>
            <a:spLocks noGrp="1"/>
          </p:cNvSpPr>
          <p:nvPr>
            <p:ph type="title"/>
          </p:nvPr>
        </p:nvSpPr>
        <p:spPr>
          <a:xfrm>
            <a:off x="385572" y="411480"/>
            <a:ext cx="11420856" cy="664844"/>
          </a:xfrm>
        </p:spPr>
        <p:txBody>
          <a:bodyPr/>
          <a:lstStyle/>
          <a:p>
            <a:r>
              <a:rPr lang="en-IN"/>
              <a:t>Place headline here</a:t>
            </a:r>
          </a:p>
        </p:txBody>
      </p:sp>
      <p:sp>
        <p:nvSpPr>
          <p:cNvPr id="26" name="Text Placeholder 25">
            <a:extLst>
              <a:ext uri="{FF2B5EF4-FFF2-40B4-BE49-F238E27FC236}">
                <a16:creationId xmlns:a16="http://schemas.microsoft.com/office/drawing/2014/main" id="{AC72B028-FF3B-36A2-299B-FC1A970AC1A5}"/>
              </a:ext>
            </a:extLst>
          </p:cNvPr>
          <p:cNvSpPr>
            <a:spLocks noGrp="1"/>
          </p:cNvSpPr>
          <p:nvPr>
            <p:ph type="body" sz="quarter" idx="18"/>
          </p:nvPr>
        </p:nvSpPr>
        <p:spPr>
          <a:xfrm>
            <a:off x="776804" y="1833526"/>
            <a:ext cx="2841040" cy="837783"/>
          </a:xfrm>
        </p:spPr>
        <p:txBody>
          <a:bodyPr/>
          <a:lstStyle/>
          <a:p>
            <a:pPr lvl="0"/>
            <a:r>
              <a:rPr lang="en-US" dirty="0">
                <a:solidFill>
                  <a:schemeClr val="bg2"/>
                </a:solidFill>
              </a:rPr>
              <a:t>Place </a:t>
            </a:r>
            <a:br>
              <a:rPr lang="en-US" dirty="0">
                <a:solidFill>
                  <a:schemeClr val="bg2"/>
                </a:solidFill>
              </a:rPr>
            </a:br>
            <a:r>
              <a:rPr lang="en-US" dirty="0">
                <a:solidFill>
                  <a:schemeClr val="bg2"/>
                </a:solidFill>
              </a:rPr>
              <a:t>headline here</a:t>
            </a:r>
          </a:p>
        </p:txBody>
      </p:sp>
      <p:sp>
        <p:nvSpPr>
          <p:cNvPr id="27" name="Text Placeholder 26">
            <a:extLst>
              <a:ext uri="{FF2B5EF4-FFF2-40B4-BE49-F238E27FC236}">
                <a16:creationId xmlns:a16="http://schemas.microsoft.com/office/drawing/2014/main" id="{C0B6D2F5-1377-8D64-E6DE-A5A798AB985C}"/>
              </a:ext>
            </a:extLst>
          </p:cNvPr>
          <p:cNvSpPr>
            <a:spLocks noGrp="1"/>
          </p:cNvSpPr>
          <p:nvPr>
            <p:ph type="body" sz="quarter" idx="19"/>
          </p:nvPr>
        </p:nvSpPr>
        <p:spPr>
          <a:xfrm>
            <a:off x="776804" y="3026222"/>
            <a:ext cx="2841040" cy="390811"/>
          </a:xfrm>
        </p:spPr>
        <p:txBody>
          <a:bodyPr/>
          <a:lstStyle/>
          <a:p>
            <a:pPr lvl="0"/>
            <a:r>
              <a:rPr lang="en-US">
                <a:solidFill>
                  <a:schemeClr val="bg2"/>
                </a:solidFill>
              </a:rPr>
              <a:t>Lorem ipsum dolor sit amet, consectetur adipiscing elit, sed.</a:t>
            </a:r>
          </a:p>
        </p:txBody>
      </p:sp>
      <p:sp>
        <p:nvSpPr>
          <p:cNvPr id="28" name="Text Placeholder 27">
            <a:extLst>
              <a:ext uri="{FF2B5EF4-FFF2-40B4-BE49-F238E27FC236}">
                <a16:creationId xmlns:a16="http://schemas.microsoft.com/office/drawing/2014/main" id="{804D4152-F207-7637-4BAC-E7339C0C7A07}"/>
              </a:ext>
            </a:extLst>
          </p:cNvPr>
          <p:cNvSpPr>
            <a:spLocks noGrp="1"/>
          </p:cNvSpPr>
          <p:nvPr>
            <p:ph type="body" sz="quarter" idx="20"/>
          </p:nvPr>
        </p:nvSpPr>
        <p:spPr>
          <a:xfrm>
            <a:off x="4675480" y="1833526"/>
            <a:ext cx="2841040" cy="837783"/>
          </a:xfrm>
        </p:spPr>
        <p:txBody>
          <a:bodyPr/>
          <a:lstStyle/>
          <a:p>
            <a:pPr lvl="0"/>
            <a:r>
              <a:rPr lang="en-US">
                <a:solidFill>
                  <a:schemeClr val="bg2"/>
                </a:solidFill>
              </a:rPr>
              <a:t>Place </a:t>
            </a:r>
            <a:br>
              <a:rPr lang="en-US">
                <a:solidFill>
                  <a:schemeClr val="bg2"/>
                </a:solidFill>
              </a:rPr>
            </a:br>
            <a:r>
              <a:rPr lang="en-US">
                <a:solidFill>
                  <a:schemeClr val="bg2"/>
                </a:solidFill>
              </a:rPr>
              <a:t>headline here</a:t>
            </a:r>
          </a:p>
        </p:txBody>
      </p:sp>
      <p:sp>
        <p:nvSpPr>
          <p:cNvPr id="29" name="Text Placeholder 28">
            <a:extLst>
              <a:ext uri="{FF2B5EF4-FFF2-40B4-BE49-F238E27FC236}">
                <a16:creationId xmlns:a16="http://schemas.microsoft.com/office/drawing/2014/main" id="{E8D15D92-ED73-5E82-B7C7-90CC0C13CC3B}"/>
              </a:ext>
            </a:extLst>
          </p:cNvPr>
          <p:cNvSpPr>
            <a:spLocks noGrp="1"/>
          </p:cNvSpPr>
          <p:nvPr>
            <p:ph type="body" sz="quarter" idx="21"/>
          </p:nvPr>
        </p:nvSpPr>
        <p:spPr>
          <a:xfrm>
            <a:off x="4675480" y="3026222"/>
            <a:ext cx="2841040" cy="390811"/>
          </a:xfrm>
        </p:spPr>
        <p:txBody>
          <a:bodyPr/>
          <a:lstStyle/>
          <a:p>
            <a:pPr lvl="0"/>
            <a:r>
              <a:rPr lang="en-US">
                <a:solidFill>
                  <a:schemeClr val="bg2"/>
                </a:solidFill>
              </a:rPr>
              <a:t>Lorem ipsum dolor sit amet, consectetur adipiscing elit, sed.</a:t>
            </a:r>
          </a:p>
        </p:txBody>
      </p:sp>
      <p:sp>
        <p:nvSpPr>
          <p:cNvPr id="30" name="Text Placeholder 29">
            <a:extLst>
              <a:ext uri="{FF2B5EF4-FFF2-40B4-BE49-F238E27FC236}">
                <a16:creationId xmlns:a16="http://schemas.microsoft.com/office/drawing/2014/main" id="{879C1BAE-7024-E4A3-A2E4-98715F47A815}"/>
              </a:ext>
            </a:extLst>
          </p:cNvPr>
          <p:cNvSpPr>
            <a:spLocks noGrp="1"/>
          </p:cNvSpPr>
          <p:nvPr>
            <p:ph type="body" sz="quarter" idx="22"/>
          </p:nvPr>
        </p:nvSpPr>
        <p:spPr>
          <a:xfrm>
            <a:off x="8569910" y="1833526"/>
            <a:ext cx="2841040" cy="837783"/>
          </a:xfrm>
        </p:spPr>
        <p:txBody>
          <a:bodyPr/>
          <a:lstStyle/>
          <a:p>
            <a:pPr lvl="0"/>
            <a:r>
              <a:rPr lang="en-US">
                <a:solidFill>
                  <a:schemeClr val="bg2"/>
                </a:solidFill>
              </a:rPr>
              <a:t>Place </a:t>
            </a:r>
            <a:br>
              <a:rPr lang="en-US">
                <a:solidFill>
                  <a:schemeClr val="bg2"/>
                </a:solidFill>
              </a:rPr>
            </a:br>
            <a:r>
              <a:rPr lang="en-US">
                <a:solidFill>
                  <a:schemeClr val="bg2"/>
                </a:solidFill>
              </a:rPr>
              <a:t>headline here</a:t>
            </a:r>
          </a:p>
        </p:txBody>
      </p:sp>
      <p:sp>
        <p:nvSpPr>
          <p:cNvPr id="31" name="Text Placeholder 30">
            <a:extLst>
              <a:ext uri="{FF2B5EF4-FFF2-40B4-BE49-F238E27FC236}">
                <a16:creationId xmlns:a16="http://schemas.microsoft.com/office/drawing/2014/main" id="{0B1FB547-7702-E852-46CD-71FFE4F80022}"/>
              </a:ext>
            </a:extLst>
          </p:cNvPr>
          <p:cNvSpPr>
            <a:spLocks noGrp="1"/>
          </p:cNvSpPr>
          <p:nvPr>
            <p:ph type="body" sz="quarter" idx="23"/>
          </p:nvPr>
        </p:nvSpPr>
        <p:spPr>
          <a:xfrm>
            <a:off x="8569910" y="3026222"/>
            <a:ext cx="2841040" cy="390811"/>
          </a:xfrm>
        </p:spPr>
        <p:txBody>
          <a:bodyPr/>
          <a:lstStyle/>
          <a:p>
            <a:pPr lvl="0"/>
            <a:r>
              <a:rPr lang="en-US">
                <a:solidFill>
                  <a:schemeClr val="bg2"/>
                </a:solidFill>
              </a:rPr>
              <a:t>Lorem ipsum dolor sit amet, consectetur adipiscing elit, sed.</a:t>
            </a:r>
          </a:p>
        </p:txBody>
      </p:sp>
      <p:sp>
        <p:nvSpPr>
          <p:cNvPr id="3" name="Footer Placeholder 2">
            <a:extLst>
              <a:ext uri="{FF2B5EF4-FFF2-40B4-BE49-F238E27FC236}">
                <a16:creationId xmlns:a16="http://schemas.microsoft.com/office/drawing/2014/main" id="{B3FD25DE-6BC8-1D04-C6FC-80CA0924B76F}"/>
              </a:ext>
            </a:extLst>
          </p:cNvPr>
          <p:cNvSpPr>
            <a:spLocks noGrp="1"/>
          </p:cNvSpPr>
          <p:nvPr>
            <p:ph type="ftr" sz="quarter" idx="24"/>
          </p:nvPr>
        </p:nvSpPr>
        <p:spPr>
          <a:xfrm>
            <a:off x="8275638" y="6379844"/>
            <a:ext cx="3000375" cy="290039"/>
          </a:xfrm>
        </p:spPr>
        <p:txBody>
          <a:bodyPr/>
          <a:lstStyle/>
          <a:p>
            <a:r>
              <a:rPr lang="en-IN"/>
              <a:t>Footer</a:t>
            </a:r>
          </a:p>
        </p:txBody>
      </p:sp>
      <p:sp>
        <p:nvSpPr>
          <p:cNvPr id="4" name="Slide Number Placeholder 3">
            <a:extLst>
              <a:ext uri="{FF2B5EF4-FFF2-40B4-BE49-F238E27FC236}">
                <a16:creationId xmlns:a16="http://schemas.microsoft.com/office/drawing/2014/main" id="{E3FB2EFA-5363-352F-9548-270A5205BBA9}"/>
              </a:ext>
            </a:extLst>
          </p:cNvPr>
          <p:cNvSpPr>
            <a:spLocks noGrp="1"/>
          </p:cNvSpPr>
          <p:nvPr>
            <p:ph type="sldNum" sz="quarter" idx="25"/>
          </p:nvPr>
        </p:nvSpPr>
        <p:spPr>
          <a:xfrm>
            <a:off x="11410950" y="6382384"/>
            <a:ext cx="395478" cy="290039"/>
          </a:xfrm>
        </p:spPr>
        <p:txBody>
          <a:bodyPr/>
          <a:lstStyle/>
          <a:p>
            <a:fld id="{85AC2185-BC10-47CC-BB5A-D3C63A4C1365}" type="slidenum">
              <a:rPr lang="en-IN" smtClean="0"/>
              <a:pPr/>
              <a:t>13</a:t>
            </a:fld>
            <a:endParaRPr lang="en-IN"/>
          </a:p>
        </p:txBody>
      </p:sp>
    </p:spTree>
    <p:extLst>
      <p:ext uri="{BB962C8B-B14F-4D97-AF65-F5344CB8AC3E}">
        <p14:creationId xmlns:p14="http://schemas.microsoft.com/office/powerpoint/2010/main" val="15525917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F217DAE-1DCB-DCE0-2B60-DDD29304C872}"/>
              </a:ext>
            </a:extLst>
          </p:cNvPr>
          <p:cNvSpPr>
            <a:spLocks noGrp="1"/>
          </p:cNvSpPr>
          <p:nvPr>
            <p:ph type="title"/>
          </p:nvPr>
        </p:nvSpPr>
        <p:spPr/>
        <p:txBody>
          <a:bodyPr/>
          <a:lstStyle/>
          <a:p>
            <a:r>
              <a:rPr lang="en-IN"/>
              <a:t>Place headline here</a:t>
            </a:r>
          </a:p>
        </p:txBody>
      </p:sp>
      <p:sp>
        <p:nvSpPr>
          <p:cNvPr id="7" name="Text Placeholder 6">
            <a:extLst>
              <a:ext uri="{FF2B5EF4-FFF2-40B4-BE49-F238E27FC236}">
                <a16:creationId xmlns:a16="http://schemas.microsoft.com/office/drawing/2014/main" id="{65947DAD-2C70-87A4-526D-0E47F6C30311}"/>
              </a:ext>
            </a:extLst>
          </p:cNvPr>
          <p:cNvSpPr>
            <a:spLocks noGrp="1"/>
          </p:cNvSpPr>
          <p:nvPr>
            <p:ph type="body" sz="quarter" idx="17"/>
          </p:nvPr>
        </p:nvSpPr>
        <p:spPr>
          <a:xfrm>
            <a:off x="457517" y="2015651"/>
            <a:ext cx="2825115" cy="421958"/>
          </a:xfrm>
        </p:spPr>
        <p:txBody>
          <a:bodyPr/>
          <a:lstStyle/>
          <a:p>
            <a:r>
              <a:rPr lang="en-US"/>
              <a:t>Place headline here, </a:t>
            </a:r>
            <a:br>
              <a:rPr lang="en-US"/>
            </a:br>
            <a:r>
              <a:rPr lang="en-US"/>
              <a:t>lorem ipsum dolor</a:t>
            </a:r>
          </a:p>
        </p:txBody>
      </p:sp>
      <p:graphicFrame>
        <p:nvGraphicFramePr>
          <p:cNvPr id="31" name="Chart Placeholder 30">
            <a:extLst>
              <a:ext uri="{FF2B5EF4-FFF2-40B4-BE49-F238E27FC236}">
                <a16:creationId xmlns:a16="http://schemas.microsoft.com/office/drawing/2014/main" id="{7D0091E1-4545-F25E-FE06-D0BC8F235966}"/>
              </a:ext>
            </a:extLst>
          </p:cNvPr>
          <p:cNvGraphicFramePr>
            <a:graphicFrameLocks noGrp="1"/>
          </p:cNvGraphicFramePr>
          <p:nvPr>
            <p:ph type="chart" sz="quarter" idx="21"/>
            <p:extLst>
              <p:ext uri="{D42A27DB-BD31-4B8C-83A1-F6EECF244321}">
                <p14:modId xmlns:p14="http://schemas.microsoft.com/office/powerpoint/2010/main" val="2493756323"/>
              </p:ext>
            </p:extLst>
          </p:nvPr>
        </p:nvGraphicFramePr>
        <p:xfrm>
          <a:off x="1870075" y="2437609"/>
          <a:ext cx="2487613" cy="310356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3" name="Chart Placeholder 30">
            <a:extLst>
              <a:ext uri="{FF2B5EF4-FFF2-40B4-BE49-F238E27FC236}">
                <a16:creationId xmlns:a16="http://schemas.microsoft.com/office/drawing/2014/main" id="{2E5B28FD-A0EB-4F6C-6164-9F2BD5FF7CD8}"/>
              </a:ext>
            </a:extLst>
          </p:cNvPr>
          <p:cNvGraphicFramePr>
            <a:graphicFrameLocks noGrp="1"/>
          </p:cNvGraphicFramePr>
          <p:nvPr>
            <p:ph type="chart" sz="quarter" idx="23"/>
            <p:extLst>
              <p:ext uri="{D42A27DB-BD31-4B8C-83A1-F6EECF244321}">
                <p14:modId xmlns:p14="http://schemas.microsoft.com/office/powerpoint/2010/main" val="2340880158"/>
              </p:ext>
            </p:extLst>
          </p:nvPr>
        </p:nvGraphicFramePr>
        <p:xfrm>
          <a:off x="7834313" y="2437609"/>
          <a:ext cx="2487612" cy="3103562"/>
        </p:xfrm>
        <a:graphic>
          <a:graphicData uri="http://schemas.openxmlformats.org/drawingml/2006/chart">
            <c:chart xmlns:c="http://schemas.openxmlformats.org/drawingml/2006/chart" xmlns:r="http://schemas.openxmlformats.org/officeDocument/2006/relationships" r:id="rId3"/>
          </a:graphicData>
        </a:graphic>
      </p:graphicFrame>
      <p:sp>
        <p:nvSpPr>
          <p:cNvPr id="34" name="Text Placeholder 6">
            <a:extLst>
              <a:ext uri="{FF2B5EF4-FFF2-40B4-BE49-F238E27FC236}">
                <a16:creationId xmlns:a16="http://schemas.microsoft.com/office/drawing/2014/main" id="{E95D412F-83AE-A154-4614-EF7FB372E319}"/>
              </a:ext>
            </a:extLst>
          </p:cNvPr>
          <p:cNvSpPr txBox="1">
            <a:spLocks/>
          </p:cNvSpPr>
          <p:nvPr/>
        </p:nvSpPr>
        <p:spPr>
          <a:xfrm>
            <a:off x="2705416" y="3851541"/>
            <a:ext cx="816930" cy="275698"/>
          </a:xfrm>
          <a:prstGeom prst="rect">
            <a:avLst/>
          </a:prstGeom>
        </p:spPr>
        <p:txBody>
          <a:bodyPr vert="horz" lIns="0" tIns="0" rIns="0" bIns="0" rtlCol="0" anchor="ctr" anchorCtr="0">
            <a:noAutofit/>
          </a:bodyPr>
          <a:lstStyle>
            <a:lvl1pPr marL="0" indent="-228600" algn="l" defTabSz="914400" rtl="0" eaLnBrk="1" latinLnBrk="0" hangingPunct="1">
              <a:lnSpc>
                <a:spcPct val="90000"/>
              </a:lnSpc>
              <a:spcBef>
                <a:spcPts val="0"/>
              </a:spcBef>
              <a:spcAft>
                <a:spcPts val="600"/>
              </a:spcAft>
              <a:buFont typeface="Arial" panose="020B0604020202020204" pitchFamily="34" charset="0"/>
              <a:buNone/>
              <a:defRPr sz="1000" b="0" kern="1200" cap="all" baseline="0">
                <a:solidFill>
                  <a:schemeClr val="bg2"/>
                </a:solidFill>
                <a:latin typeface="+mn-lt"/>
                <a:ea typeface="+mn-ea"/>
                <a:cs typeface="+mn-cs"/>
              </a:defRPr>
            </a:lvl1pPr>
            <a:lvl2pPr marL="228600" indent="-228600" algn="l" defTabSz="914400" rtl="0" eaLnBrk="1" latinLnBrk="0" hangingPunct="1">
              <a:lnSpc>
                <a:spcPct val="90000"/>
              </a:lnSpc>
              <a:spcBef>
                <a:spcPts val="0"/>
              </a:spcBef>
              <a:spcAft>
                <a:spcPts val="600"/>
              </a:spcAft>
              <a:buFont typeface="Arial" panose="020B0604020202020204" pitchFamily="34" charset="0"/>
              <a:buChar char="•"/>
              <a:defRPr sz="1200" b="0" kern="1200">
                <a:solidFill>
                  <a:schemeClr val="tx1"/>
                </a:solidFill>
                <a:latin typeface="+mn-lt"/>
                <a:ea typeface="+mn-ea"/>
                <a:cs typeface="+mn-cs"/>
              </a:defRPr>
            </a:lvl2pPr>
            <a:lvl3pPr marL="475488" indent="-228600" algn="l" defTabSz="914400" rtl="0" eaLnBrk="1" latinLnBrk="0" hangingPunct="1">
              <a:lnSpc>
                <a:spcPct val="90000"/>
              </a:lnSpc>
              <a:spcBef>
                <a:spcPts val="0"/>
              </a:spcBef>
              <a:spcAft>
                <a:spcPts val="600"/>
              </a:spcAft>
              <a:buFont typeface="Arial" panose="020B0604020202020204" pitchFamily="34" charset="0"/>
              <a:buChar char="•"/>
              <a:defRPr sz="1200" b="0" kern="1200">
                <a:solidFill>
                  <a:schemeClr val="tx1"/>
                </a:solidFill>
                <a:latin typeface="+mn-lt"/>
                <a:ea typeface="+mn-ea"/>
                <a:cs typeface="+mn-cs"/>
              </a:defRPr>
            </a:lvl3pPr>
            <a:lvl4pPr marL="740664" indent="-228600" algn="l" defTabSz="914400" rtl="0" eaLnBrk="1" latinLnBrk="0" hangingPunct="1">
              <a:lnSpc>
                <a:spcPct val="90000"/>
              </a:lnSpc>
              <a:spcBef>
                <a:spcPts val="0"/>
              </a:spcBef>
              <a:spcAft>
                <a:spcPts val="600"/>
              </a:spcAft>
              <a:buFont typeface="Arial" panose="020B0604020202020204" pitchFamily="34" charset="0"/>
              <a:buChar char="•"/>
              <a:defRPr sz="1200" b="0" kern="1200">
                <a:solidFill>
                  <a:schemeClr val="tx1"/>
                </a:solidFill>
                <a:latin typeface="+mn-lt"/>
                <a:ea typeface="+mn-ea"/>
                <a:cs typeface="+mn-cs"/>
              </a:defRPr>
            </a:lvl4pPr>
            <a:lvl5pPr marL="987552" indent="-228600" algn="l" defTabSz="914400" rtl="0" eaLnBrk="1" latinLnBrk="0" hangingPunct="1">
              <a:lnSpc>
                <a:spcPct val="90000"/>
              </a:lnSpc>
              <a:spcBef>
                <a:spcPts val="0"/>
              </a:spcBef>
              <a:spcAft>
                <a:spcPts val="600"/>
              </a:spcAft>
              <a:buFont typeface="Arial" panose="020B0604020202020204" pitchFamily="34" charset="0"/>
              <a:buChar char="•"/>
              <a:defRPr sz="12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t>xx Data</a:t>
            </a:r>
          </a:p>
        </p:txBody>
      </p:sp>
      <p:sp>
        <p:nvSpPr>
          <p:cNvPr id="36" name="Text Placeholder 6">
            <a:extLst>
              <a:ext uri="{FF2B5EF4-FFF2-40B4-BE49-F238E27FC236}">
                <a16:creationId xmlns:a16="http://schemas.microsoft.com/office/drawing/2014/main" id="{AC0A07FC-A9E3-28DA-176A-64573C0221C9}"/>
              </a:ext>
            </a:extLst>
          </p:cNvPr>
          <p:cNvSpPr txBox="1">
            <a:spLocks/>
          </p:cNvSpPr>
          <p:nvPr/>
        </p:nvSpPr>
        <p:spPr>
          <a:xfrm>
            <a:off x="8669654" y="3851541"/>
            <a:ext cx="816930" cy="275698"/>
          </a:xfrm>
          <a:prstGeom prst="rect">
            <a:avLst/>
          </a:prstGeom>
        </p:spPr>
        <p:txBody>
          <a:bodyPr vert="horz" lIns="0" tIns="0" rIns="0" bIns="0" rtlCol="0" anchor="ctr" anchorCtr="0">
            <a:noAutofit/>
          </a:bodyPr>
          <a:lstStyle>
            <a:lvl1pPr marL="0" indent="-228600" algn="l" defTabSz="914400" rtl="0" eaLnBrk="1" latinLnBrk="0" hangingPunct="1">
              <a:lnSpc>
                <a:spcPct val="90000"/>
              </a:lnSpc>
              <a:spcBef>
                <a:spcPts val="0"/>
              </a:spcBef>
              <a:spcAft>
                <a:spcPts val="600"/>
              </a:spcAft>
              <a:buFont typeface="Arial" panose="020B0604020202020204" pitchFamily="34" charset="0"/>
              <a:buNone/>
              <a:defRPr sz="1000" b="0" kern="1200" cap="all" baseline="0">
                <a:solidFill>
                  <a:schemeClr val="bg2"/>
                </a:solidFill>
                <a:latin typeface="+mn-lt"/>
                <a:ea typeface="+mn-ea"/>
                <a:cs typeface="+mn-cs"/>
              </a:defRPr>
            </a:lvl1pPr>
            <a:lvl2pPr marL="228600" indent="-228600" algn="l" defTabSz="914400" rtl="0" eaLnBrk="1" latinLnBrk="0" hangingPunct="1">
              <a:lnSpc>
                <a:spcPct val="90000"/>
              </a:lnSpc>
              <a:spcBef>
                <a:spcPts val="0"/>
              </a:spcBef>
              <a:spcAft>
                <a:spcPts val="600"/>
              </a:spcAft>
              <a:buFont typeface="Arial" panose="020B0604020202020204" pitchFamily="34" charset="0"/>
              <a:buChar char="•"/>
              <a:defRPr sz="1200" b="0" kern="1200">
                <a:solidFill>
                  <a:schemeClr val="tx1"/>
                </a:solidFill>
                <a:latin typeface="+mn-lt"/>
                <a:ea typeface="+mn-ea"/>
                <a:cs typeface="+mn-cs"/>
              </a:defRPr>
            </a:lvl2pPr>
            <a:lvl3pPr marL="475488" indent="-228600" algn="l" defTabSz="914400" rtl="0" eaLnBrk="1" latinLnBrk="0" hangingPunct="1">
              <a:lnSpc>
                <a:spcPct val="90000"/>
              </a:lnSpc>
              <a:spcBef>
                <a:spcPts val="0"/>
              </a:spcBef>
              <a:spcAft>
                <a:spcPts val="600"/>
              </a:spcAft>
              <a:buFont typeface="Arial" panose="020B0604020202020204" pitchFamily="34" charset="0"/>
              <a:buChar char="•"/>
              <a:defRPr sz="1200" b="0" kern="1200">
                <a:solidFill>
                  <a:schemeClr val="tx1"/>
                </a:solidFill>
                <a:latin typeface="+mn-lt"/>
                <a:ea typeface="+mn-ea"/>
                <a:cs typeface="+mn-cs"/>
              </a:defRPr>
            </a:lvl3pPr>
            <a:lvl4pPr marL="740664" indent="-228600" algn="l" defTabSz="914400" rtl="0" eaLnBrk="1" latinLnBrk="0" hangingPunct="1">
              <a:lnSpc>
                <a:spcPct val="90000"/>
              </a:lnSpc>
              <a:spcBef>
                <a:spcPts val="0"/>
              </a:spcBef>
              <a:spcAft>
                <a:spcPts val="600"/>
              </a:spcAft>
              <a:buFont typeface="Arial" panose="020B0604020202020204" pitchFamily="34" charset="0"/>
              <a:buChar char="•"/>
              <a:defRPr sz="1200" b="0" kern="1200">
                <a:solidFill>
                  <a:schemeClr val="tx1"/>
                </a:solidFill>
                <a:latin typeface="+mn-lt"/>
                <a:ea typeface="+mn-ea"/>
                <a:cs typeface="+mn-cs"/>
              </a:defRPr>
            </a:lvl4pPr>
            <a:lvl5pPr marL="987552" indent="-228600" algn="l" defTabSz="914400" rtl="0" eaLnBrk="1" latinLnBrk="0" hangingPunct="1">
              <a:lnSpc>
                <a:spcPct val="90000"/>
              </a:lnSpc>
              <a:spcBef>
                <a:spcPts val="0"/>
              </a:spcBef>
              <a:spcAft>
                <a:spcPts val="600"/>
              </a:spcAft>
              <a:buFont typeface="Arial" panose="020B0604020202020204" pitchFamily="34" charset="0"/>
              <a:buChar char="•"/>
              <a:defRPr sz="12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t>xx Data</a:t>
            </a:r>
          </a:p>
        </p:txBody>
      </p:sp>
      <p:graphicFrame>
        <p:nvGraphicFramePr>
          <p:cNvPr id="9" name="Chart Placeholder 30">
            <a:extLst>
              <a:ext uri="{FF2B5EF4-FFF2-40B4-BE49-F238E27FC236}">
                <a16:creationId xmlns:a16="http://schemas.microsoft.com/office/drawing/2014/main" id="{1FD00B68-8CE8-2A58-E149-432944C7D7B5}"/>
              </a:ext>
            </a:extLst>
          </p:cNvPr>
          <p:cNvGraphicFramePr>
            <a:graphicFrameLocks/>
          </p:cNvGraphicFramePr>
          <p:nvPr>
            <p:extLst>
              <p:ext uri="{D42A27DB-BD31-4B8C-83A1-F6EECF244321}">
                <p14:modId xmlns:p14="http://schemas.microsoft.com/office/powerpoint/2010/main" val="982433742"/>
              </p:ext>
            </p:extLst>
          </p:nvPr>
        </p:nvGraphicFramePr>
        <p:xfrm>
          <a:off x="4852194" y="2437609"/>
          <a:ext cx="2487613" cy="3103562"/>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 Placeholder 6">
            <a:extLst>
              <a:ext uri="{FF2B5EF4-FFF2-40B4-BE49-F238E27FC236}">
                <a16:creationId xmlns:a16="http://schemas.microsoft.com/office/drawing/2014/main" id="{8B0EFADF-0301-E995-B25F-4B81B0EE8448}"/>
              </a:ext>
            </a:extLst>
          </p:cNvPr>
          <p:cNvSpPr txBox="1">
            <a:spLocks/>
          </p:cNvSpPr>
          <p:nvPr/>
        </p:nvSpPr>
        <p:spPr>
          <a:xfrm>
            <a:off x="5687535" y="3851541"/>
            <a:ext cx="816930" cy="275698"/>
          </a:xfrm>
          <a:prstGeom prst="rect">
            <a:avLst/>
          </a:prstGeom>
        </p:spPr>
        <p:txBody>
          <a:bodyPr vert="horz" lIns="0" tIns="0" rIns="0" bIns="0" rtlCol="0" anchor="ctr" anchorCtr="0">
            <a:noAutofit/>
          </a:bodyPr>
          <a:lstStyle>
            <a:lvl1pPr marL="0" indent="-228600" algn="l" defTabSz="914400" rtl="0" eaLnBrk="1" latinLnBrk="0" hangingPunct="1">
              <a:lnSpc>
                <a:spcPct val="90000"/>
              </a:lnSpc>
              <a:spcBef>
                <a:spcPts val="0"/>
              </a:spcBef>
              <a:spcAft>
                <a:spcPts val="600"/>
              </a:spcAft>
              <a:buFont typeface="Arial" panose="020B0604020202020204" pitchFamily="34" charset="0"/>
              <a:buNone/>
              <a:defRPr sz="1000" b="0" kern="1200" cap="all" baseline="0">
                <a:solidFill>
                  <a:schemeClr val="bg2"/>
                </a:solidFill>
                <a:latin typeface="+mn-lt"/>
                <a:ea typeface="+mn-ea"/>
                <a:cs typeface="+mn-cs"/>
              </a:defRPr>
            </a:lvl1pPr>
            <a:lvl2pPr marL="228600" indent="-228600" algn="l" defTabSz="914400" rtl="0" eaLnBrk="1" latinLnBrk="0" hangingPunct="1">
              <a:lnSpc>
                <a:spcPct val="90000"/>
              </a:lnSpc>
              <a:spcBef>
                <a:spcPts val="0"/>
              </a:spcBef>
              <a:spcAft>
                <a:spcPts val="600"/>
              </a:spcAft>
              <a:buFont typeface="Arial" panose="020B0604020202020204" pitchFamily="34" charset="0"/>
              <a:buChar char="•"/>
              <a:defRPr sz="1200" b="0" kern="1200">
                <a:solidFill>
                  <a:schemeClr val="tx1"/>
                </a:solidFill>
                <a:latin typeface="+mn-lt"/>
                <a:ea typeface="+mn-ea"/>
                <a:cs typeface="+mn-cs"/>
              </a:defRPr>
            </a:lvl2pPr>
            <a:lvl3pPr marL="475488" indent="-228600" algn="l" defTabSz="914400" rtl="0" eaLnBrk="1" latinLnBrk="0" hangingPunct="1">
              <a:lnSpc>
                <a:spcPct val="90000"/>
              </a:lnSpc>
              <a:spcBef>
                <a:spcPts val="0"/>
              </a:spcBef>
              <a:spcAft>
                <a:spcPts val="600"/>
              </a:spcAft>
              <a:buFont typeface="Arial" panose="020B0604020202020204" pitchFamily="34" charset="0"/>
              <a:buChar char="•"/>
              <a:defRPr sz="1200" b="0" kern="1200">
                <a:solidFill>
                  <a:schemeClr val="tx1"/>
                </a:solidFill>
                <a:latin typeface="+mn-lt"/>
                <a:ea typeface="+mn-ea"/>
                <a:cs typeface="+mn-cs"/>
              </a:defRPr>
            </a:lvl3pPr>
            <a:lvl4pPr marL="740664" indent="-228600" algn="l" defTabSz="914400" rtl="0" eaLnBrk="1" latinLnBrk="0" hangingPunct="1">
              <a:lnSpc>
                <a:spcPct val="90000"/>
              </a:lnSpc>
              <a:spcBef>
                <a:spcPts val="0"/>
              </a:spcBef>
              <a:spcAft>
                <a:spcPts val="600"/>
              </a:spcAft>
              <a:buFont typeface="Arial" panose="020B0604020202020204" pitchFamily="34" charset="0"/>
              <a:buChar char="•"/>
              <a:defRPr sz="1200" b="0" kern="1200">
                <a:solidFill>
                  <a:schemeClr val="tx1"/>
                </a:solidFill>
                <a:latin typeface="+mn-lt"/>
                <a:ea typeface="+mn-ea"/>
                <a:cs typeface="+mn-cs"/>
              </a:defRPr>
            </a:lvl4pPr>
            <a:lvl5pPr marL="987552" indent="-228600" algn="l" defTabSz="914400" rtl="0" eaLnBrk="1" latinLnBrk="0" hangingPunct="1">
              <a:lnSpc>
                <a:spcPct val="90000"/>
              </a:lnSpc>
              <a:spcBef>
                <a:spcPts val="0"/>
              </a:spcBef>
              <a:spcAft>
                <a:spcPts val="600"/>
              </a:spcAft>
              <a:buFont typeface="Arial" panose="020B0604020202020204" pitchFamily="34" charset="0"/>
              <a:buChar char="•"/>
              <a:defRPr sz="12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t>xx Data</a:t>
            </a:r>
          </a:p>
        </p:txBody>
      </p:sp>
      <p:sp>
        <p:nvSpPr>
          <p:cNvPr id="2" name="Text Placeholder 8">
            <a:extLst>
              <a:ext uri="{FF2B5EF4-FFF2-40B4-BE49-F238E27FC236}">
                <a16:creationId xmlns:a16="http://schemas.microsoft.com/office/drawing/2014/main" id="{FBF49A38-0648-313C-C7E3-CC9E14B265E1}"/>
              </a:ext>
            </a:extLst>
          </p:cNvPr>
          <p:cNvSpPr>
            <a:spLocks noGrp="1"/>
          </p:cNvSpPr>
          <p:nvPr>
            <p:ph type="body" sz="quarter" idx="14"/>
          </p:nvPr>
        </p:nvSpPr>
        <p:spPr>
          <a:xfrm>
            <a:off x="385572" y="1122680"/>
            <a:ext cx="11420856" cy="421958"/>
          </a:xfrm>
        </p:spPr>
        <p:txBody>
          <a:bodyPr/>
          <a:lstStyle/>
          <a:p>
            <a:r>
              <a:rPr lang="en-US"/>
              <a:t>Place subtitle here, lorem ipsum dolor</a:t>
            </a:r>
          </a:p>
        </p:txBody>
      </p:sp>
      <p:sp>
        <p:nvSpPr>
          <p:cNvPr id="17" name="Footer Placeholder 2">
            <a:extLst>
              <a:ext uri="{FF2B5EF4-FFF2-40B4-BE49-F238E27FC236}">
                <a16:creationId xmlns:a16="http://schemas.microsoft.com/office/drawing/2014/main" id="{076386C8-3091-46D4-51A1-8328D0025164}"/>
              </a:ext>
            </a:extLst>
          </p:cNvPr>
          <p:cNvSpPr>
            <a:spLocks noGrp="1"/>
          </p:cNvSpPr>
          <p:nvPr>
            <p:ph type="ftr" sz="quarter" idx="15"/>
          </p:nvPr>
        </p:nvSpPr>
        <p:spPr>
          <a:xfrm>
            <a:off x="8275638" y="6379844"/>
            <a:ext cx="3000375" cy="290039"/>
          </a:xfrm>
        </p:spPr>
        <p:txBody>
          <a:bodyPr/>
          <a:lstStyle/>
          <a:p>
            <a:r>
              <a:rPr lang="en-IN" sz="700"/>
              <a:t>Footer</a:t>
            </a:r>
          </a:p>
        </p:txBody>
      </p:sp>
      <p:sp>
        <p:nvSpPr>
          <p:cNvPr id="18" name="Slide Number Placeholder 3">
            <a:extLst>
              <a:ext uri="{FF2B5EF4-FFF2-40B4-BE49-F238E27FC236}">
                <a16:creationId xmlns:a16="http://schemas.microsoft.com/office/drawing/2014/main" id="{8C685081-AA99-9898-6451-5F04BCB1805C}"/>
              </a:ext>
            </a:extLst>
          </p:cNvPr>
          <p:cNvSpPr>
            <a:spLocks noGrp="1"/>
          </p:cNvSpPr>
          <p:nvPr>
            <p:ph type="sldNum" sz="quarter" idx="16"/>
          </p:nvPr>
        </p:nvSpPr>
        <p:spPr>
          <a:xfrm>
            <a:off x="11410950" y="6382384"/>
            <a:ext cx="395478" cy="290039"/>
          </a:xfrm>
        </p:spPr>
        <p:txBody>
          <a:bodyPr/>
          <a:lstStyle/>
          <a:p>
            <a:fld id="{85AC2185-BC10-47CC-BB5A-D3C63A4C1365}" type="slidenum">
              <a:rPr lang="en-IN" smtClean="0"/>
              <a:pPr/>
              <a:t>14</a:t>
            </a:fld>
            <a:endParaRPr lang="en-IN"/>
          </a:p>
        </p:txBody>
      </p:sp>
    </p:spTree>
    <p:extLst>
      <p:ext uri="{BB962C8B-B14F-4D97-AF65-F5344CB8AC3E}">
        <p14:creationId xmlns:p14="http://schemas.microsoft.com/office/powerpoint/2010/main" val="14725233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B2CD7-6747-54D1-5E78-FEA4F4629073}"/>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7E9DF94C-DD4F-7D6F-2C0D-BA65E974482A}"/>
              </a:ext>
            </a:extLst>
          </p:cNvPr>
          <p:cNvSpPr>
            <a:spLocks noGrp="1"/>
          </p:cNvSpPr>
          <p:nvPr>
            <p:ph type="title"/>
          </p:nvPr>
        </p:nvSpPr>
        <p:spPr>
          <a:xfrm>
            <a:off x="385572" y="411480"/>
            <a:ext cx="4144342" cy="664844"/>
          </a:xfrm>
        </p:spPr>
        <p:txBody>
          <a:bodyPr/>
          <a:lstStyle/>
          <a:p>
            <a:r>
              <a:rPr lang="en-US"/>
              <a:t>Place headline here</a:t>
            </a:r>
          </a:p>
        </p:txBody>
      </p:sp>
      <p:sp>
        <p:nvSpPr>
          <p:cNvPr id="3" name="Footer Placeholder 2">
            <a:extLst>
              <a:ext uri="{FF2B5EF4-FFF2-40B4-BE49-F238E27FC236}">
                <a16:creationId xmlns:a16="http://schemas.microsoft.com/office/drawing/2014/main" id="{E640EB94-F715-E204-B9E4-0CBFA1ECB841}"/>
              </a:ext>
            </a:extLst>
          </p:cNvPr>
          <p:cNvSpPr>
            <a:spLocks noGrp="1"/>
          </p:cNvSpPr>
          <p:nvPr>
            <p:ph type="ftr" sz="quarter" idx="15"/>
          </p:nvPr>
        </p:nvSpPr>
        <p:spPr>
          <a:xfrm>
            <a:off x="8275638" y="6379844"/>
            <a:ext cx="3000375" cy="290039"/>
          </a:xfrm>
        </p:spPr>
        <p:txBody>
          <a:bodyPr/>
          <a:lstStyle/>
          <a:p>
            <a:r>
              <a:rPr lang="en-IN"/>
              <a:t>Footer</a:t>
            </a:r>
          </a:p>
        </p:txBody>
      </p:sp>
      <p:sp>
        <p:nvSpPr>
          <p:cNvPr id="4" name="Slide Number Placeholder 3">
            <a:extLst>
              <a:ext uri="{FF2B5EF4-FFF2-40B4-BE49-F238E27FC236}">
                <a16:creationId xmlns:a16="http://schemas.microsoft.com/office/drawing/2014/main" id="{42BAB9A4-EFB7-7273-E5F3-4FF904F1FA7C}"/>
              </a:ext>
            </a:extLst>
          </p:cNvPr>
          <p:cNvSpPr>
            <a:spLocks noGrp="1"/>
          </p:cNvSpPr>
          <p:nvPr>
            <p:ph type="sldNum" sz="quarter" idx="16"/>
          </p:nvPr>
        </p:nvSpPr>
        <p:spPr>
          <a:xfrm>
            <a:off x="11410950" y="6382384"/>
            <a:ext cx="395478" cy="290039"/>
          </a:xfrm>
        </p:spPr>
        <p:txBody>
          <a:bodyPr/>
          <a:lstStyle/>
          <a:p>
            <a:fld id="{85AC2185-BC10-47CC-BB5A-D3C63A4C1365}" type="slidenum">
              <a:rPr lang="en-IN" smtClean="0"/>
              <a:pPr/>
              <a:t>15</a:t>
            </a:fld>
            <a:endParaRPr lang="en-IN"/>
          </a:p>
        </p:txBody>
      </p:sp>
      <p:graphicFrame>
        <p:nvGraphicFramePr>
          <p:cNvPr id="21" name="Chart Placeholder 20">
            <a:extLst>
              <a:ext uri="{FF2B5EF4-FFF2-40B4-BE49-F238E27FC236}">
                <a16:creationId xmlns:a16="http://schemas.microsoft.com/office/drawing/2014/main" id="{333A3498-7B77-5500-A423-2A000643D96E}"/>
              </a:ext>
            </a:extLst>
          </p:cNvPr>
          <p:cNvGraphicFramePr>
            <a:graphicFrameLocks noGrp="1"/>
          </p:cNvGraphicFramePr>
          <p:nvPr>
            <p:ph type="chart" sz="quarter" idx="18"/>
            <p:extLst>
              <p:ext uri="{D42A27DB-BD31-4B8C-83A1-F6EECF244321}">
                <p14:modId xmlns:p14="http://schemas.microsoft.com/office/powerpoint/2010/main" val="823855904"/>
              </p:ext>
            </p:extLst>
          </p:nvPr>
        </p:nvGraphicFramePr>
        <p:xfrm>
          <a:off x="5237163" y="1208405"/>
          <a:ext cx="6386512" cy="4378325"/>
        </p:xfrm>
        <a:graphic>
          <a:graphicData uri="http://schemas.openxmlformats.org/drawingml/2006/chart">
            <c:chart xmlns:c="http://schemas.openxmlformats.org/drawingml/2006/chart" xmlns:r="http://schemas.openxmlformats.org/officeDocument/2006/relationships" r:id="rId2"/>
          </a:graphicData>
        </a:graphic>
      </p:graphicFrame>
      <p:sp>
        <p:nvSpPr>
          <p:cNvPr id="19" name="Content Placeholder 18">
            <a:extLst>
              <a:ext uri="{FF2B5EF4-FFF2-40B4-BE49-F238E27FC236}">
                <a16:creationId xmlns:a16="http://schemas.microsoft.com/office/drawing/2014/main" id="{8C8E90D5-4F8F-46FB-CE97-36B24C67636E}"/>
              </a:ext>
            </a:extLst>
          </p:cNvPr>
          <p:cNvSpPr>
            <a:spLocks noGrp="1"/>
          </p:cNvSpPr>
          <p:nvPr>
            <p:ph sz="quarter" idx="17"/>
          </p:nvPr>
        </p:nvSpPr>
        <p:spPr>
          <a:xfrm>
            <a:off x="385571" y="1567054"/>
            <a:ext cx="4140454" cy="3990466"/>
          </a:xfrm>
        </p:spPr>
        <p:txBody>
          <a:bodyPr/>
          <a:lstStyle/>
          <a:p>
            <a:pPr lvl="1"/>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Quisque</a:t>
            </a:r>
            <a:r>
              <a:rPr lang="en-IN" dirty="0"/>
              <a:t> </a:t>
            </a:r>
            <a:r>
              <a:rPr lang="en-IN" dirty="0" err="1"/>
              <a:t>faucibus</a:t>
            </a:r>
            <a:r>
              <a:rPr lang="en-IN" dirty="0"/>
              <a:t> ex </a:t>
            </a:r>
            <a:r>
              <a:rPr lang="en-IN" dirty="0" err="1"/>
              <a:t>sapien</a:t>
            </a:r>
            <a:r>
              <a:rPr lang="en-IN" dirty="0"/>
              <a:t> vitae </a:t>
            </a:r>
            <a:r>
              <a:rPr lang="en-IN" dirty="0" err="1"/>
              <a:t>pellentesque</a:t>
            </a:r>
            <a:r>
              <a:rPr lang="en-IN" dirty="0"/>
              <a:t> </a:t>
            </a:r>
            <a:r>
              <a:rPr lang="en-IN" dirty="0" err="1"/>
              <a:t>sem</a:t>
            </a:r>
            <a:r>
              <a:rPr lang="en-IN" dirty="0"/>
              <a:t> </a:t>
            </a:r>
            <a:r>
              <a:rPr lang="en-IN" dirty="0" err="1"/>
              <a:t>placerat</a:t>
            </a:r>
            <a:r>
              <a:rPr lang="en-IN" dirty="0"/>
              <a:t>. In id cursus mi </a:t>
            </a:r>
            <a:r>
              <a:rPr lang="en-IN" dirty="0" err="1"/>
              <a:t>pretium</a:t>
            </a:r>
            <a:r>
              <a:rPr lang="en-IN" dirty="0"/>
              <a:t> </a:t>
            </a:r>
            <a:r>
              <a:rPr lang="en-IN" dirty="0" err="1"/>
              <a:t>tellus</a:t>
            </a:r>
            <a:r>
              <a:rPr lang="en-IN" dirty="0"/>
              <a:t> </a:t>
            </a:r>
            <a:r>
              <a:rPr lang="en-IN" dirty="0" err="1"/>
              <a:t>duis</a:t>
            </a:r>
            <a:r>
              <a:rPr lang="en-IN" dirty="0"/>
              <a:t> convallis. </a:t>
            </a:r>
          </a:p>
          <a:p>
            <a:pPr lvl="1"/>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Quisque</a:t>
            </a:r>
            <a:r>
              <a:rPr lang="en-IN" dirty="0"/>
              <a:t> </a:t>
            </a:r>
            <a:r>
              <a:rPr lang="en-IN" dirty="0" err="1"/>
              <a:t>faucibus</a:t>
            </a:r>
            <a:r>
              <a:rPr lang="en-IN" dirty="0"/>
              <a:t> ex </a:t>
            </a:r>
            <a:r>
              <a:rPr lang="en-IN" dirty="0" err="1"/>
              <a:t>sapien</a:t>
            </a:r>
            <a:r>
              <a:rPr lang="en-IN" dirty="0"/>
              <a:t> vitae </a:t>
            </a:r>
            <a:r>
              <a:rPr lang="en-IN" dirty="0" err="1"/>
              <a:t>pellentesque</a:t>
            </a:r>
            <a:r>
              <a:rPr lang="en-IN" dirty="0"/>
              <a:t> </a:t>
            </a:r>
            <a:r>
              <a:rPr lang="en-IN" dirty="0" err="1"/>
              <a:t>sem</a:t>
            </a:r>
            <a:r>
              <a:rPr lang="en-IN" dirty="0"/>
              <a:t> </a:t>
            </a:r>
            <a:r>
              <a:rPr lang="en-IN" dirty="0" err="1"/>
              <a:t>placerat</a:t>
            </a:r>
            <a:r>
              <a:rPr lang="en-IN" dirty="0"/>
              <a:t>. In id cursus mi </a:t>
            </a:r>
            <a:r>
              <a:rPr lang="en-IN" dirty="0" err="1"/>
              <a:t>pretium</a:t>
            </a:r>
            <a:r>
              <a:rPr lang="en-IN" dirty="0"/>
              <a:t> </a:t>
            </a:r>
            <a:r>
              <a:rPr lang="en-IN" dirty="0" err="1"/>
              <a:t>tellus</a:t>
            </a:r>
            <a:r>
              <a:rPr lang="en-IN" dirty="0"/>
              <a:t> </a:t>
            </a:r>
            <a:r>
              <a:rPr lang="en-IN" dirty="0" err="1"/>
              <a:t>duis</a:t>
            </a:r>
            <a:r>
              <a:rPr lang="en-IN" dirty="0"/>
              <a:t> convallis. </a:t>
            </a:r>
          </a:p>
          <a:p>
            <a:pPr lvl="1"/>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Quisque</a:t>
            </a:r>
            <a:r>
              <a:rPr lang="en-IN" dirty="0"/>
              <a:t> </a:t>
            </a:r>
            <a:r>
              <a:rPr lang="en-IN" dirty="0" err="1"/>
              <a:t>faucibus</a:t>
            </a:r>
            <a:r>
              <a:rPr lang="en-IN" dirty="0"/>
              <a:t> ex </a:t>
            </a:r>
            <a:r>
              <a:rPr lang="en-IN" dirty="0" err="1"/>
              <a:t>sapien</a:t>
            </a:r>
            <a:r>
              <a:rPr lang="en-IN" dirty="0"/>
              <a:t> vitae </a:t>
            </a:r>
            <a:r>
              <a:rPr lang="en-IN" dirty="0" err="1"/>
              <a:t>pellentesque</a:t>
            </a:r>
            <a:r>
              <a:rPr lang="en-IN" dirty="0"/>
              <a:t> </a:t>
            </a:r>
            <a:r>
              <a:rPr lang="en-IN" dirty="0" err="1"/>
              <a:t>sem</a:t>
            </a:r>
            <a:r>
              <a:rPr lang="en-IN" dirty="0"/>
              <a:t> </a:t>
            </a:r>
            <a:r>
              <a:rPr lang="en-IN" dirty="0" err="1"/>
              <a:t>placerat</a:t>
            </a:r>
            <a:r>
              <a:rPr lang="en-IN" dirty="0"/>
              <a:t>. </a:t>
            </a:r>
          </a:p>
        </p:txBody>
      </p:sp>
      <p:sp>
        <p:nvSpPr>
          <p:cNvPr id="11" name="Text Placeholder 10">
            <a:extLst>
              <a:ext uri="{FF2B5EF4-FFF2-40B4-BE49-F238E27FC236}">
                <a16:creationId xmlns:a16="http://schemas.microsoft.com/office/drawing/2014/main" id="{88798321-1652-D7E6-09DA-FA594CC09A60}"/>
              </a:ext>
            </a:extLst>
          </p:cNvPr>
          <p:cNvSpPr>
            <a:spLocks noGrp="1"/>
          </p:cNvSpPr>
          <p:nvPr>
            <p:ph type="body" sz="quarter" idx="19"/>
          </p:nvPr>
        </p:nvSpPr>
        <p:spPr>
          <a:xfrm>
            <a:off x="5237163" y="654366"/>
            <a:ext cx="6386512" cy="421958"/>
          </a:xfrm>
        </p:spPr>
        <p:txBody>
          <a:bodyPr/>
          <a:lstStyle/>
          <a:p>
            <a:r>
              <a:rPr lang="en-US"/>
              <a:t>Place headline here, </a:t>
            </a:r>
            <a:br>
              <a:rPr lang="en-US"/>
            </a:br>
            <a:r>
              <a:rPr lang="en-US"/>
              <a:t>lorem ipsum dolor</a:t>
            </a:r>
          </a:p>
        </p:txBody>
      </p:sp>
      <p:sp>
        <p:nvSpPr>
          <p:cNvPr id="14" name="Text Placeholder 7">
            <a:extLst>
              <a:ext uri="{FF2B5EF4-FFF2-40B4-BE49-F238E27FC236}">
                <a16:creationId xmlns:a16="http://schemas.microsoft.com/office/drawing/2014/main" id="{DE85EB5B-AAF8-9873-F974-7AF98205F778}"/>
              </a:ext>
            </a:extLst>
          </p:cNvPr>
          <p:cNvSpPr>
            <a:spLocks noGrp="1"/>
          </p:cNvSpPr>
          <p:nvPr>
            <p:ph type="body" sz="quarter" idx="20"/>
          </p:nvPr>
        </p:nvSpPr>
        <p:spPr>
          <a:xfrm>
            <a:off x="385572" y="5686332"/>
            <a:ext cx="4142232" cy="421958"/>
          </a:xfrm>
        </p:spPr>
        <p:txBody>
          <a:bodyPr/>
          <a:lstStyle/>
          <a:p>
            <a:pPr lvl="0"/>
            <a:r>
              <a:rPr lang="en-US"/>
              <a:t>Place source here</a:t>
            </a:r>
          </a:p>
        </p:txBody>
      </p:sp>
    </p:spTree>
    <p:extLst>
      <p:ext uri="{BB962C8B-B14F-4D97-AF65-F5344CB8AC3E}">
        <p14:creationId xmlns:p14="http://schemas.microsoft.com/office/powerpoint/2010/main" val="33620844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D611ECA-A055-F801-5C02-FEEE2B8F0472}"/>
              </a:ext>
            </a:extLst>
          </p:cNvPr>
          <p:cNvSpPr>
            <a:spLocks noGrp="1"/>
          </p:cNvSpPr>
          <p:nvPr>
            <p:ph type="title"/>
          </p:nvPr>
        </p:nvSpPr>
        <p:spPr>
          <a:xfrm>
            <a:off x="385572" y="411480"/>
            <a:ext cx="3526671" cy="664844"/>
          </a:xfrm>
        </p:spPr>
        <p:txBody>
          <a:bodyPr/>
          <a:lstStyle/>
          <a:p>
            <a:r>
              <a:rPr lang="en-IN"/>
              <a:t>Place headline here</a:t>
            </a:r>
          </a:p>
        </p:txBody>
      </p:sp>
      <p:sp>
        <p:nvSpPr>
          <p:cNvPr id="9" name="Content Placeholder 8">
            <a:extLst>
              <a:ext uri="{FF2B5EF4-FFF2-40B4-BE49-F238E27FC236}">
                <a16:creationId xmlns:a16="http://schemas.microsoft.com/office/drawing/2014/main" id="{0782EC94-8089-3905-98E1-95398FB08704}"/>
              </a:ext>
            </a:extLst>
          </p:cNvPr>
          <p:cNvSpPr>
            <a:spLocks noGrp="1"/>
          </p:cNvSpPr>
          <p:nvPr>
            <p:ph sz="quarter" idx="17"/>
          </p:nvPr>
        </p:nvSpPr>
        <p:spPr>
          <a:xfrm>
            <a:off x="385571" y="1567054"/>
            <a:ext cx="3526672" cy="3986784"/>
          </a:xfrm>
        </p:spPr>
        <p:txBody>
          <a:bodyPr/>
          <a:lstStyle/>
          <a:p>
            <a:pPr lvl="1"/>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Quisque</a:t>
            </a:r>
            <a:r>
              <a:rPr lang="en-IN" dirty="0"/>
              <a:t> </a:t>
            </a:r>
            <a:r>
              <a:rPr lang="en-IN" dirty="0" err="1"/>
              <a:t>faucibus</a:t>
            </a:r>
            <a:r>
              <a:rPr lang="en-IN" dirty="0"/>
              <a:t> ex </a:t>
            </a:r>
            <a:r>
              <a:rPr lang="en-IN" dirty="0" err="1"/>
              <a:t>sapien</a:t>
            </a:r>
            <a:r>
              <a:rPr lang="en-IN" dirty="0"/>
              <a:t> vitae </a:t>
            </a:r>
            <a:r>
              <a:rPr lang="en-IN" dirty="0" err="1"/>
              <a:t>pellentesque</a:t>
            </a:r>
            <a:r>
              <a:rPr lang="en-IN" dirty="0"/>
              <a:t> </a:t>
            </a:r>
            <a:r>
              <a:rPr lang="en-IN" dirty="0" err="1"/>
              <a:t>sem</a:t>
            </a:r>
            <a:r>
              <a:rPr lang="en-IN" dirty="0"/>
              <a:t> </a:t>
            </a:r>
            <a:r>
              <a:rPr lang="en-IN" dirty="0" err="1"/>
              <a:t>placerat</a:t>
            </a:r>
            <a:r>
              <a:rPr lang="en-IN" dirty="0"/>
              <a:t>. In id cursus mi </a:t>
            </a:r>
            <a:r>
              <a:rPr lang="en-IN" dirty="0" err="1"/>
              <a:t>pretium</a:t>
            </a:r>
            <a:r>
              <a:rPr lang="en-IN" dirty="0"/>
              <a:t> </a:t>
            </a:r>
            <a:r>
              <a:rPr lang="en-IN" dirty="0" err="1"/>
              <a:t>tellus</a:t>
            </a:r>
            <a:r>
              <a:rPr lang="en-IN" dirty="0"/>
              <a:t> </a:t>
            </a:r>
            <a:r>
              <a:rPr lang="en-IN" dirty="0" err="1"/>
              <a:t>duis</a:t>
            </a:r>
            <a:r>
              <a:rPr lang="en-IN" dirty="0"/>
              <a:t> convallis. </a:t>
            </a:r>
          </a:p>
          <a:p>
            <a:pPr lvl="1"/>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Quisque</a:t>
            </a:r>
            <a:r>
              <a:rPr lang="en-IN" dirty="0"/>
              <a:t> </a:t>
            </a:r>
            <a:r>
              <a:rPr lang="en-IN" dirty="0" err="1"/>
              <a:t>faucibus</a:t>
            </a:r>
            <a:r>
              <a:rPr lang="en-IN" dirty="0"/>
              <a:t> ex </a:t>
            </a:r>
            <a:r>
              <a:rPr lang="en-IN" dirty="0" err="1"/>
              <a:t>sapien</a:t>
            </a:r>
            <a:r>
              <a:rPr lang="en-IN" dirty="0"/>
              <a:t> vitae </a:t>
            </a:r>
            <a:r>
              <a:rPr lang="en-IN" dirty="0" err="1"/>
              <a:t>pellentesque</a:t>
            </a:r>
            <a:r>
              <a:rPr lang="en-IN" dirty="0"/>
              <a:t> </a:t>
            </a:r>
            <a:r>
              <a:rPr lang="en-IN" dirty="0" err="1"/>
              <a:t>sem</a:t>
            </a:r>
            <a:r>
              <a:rPr lang="en-IN" dirty="0"/>
              <a:t> </a:t>
            </a:r>
            <a:r>
              <a:rPr lang="en-IN" dirty="0" err="1"/>
              <a:t>placerat</a:t>
            </a:r>
            <a:r>
              <a:rPr lang="en-IN" dirty="0"/>
              <a:t>. In id cursus mi </a:t>
            </a:r>
            <a:r>
              <a:rPr lang="en-IN" dirty="0" err="1"/>
              <a:t>pretium</a:t>
            </a:r>
            <a:r>
              <a:rPr lang="en-IN" dirty="0"/>
              <a:t> </a:t>
            </a:r>
            <a:r>
              <a:rPr lang="en-IN" dirty="0" err="1"/>
              <a:t>tellus</a:t>
            </a:r>
            <a:r>
              <a:rPr lang="en-IN" dirty="0"/>
              <a:t> </a:t>
            </a:r>
            <a:r>
              <a:rPr lang="en-IN" dirty="0" err="1"/>
              <a:t>duis</a:t>
            </a:r>
            <a:r>
              <a:rPr lang="en-IN" dirty="0"/>
              <a:t> convallis. </a:t>
            </a:r>
          </a:p>
          <a:p>
            <a:pPr lvl="1"/>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Quisque</a:t>
            </a:r>
            <a:r>
              <a:rPr lang="en-IN" dirty="0"/>
              <a:t> </a:t>
            </a:r>
            <a:r>
              <a:rPr lang="en-IN" dirty="0" err="1"/>
              <a:t>faucibus</a:t>
            </a:r>
            <a:r>
              <a:rPr lang="en-IN" dirty="0"/>
              <a:t> ex </a:t>
            </a:r>
            <a:r>
              <a:rPr lang="en-IN" dirty="0" err="1"/>
              <a:t>sapien</a:t>
            </a:r>
            <a:r>
              <a:rPr lang="en-IN" dirty="0"/>
              <a:t> vitae </a:t>
            </a:r>
            <a:r>
              <a:rPr lang="en-IN" dirty="0" err="1"/>
              <a:t>pellentesque</a:t>
            </a:r>
            <a:r>
              <a:rPr lang="en-IN" dirty="0"/>
              <a:t> </a:t>
            </a:r>
            <a:r>
              <a:rPr lang="en-IN" dirty="0" err="1"/>
              <a:t>sem</a:t>
            </a:r>
            <a:r>
              <a:rPr lang="en-IN" dirty="0"/>
              <a:t> </a:t>
            </a:r>
            <a:r>
              <a:rPr lang="en-IN" dirty="0" err="1"/>
              <a:t>placerat</a:t>
            </a:r>
            <a:r>
              <a:rPr lang="en-IN" dirty="0"/>
              <a:t>. </a:t>
            </a:r>
          </a:p>
        </p:txBody>
      </p:sp>
      <p:graphicFrame>
        <p:nvGraphicFramePr>
          <p:cNvPr id="12" name="Chart Placeholder 20">
            <a:extLst>
              <a:ext uri="{FF2B5EF4-FFF2-40B4-BE49-F238E27FC236}">
                <a16:creationId xmlns:a16="http://schemas.microsoft.com/office/drawing/2014/main" id="{E9FF779E-FFE7-835B-9CEC-7F345A9ED262}"/>
              </a:ext>
            </a:extLst>
          </p:cNvPr>
          <p:cNvGraphicFramePr>
            <a:graphicFrameLocks noGrp="1"/>
          </p:cNvGraphicFramePr>
          <p:nvPr>
            <p:ph type="chart" sz="quarter" idx="18"/>
            <p:extLst>
              <p:ext uri="{D42A27DB-BD31-4B8C-83A1-F6EECF244321}">
                <p14:modId xmlns:p14="http://schemas.microsoft.com/office/powerpoint/2010/main" val="2358647730"/>
              </p:ext>
            </p:extLst>
          </p:nvPr>
        </p:nvGraphicFramePr>
        <p:xfrm>
          <a:off x="6357938" y="1450975"/>
          <a:ext cx="5265737" cy="4378325"/>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 Placeholder 10">
            <a:extLst>
              <a:ext uri="{FF2B5EF4-FFF2-40B4-BE49-F238E27FC236}">
                <a16:creationId xmlns:a16="http://schemas.microsoft.com/office/drawing/2014/main" id="{0AE16024-7E40-D78B-4358-F0D0364B1C73}"/>
              </a:ext>
            </a:extLst>
          </p:cNvPr>
          <p:cNvSpPr>
            <a:spLocks noGrp="1"/>
          </p:cNvSpPr>
          <p:nvPr>
            <p:ph type="body" sz="quarter" idx="19"/>
          </p:nvPr>
        </p:nvSpPr>
        <p:spPr>
          <a:xfrm>
            <a:off x="6357395" y="821681"/>
            <a:ext cx="5266282" cy="468314"/>
          </a:xfrm>
        </p:spPr>
        <p:txBody>
          <a:bodyPr/>
          <a:lstStyle/>
          <a:p>
            <a:r>
              <a:rPr lang="en-US"/>
              <a:t>Place headline here, </a:t>
            </a:r>
            <a:br>
              <a:rPr lang="en-US"/>
            </a:br>
            <a:r>
              <a:rPr lang="en-US"/>
              <a:t>lorem ipsum dolor</a:t>
            </a:r>
          </a:p>
        </p:txBody>
      </p:sp>
      <p:sp>
        <p:nvSpPr>
          <p:cNvPr id="2" name="Text Placeholder 7">
            <a:extLst>
              <a:ext uri="{FF2B5EF4-FFF2-40B4-BE49-F238E27FC236}">
                <a16:creationId xmlns:a16="http://schemas.microsoft.com/office/drawing/2014/main" id="{B816FC6E-5333-6FF0-D38C-C96D443F145F}"/>
              </a:ext>
            </a:extLst>
          </p:cNvPr>
          <p:cNvSpPr>
            <a:spLocks noGrp="1"/>
          </p:cNvSpPr>
          <p:nvPr>
            <p:ph type="body" sz="quarter" idx="20"/>
          </p:nvPr>
        </p:nvSpPr>
        <p:spPr>
          <a:xfrm>
            <a:off x="385572" y="5686332"/>
            <a:ext cx="3529584" cy="421958"/>
          </a:xfrm>
        </p:spPr>
        <p:txBody>
          <a:bodyPr/>
          <a:lstStyle/>
          <a:p>
            <a:pPr lvl="0"/>
            <a:r>
              <a:rPr lang="en-US"/>
              <a:t>Place source here</a:t>
            </a:r>
          </a:p>
        </p:txBody>
      </p:sp>
      <p:sp>
        <p:nvSpPr>
          <p:cNvPr id="3" name="Footer Placeholder 2">
            <a:extLst>
              <a:ext uri="{FF2B5EF4-FFF2-40B4-BE49-F238E27FC236}">
                <a16:creationId xmlns:a16="http://schemas.microsoft.com/office/drawing/2014/main" id="{8ECF0EF7-CB9D-340D-69B0-FEE1D3217121}"/>
              </a:ext>
            </a:extLst>
          </p:cNvPr>
          <p:cNvSpPr>
            <a:spLocks noGrp="1"/>
          </p:cNvSpPr>
          <p:nvPr>
            <p:ph type="ftr" sz="quarter" idx="21"/>
          </p:nvPr>
        </p:nvSpPr>
        <p:spPr>
          <a:xfrm>
            <a:off x="8275638" y="6379844"/>
            <a:ext cx="3000375" cy="290039"/>
          </a:xfrm>
        </p:spPr>
        <p:txBody>
          <a:bodyPr/>
          <a:lstStyle/>
          <a:p>
            <a:r>
              <a:rPr lang="en-IN"/>
              <a:t>Footer</a:t>
            </a:r>
          </a:p>
        </p:txBody>
      </p:sp>
      <p:sp>
        <p:nvSpPr>
          <p:cNvPr id="4" name="Slide Number Placeholder 3">
            <a:extLst>
              <a:ext uri="{FF2B5EF4-FFF2-40B4-BE49-F238E27FC236}">
                <a16:creationId xmlns:a16="http://schemas.microsoft.com/office/drawing/2014/main" id="{78CE403D-1D3C-5B48-4D0F-26DEF605F223}"/>
              </a:ext>
            </a:extLst>
          </p:cNvPr>
          <p:cNvSpPr>
            <a:spLocks noGrp="1"/>
          </p:cNvSpPr>
          <p:nvPr>
            <p:ph type="sldNum" sz="quarter" idx="22"/>
          </p:nvPr>
        </p:nvSpPr>
        <p:spPr>
          <a:xfrm>
            <a:off x="11410950" y="6382384"/>
            <a:ext cx="395478" cy="290039"/>
          </a:xfrm>
        </p:spPr>
        <p:txBody>
          <a:bodyPr/>
          <a:lstStyle/>
          <a:p>
            <a:fld id="{85AC2185-BC10-47CC-BB5A-D3C63A4C1365}" type="slidenum">
              <a:rPr lang="en-IN" smtClean="0"/>
              <a:pPr/>
              <a:t>16</a:t>
            </a:fld>
            <a:endParaRPr lang="en-IN"/>
          </a:p>
        </p:txBody>
      </p:sp>
    </p:spTree>
    <p:extLst>
      <p:ext uri="{BB962C8B-B14F-4D97-AF65-F5344CB8AC3E}">
        <p14:creationId xmlns:p14="http://schemas.microsoft.com/office/powerpoint/2010/main" val="16833898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77FC8-BA49-496E-65C2-2A47AE347C2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ED06C27E-3AAC-AAD6-BC8E-ED6758B7E058}"/>
              </a:ext>
            </a:extLst>
          </p:cNvPr>
          <p:cNvSpPr>
            <a:spLocks noGrp="1"/>
          </p:cNvSpPr>
          <p:nvPr>
            <p:ph type="title"/>
          </p:nvPr>
        </p:nvSpPr>
        <p:spPr>
          <a:xfrm>
            <a:off x="385572" y="411480"/>
            <a:ext cx="3526671" cy="664844"/>
          </a:xfrm>
        </p:spPr>
        <p:txBody>
          <a:bodyPr/>
          <a:lstStyle/>
          <a:p>
            <a:r>
              <a:rPr lang="en-IN"/>
              <a:t>Place headline here</a:t>
            </a:r>
          </a:p>
        </p:txBody>
      </p:sp>
      <p:sp>
        <p:nvSpPr>
          <p:cNvPr id="9" name="Content Placeholder 8">
            <a:extLst>
              <a:ext uri="{FF2B5EF4-FFF2-40B4-BE49-F238E27FC236}">
                <a16:creationId xmlns:a16="http://schemas.microsoft.com/office/drawing/2014/main" id="{68D09332-03B4-25D1-1BE2-48E0D8389D3D}"/>
              </a:ext>
            </a:extLst>
          </p:cNvPr>
          <p:cNvSpPr>
            <a:spLocks noGrp="1"/>
          </p:cNvSpPr>
          <p:nvPr>
            <p:ph sz="quarter" idx="17"/>
          </p:nvPr>
        </p:nvSpPr>
        <p:spPr>
          <a:xfrm>
            <a:off x="385571" y="1567054"/>
            <a:ext cx="3526672" cy="3986784"/>
          </a:xfrm>
        </p:spPr>
        <p:txBody>
          <a:bodyPr/>
          <a:lstStyle/>
          <a:p>
            <a:pPr lvl="1"/>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Quisque</a:t>
            </a:r>
            <a:r>
              <a:rPr lang="en-IN" dirty="0"/>
              <a:t> </a:t>
            </a:r>
            <a:r>
              <a:rPr lang="en-IN" dirty="0" err="1"/>
              <a:t>faucibus</a:t>
            </a:r>
            <a:r>
              <a:rPr lang="en-IN" dirty="0"/>
              <a:t> ex </a:t>
            </a:r>
            <a:r>
              <a:rPr lang="en-IN" dirty="0" err="1"/>
              <a:t>sapien</a:t>
            </a:r>
            <a:r>
              <a:rPr lang="en-IN" dirty="0"/>
              <a:t> vitae </a:t>
            </a:r>
            <a:r>
              <a:rPr lang="en-IN" dirty="0" err="1"/>
              <a:t>pellentesque</a:t>
            </a:r>
            <a:r>
              <a:rPr lang="en-IN" dirty="0"/>
              <a:t> </a:t>
            </a:r>
            <a:r>
              <a:rPr lang="en-IN" dirty="0" err="1"/>
              <a:t>sem</a:t>
            </a:r>
            <a:r>
              <a:rPr lang="en-IN" dirty="0"/>
              <a:t> </a:t>
            </a:r>
            <a:r>
              <a:rPr lang="en-IN" dirty="0" err="1"/>
              <a:t>placerat</a:t>
            </a:r>
            <a:r>
              <a:rPr lang="en-IN" dirty="0"/>
              <a:t>. In id cursus mi </a:t>
            </a:r>
            <a:r>
              <a:rPr lang="en-IN" dirty="0" err="1"/>
              <a:t>pretium</a:t>
            </a:r>
            <a:r>
              <a:rPr lang="en-IN" dirty="0"/>
              <a:t> </a:t>
            </a:r>
            <a:r>
              <a:rPr lang="en-IN" dirty="0" err="1"/>
              <a:t>tellus</a:t>
            </a:r>
            <a:r>
              <a:rPr lang="en-IN" dirty="0"/>
              <a:t> </a:t>
            </a:r>
            <a:r>
              <a:rPr lang="en-IN" dirty="0" err="1"/>
              <a:t>duis</a:t>
            </a:r>
            <a:r>
              <a:rPr lang="en-IN" dirty="0"/>
              <a:t> convallis. </a:t>
            </a:r>
          </a:p>
          <a:p>
            <a:pPr lvl="1"/>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Quisque</a:t>
            </a:r>
            <a:r>
              <a:rPr lang="en-IN" dirty="0"/>
              <a:t> </a:t>
            </a:r>
            <a:r>
              <a:rPr lang="en-IN" dirty="0" err="1"/>
              <a:t>faucibus</a:t>
            </a:r>
            <a:r>
              <a:rPr lang="en-IN" dirty="0"/>
              <a:t> ex </a:t>
            </a:r>
            <a:r>
              <a:rPr lang="en-IN" dirty="0" err="1"/>
              <a:t>sapien</a:t>
            </a:r>
            <a:r>
              <a:rPr lang="en-IN" dirty="0"/>
              <a:t> vitae </a:t>
            </a:r>
            <a:r>
              <a:rPr lang="en-IN" dirty="0" err="1"/>
              <a:t>pellentesque</a:t>
            </a:r>
            <a:r>
              <a:rPr lang="en-IN" dirty="0"/>
              <a:t> </a:t>
            </a:r>
            <a:r>
              <a:rPr lang="en-IN" dirty="0" err="1"/>
              <a:t>sem</a:t>
            </a:r>
            <a:r>
              <a:rPr lang="en-IN" dirty="0"/>
              <a:t> </a:t>
            </a:r>
            <a:r>
              <a:rPr lang="en-IN" dirty="0" err="1"/>
              <a:t>placerat</a:t>
            </a:r>
            <a:r>
              <a:rPr lang="en-IN" dirty="0"/>
              <a:t>. In id cursus mi </a:t>
            </a:r>
            <a:r>
              <a:rPr lang="en-IN" dirty="0" err="1"/>
              <a:t>pretium</a:t>
            </a:r>
            <a:r>
              <a:rPr lang="en-IN" dirty="0"/>
              <a:t> </a:t>
            </a:r>
            <a:r>
              <a:rPr lang="en-IN" dirty="0" err="1"/>
              <a:t>tellus</a:t>
            </a:r>
            <a:r>
              <a:rPr lang="en-IN" dirty="0"/>
              <a:t> </a:t>
            </a:r>
            <a:r>
              <a:rPr lang="en-IN" dirty="0" err="1"/>
              <a:t>duis</a:t>
            </a:r>
            <a:r>
              <a:rPr lang="en-IN" dirty="0"/>
              <a:t> convallis. </a:t>
            </a:r>
          </a:p>
          <a:p>
            <a:pPr lvl="1"/>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Quisque</a:t>
            </a:r>
            <a:r>
              <a:rPr lang="en-IN" dirty="0"/>
              <a:t> </a:t>
            </a:r>
            <a:r>
              <a:rPr lang="en-IN" dirty="0" err="1"/>
              <a:t>faucibus</a:t>
            </a:r>
            <a:r>
              <a:rPr lang="en-IN" dirty="0"/>
              <a:t> ex </a:t>
            </a:r>
            <a:r>
              <a:rPr lang="en-IN" dirty="0" err="1"/>
              <a:t>sapien</a:t>
            </a:r>
            <a:r>
              <a:rPr lang="en-IN" dirty="0"/>
              <a:t> vitae </a:t>
            </a:r>
            <a:r>
              <a:rPr lang="en-IN" dirty="0" err="1"/>
              <a:t>pellentesque</a:t>
            </a:r>
            <a:r>
              <a:rPr lang="en-IN" dirty="0"/>
              <a:t> </a:t>
            </a:r>
            <a:r>
              <a:rPr lang="en-IN" dirty="0" err="1"/>
              <a:t>sem</a:t>
            </a:r>
            <a:r>
              <a:rPr lang="en-IN" dirty="0"/>
              <a:t> </a:t>
            </a:r>
            <a:r>
              <a:rPr lang="en-IN" dirty="0" err="1"/>
              <a:t>placerat</a:t>
            </a:r>
            <a:r>
              <a:rPr lang="en-IN" dirty="0"/>
              <a:t>. </a:t>
            </a:r>
          </a:p>
        </p:txBody>
      </p:sp>
      <p:graphicFrame>
        <p:nvGraphicFramePr>
          <p:cNvPr id="10" name="Chart Placeholder 9">
            <a:extLst>
              <a:ext uri="{FF2B5EF4-FFF2-40B4-BE49-F238E27FC236}">
                <a16:creationId xmlns:a16="http://schemas.microsoft.com/office/drawing/2014/main" id="{C67FE030-E10F-57BB-C827-104F8A023BB9}"/>
              </a:ext>
            </a:extLst>
          </p:cNvPr>
          <p:cNvGraphicFramePr>
            <a:graphicFrameLocks noGrp="1"/>
          </p:cNvGraphicFramePr>
          <p:nvPr>
            <p:ph type="chart" sz="quarter" idx="18"/>
            <p:extLst>
              <p:ext uri="{D42A27DB-BD31-4B8C-83A1-F6EECF244321}">
                <p14:modId xmlns:p14="http://schemas.microsoft.com/office/powerpoint/2010/main" val="868380729"/>
              </p:ext>
            </p:extLst>
          </p:nvPr>
        </p:nvGraphicFramePr>
        <p:xfrm>
          <a:off x="6357938" y="1450975"/>
          <a:ext cx="5265737" cy="4378325"/>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 Placeholder 10">
            <a:extLst>
              <a:ext uri="{FF2B5EF4-FFF2-40B4-BE49-F238E27FC236}">
                <a16:creationId xmlns:a16="http://schemas.microsoft.com/office/drawing/2014/main" id="{93ACC0BD-E725-2707-6ABF-D6C828A5A7D1}"/>
              </a:ext>
            </a:extLst>
          </p:cNvPr>
          <p:cNvSpPr>
            <a:spLocks noGrp="1"/>
          </p:cNvSpPr>
          <p:nvPr>
            <p:ph type="body" sz="quarter" idx="19"/>
          </p:nvPr>
        </p:nvSpPr>
        <p:spPr>
          <a:xfrm>
            <a:off x="6357395" y="821681"/>
            <a:ext cx="5266282" cy="468314"/>
          </a:xfrm>
        </p:spPr>
        <p:txBody>
          <a:bodyPr/>
          <a:lstStyle/>
          <a:p>
            <a:r>
              <a:rPr lang="en-US"/>
              <a:t>Place headline here, </a:t>
            </a:r>
            <a:br>
              <a:rPr lang="en-US"/>
            </a:br>
            <a:r>
              <a:rPr lang="en-US"/>
              <a:t>lorem ipsum dolor</a:t>
            </a:r>
          </a:p>
        </p:txBody>
      </p:sp>
      <p:sp>
        <p:nvSpPr>
          <p:cNvPr id="2" name="Text Placeholder 7">
            <a:extLst>
              <a:ext uri="{FF2B5EF4-FFF2-40B4-BE49-F238E27FC236}">
                <a16:creationId xmlns:a16="http://schemas.microsoft.com/office/drawing/2014/main" id="{8B1190ED-6D74-D9CA-37FB-B0AEB181DCF6}"/>
              </a:ext>
            </a:extLst>
          </p:cNvPr>
          <p:cNvSpPr>
            <a:spLocks noGrp="1"/>
          </p:cNvSpPr>
          <p:nvPr>
            <p:ph type="body" sz="quarter" idx="20"/>
          </p:nvPr>
        </p:nvSpPr>
        <p:spPr>
          <a:xfrm>
            <a:off x="385572" y="5686332"/>
            <a:ext cx="3529584" cy="421958"/>
          </a:xfrm>
        </p:spPr>
        <p:txBody>
          <a:bodyPr/>
          <a:lstStyle/>
          <a:p>
            <a:pPr lvl="0"/>
            <a:r>
              <a:rPr lang="en-US"/>
              <a:t>Place source here</a:t>
            </a:r>
          </a:p>
        </p:txBody>
      </p:sp>
      <p:sp>
        <p:nvSpPr>
          <p:cNvPr id="3" name="Footer Placeholder 2">
            <a:extLst>
              <a:ext uri="{FF2B5EF4-FFF2-40B4-BE49-F238E27FC236}">
                <a16:creationId xmlns:a16="http://schemas.microsoft.com/office/drawing/2014/main" id="{D5412CB0-0BCD-BF0D-A3AA-97A5EC494BEF}"/>
              </a:ext>
            </a:extLst>
          </p:cNvPr>
          <p:cNvSpPr>
            <a:spLocks noGrp="1"/>
          </p:cNvSpPr>
          <p:nvPr>
            <p:ph type="ftr" sz="quarter" idx="21"/>
          </p:nvPr>
        </p:nvSpPr>
        <p:spPr>
          <a:xfrm>
            <a:off x="8275638" y="6379844"/>
            <a:ext cx="3000375" cy="290039"/>
          </a:xfrm>
        </p:spPr>
        <p:txBody>
          <a:bodyPr/>
          <a:lstStyle/>
          <a:p>
            <a:r>
              <a:rPr lang="en-IN"/>
              <a:t>Footer</a:t>
            </a:r>
          </a:p>
        </p:txBody>
      </p:sp>
      <p:sp>
        <p:nvSpPr>
          <p:cNvPr id="4" name="Slide Number Placeholder 3">
            <a:extLst>
              <a:ext uri="{FF2B5EF4-FFF2-40B4-BE49-F238E27FC236}">
                <a16:creationId xmlns:a16="http://schemas.microsoft.com/office/drawing/2014/main" id="{276AA60A-A9D1-AC79-1F6E-1E4EC503D93B}"/>
              </a:ext>
            </a:extLst>
          </p:cNvPr>
          <p:cNvSpPr>
            <a:spLocks noGrp="1"/>
          </p:cNvSpPr>
          <p:nvPr>
            <p:ph type="sldNum" sz="quarter" idx="22"/>
          </p:nvPr>
        </p:nvSpPr>
        <p:spPr>
          <a:xfrm>
            <a:off x="11410950" y="6382384"/>
            <a:ext cx="395478" cy="290039"/>
          </a:xfrm>
        </p:spPr>
        <p:txBody>
          <a:bodyPr/>
          <a:lstStyle/>
          <a:p>
            <a:fld id="{85AC2185-BC10-47CC-BB5A-D3C63A4C1365}" type="slidenum">
              <a:rPr lang="en-IN" smtClean="0"/>
              <a:pPr/>
              <a:t>17</a:t>
            </a:fld>
            <a:endParaRPr lang="en-IN"/>
          </a:p>
        </p:txBody>
      </p:sp>
    </p:spTree>
    <p:extLst>
      <p:ext uri="{BB962C8B-B14F-4D97-AF65-F5344CB8AC3E}">
        <p14:creationId xmlns:p14="http://schemas.microsoft.com/office/powerpoint/2010/main" val="35471568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270C0CC-F91E-8156-D623-774E5AA7205F}"/>
              </a:ext>
            </a:extLst>
          </p:cNvPr>
          <p:cNvSpPr>
            <a:spLocks noGrp="1"/>
          </p:cNvSpPr>
          <p:nvPr>
            <p:ph type="title"/>
          </p:nvPr>
        </p:nvSpPr>
        <p:spPr/>
        <p:txBody>
          <a:bodyPr/>
          <a:lstStyle/>
          <a:p>
            <a:r>
              <a:rPr lang="en-IN"/>
              <a:t>Place headline here</a:t>
            </a:r>
          </a:p>
        </p:txBody>
      </p:sp>
      <p:sp>
        <p:nvSpPr>
          <p:cNvPr id="3" name="Footer Placeholder 2">
            <a:extLst>
              <a:ext uri="{FF2B5EF4-FFF2-40B4-BE49-F238E27FC236}">
                <a16:creationId xmlns:a16="http://schemas.microsoft.com/office/drawing/2014/main" id="{2BC101B6-F4E2-94AF-CBA9-079FCB88F290}"/>
              </a:ext>
            </a:extLst>
          </p:cNvPr>
          <p:cNvSpPr>
            <a:spLocks noGrp="1"/>
          </p:cNvSpPr>
          <p:nvPr>
            <p:ph type="ftr" sz="quarter" idx="15"/>
          </p:nvPr>
        </p:nvSpPr>
        <p:spPr/>
        <p:txBody>
          <a:bodyPr/>
          <a:lstStyle/>
          <a:p>
            <a:r>
              <a:rPr lang="en-IN" sz="700"/>
              <a:t>Footer</a:t>
            </a:r>
          </a:p>
        </p:txBody>
      </p:sp>
      <p:sp>
        <p:nvSpPr>
          <p:cNvPr id="4" name="Slide Number Placeholder 3">
            <a:extLst>
              <a:ext uri="{FF2B5EF4-FFF2-40B4-BE49-F238E27FC236}">
                <a16:creationId xmlns:a16="http://schemas.microsoft.com/office/drawing/2014/main" id="{CD815677-ABDE-6E67-B1E3-5B379FC4595E}"/>
              </a:ext>
            </a:extLst>
          </p:cNvPr>
          <p:cNvSpPr>
            <a:spLocks noGrp="1"/>
          </p:cNvSpPr>
          <p:nvPr>
            <p:ph type="sldNum" sz="quarter" idx="16"/>
          </p:nvPr>
        </p:nvSpPr>
        <p:spPr/>
        <p:txBody>
          <a:bodyPr/>
          <a:lstStyle/>
          <a:p>
            <a:fld id="{85AC2185-BC10-47CC-BB5A-D3C63A4C1365}" type="slidenum">
              <a:rPr lang="en-IN" smtClean="0"/>
              <a:pPr/>
              <a:t>18</a:t>
            </a:fld>
            <a:endParaRPr lang="en-IN"/>
          </a:p>
        </p:txBody>
      </p:sp>
      <p:sp>
        <p:nvSpPr>
          <p:cNvPr id="10" name="Text Placeholder 9">
            <a:extLst>
              <a:ext uri="{FF2B5EF4-FFF2-40B4-BE49-F238E27FC236}">
                <a16:creationId xmlns:a16="http://schemas.microsoft.com/office/drawing/2014/main" id="{0B7BABC3-067B-3111-EDB6-095141BAC17D}"/>
              </a:ext>
            </a:extLst>
          </p:cNvPr>
          <p:cNvSpPr>
            <a:spLocks noGrp="1"/>
          </p:cNvSpPr>
          <p:nvPr>
            <p:ph type="body" sz="quarter" idx="17"/>
          </p:nvPr>
        </p:nvSpPr>
        <p:spPr>
          <a:xfrm>
            <a:off x="469070" y="2015651"/>
            <a:ext cx="5337761" cy="421958"/>
          </a:xfrm>
        </p:spPr>
        <p:txBody>
          <a:bodyPr/>
          <a:lstStyle/>
          <a:p>
            <a:r>
              <a:rPr lang="en-US" dirty="0"/>
              <a:t>Place headline here, </a:t>
            </a:r>
            <a:br>
              <a:rPr lang="en-US" dirty="0"/>
            </a:br>
            <a:r>
              <a:rPr lang="en-US" dirty="0"/>
              <a:t>lorem ipsum dolor</a:t>
            </a:r>
          </a:p>
        </p:txBody>
      </p:sp>
      <p:sp>
        <p:nvSpPr>
          <p:cNvPr id="11" name="Text Placeholder 10">
            <a:extLst>
              <a:ext uri="{FF2B5EF4-FFF2-40B4-BE49-F238E27FC236}">
                <a16:creationId xmlns:a16="http://schemas.microsoft.com/office/drawing/2014/main" id="{62320CE4-2AF9-9F51-3B20-18865A4F3061}"/>
              </a:ext>
            </a:extLst>
          </p:cNvPr>
          <p:cNvSpPr>
            <a:spLocks noGrp="1"/>
          </p:cNvSpPr>
          <p:nvPr>
            <p:ph type="body" sz="quarter" idx="19"/>
          </p:nvPr>
        </p:nvSpPr>
        <p:spPr>
          <a:xfrm>
            <a:off x="6437866" y="2015651"/>
            <a:ext cx="5285064" cy="421958"/>
          </a:xfrm>
        </p:spPr>
        <p:txBody>
          <a:bodyPr/>
          <a:lstStyle/>
          <a:p>
            <a:r>
              <a:rPr lang="en-US"/>
              <a:t>Place headline here, </a:t>
            </a:r>
            <a:br>
              <a:rPr lang="en-US"/>
            </a:br>
            <a:r>
              <a:rPr lang="en-US"/>
              <a:t>lorem ipsum dolor</a:t>
            </a:r>
          </a:p>
        </p:txBody>
      </p:sp>
      <p:graphicFrame>
        <p:nvGraphicFramePr>
          <p:cNvPr id="14" name="Chart Placeholder 13">
            <a:extLst>
              <a:ext uri="{FF2B5EF4-FFF2-40B4-BE49-F238E27FC236}">
                <a16:creationId xmlns:a16="http://schemas.microsoft.com/office/drawing/2014/main" id="{14411675-6543-7246-A645-A195B36C58CD}"/>
              </a:ext>
            </a:extLst>
          </p:cNvPr>
          <p:cNvGraphicFramePr>
            <a:graphicFrameLocks noGrp="1"/>
          </p:cNvGraphicFramePr>
          <p:nvPr>
            <p:ph type="chart" sz="quarter" idx="21"/>
            <p:extLst>
              <p:ext uri="{D42A27DB-BD31-4B8C-83A1-F6EECF244321}">
                <p14:modId xmlns:p14="http://schemas.microsoft.com/office/powerpoint/2010/main" val="2011161655"/>
              </p:ext>
            </p:extLst>
          </p:nvPr>
        </p:nvGraphicFramePr>
        <p:xfrm>
          <a:off x="374650" y="2671763"/>
          <a:ext cx="5462588" cy="310356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5" name="Chart Placeholder 13">
            <a:extLst>
              <a:ext uri="{FF2B5EF4-FFF2-40B4-BE49-F238E27FC236}">
                <a16:creationId xmlns:a16="http://schemas.microsoft.com/office/drawing/2014/main" id="{162F818C-484D-5B6F-0E91-ADFC41519450}"/>
              </a:ext>
            </a:extLst>
          </p:cNvPr>
          <p:cNvGraphicFramePr>
            <a:graphicFrameLocks noGrp="1"/>
          </p:cNvGraphicFramePr>
          <p:nvPr>
            <p:ph type="chart" sz="quarter" idx="23"/>
            <p:extLst>
              <p:ext uri="{D42A27DB-BD31-4B8C-83A1-F6EECF244321}">
                <p14:modId xmlns:p14="http://schemas.microsoft.com/office/powerpoint/2010/main" val="1230815973"/>
              </p:ext>
            </p:extLst>
          </p:nvPr>
        </p:nvGraphicFramePr>
        <p:xfrm>
          <a:off x="6338888" y="2671763"/>
          <a:ext cx="5462587" cy="3103562"/>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 Placeholder 8">
            <a:extLst>
              <a:ext uri="{FF2B5EF4-FFF2-40B4-BE49-F238E27FC236}">
                <a16:creationId xmlns:a16="http://schemas.microsoft.com/office/drawing/2014/main" id="{B7F09F3B-E1D1-89F1-81B3-9940CF41A439}"/>
              </a:ext>
            </a:extLst>
          </p:cNvPr>
          <p:cNvSpPr>
            <a:spLocks noGrp="1"/>
          </p:cNvSpPr>
          <p:nvPr>
            <p:ph type="body" sz="quarter" idx="14"/>
          </p:nvPr>
        </p:nvSpPr>
        <p:spPr>
          <a:xfrm>
            <a:off x="385572" y="1122680"/>
            <a:ext cx="11420856" cy="421958"/>
          </a:xfrm>
        </p:spPr>
        <p:txBody>
          <a:bodyPr/>
          <a:lstStyle/>
          <a:p>
            <a:r>
              <a:rPr lang="en-US"/>
              <a:t>Place subtitle here, lorem ipsum dolor</a:t>
            </a:r>
          </a:p>
        </p:txBody>
      </p:sp>
    </p:spTree>
    <p:extLst>
      <p:ext uri="{BB962C8B-B14F-4D97-AF65-F5344CB8AC3E}">
        <p14:creationId xmlns:p14="http://schemas.microsoft.com/office/powerpoint/2010/main" val="7328826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3272E-6D35-A7C5-F284-78B786C615D5}"/>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61496A3C-1635-4CD4-C960-EFFC5FF6095D}"/>
              </a:ext>
            </a:extLst>
          </p:cNvPr>
          <p:cNvSpPr>
            <a:spLocks noGrp="1"/>
          </p:cNvSpPr>
          <p:nvPr>
            <p:ph type="title"/>
          </p:nvPr>
        </p:nvSpPr>
        <p:spPr>
          <a:xfrm>
            <a:off x="385572" y="411480"/>
            <a:ext cx="4144342" cy="664844"/>
          </a:xfrm>
        </p:spPr>
        <p:txBody>
          <a:bodyPr/>
          <a:lstStyle/>
          <a:p>
            <a:r>
              <a:rPr lang="en-US"/>
              <a:t>Place headline here</a:t>
            </a:r>
          </a:p>
        </p:txBody>
      </p:sp>
      <p:sp>
        <p:nvSpPr>
          <p:cNvPr id="3" name="Footer Placeholder 2">
            <a:extLst>
              <a:ext uri="{FF2B5EF4-FFF2-40B4-BE49-F238E27FC236}">
                <a16:creationId xmlns:a16="http://schemas.microsoft.com/office/drawing/2014/main" id="{0C847029-12F4-0C24-0487-122C4E5BF9CF}"/>
              </a:ext>
            </a:extLst>
          </p:cNvPr>
          <p:cNvSpPr>
            <a:spLocks noGrp="1"/>
          </p:cNvSpPr>
          <p:nvPr>
            <p:ph type="ftr" sz="quarter" idx="15"/>
          </p:nvPr>
        </p:nvSpPr>
        <p:spPr>
          <a:xfrm>
            <a:off x="8275638" y="6379844"/>
            <a:ext cx="3000375" cy="290039"/>
          </a:xfrm>
        </p:spPr>
        <p:txBody>
          <a:bodyPr/>
          <a:lstStyle/>
          <a:p>
            <a:r>
              <a:rPr lang="en-IN"/>
              <a:t>Footer</a:t>
            </a:r>
          </a:p>
        </p:txBody>
      </p:sp>
      <p:sp>
        <p:nvSpPr>
          <p:cNvPr id="4" name="Slide Number Placeholder 3">
            <a:extLst>
              <a:ext uri="{FF2B5EF4-FFF2-40B4-BE49-F238E27FC236}">
                <a16:creationId xmlns:a16="http://schemas.microsoft.com/office/drawing/2014/main" id="{7D50EFA8-E30E-8AED-7D3A-6933A612D7AA}"/>
              </a:ext>
            </a:extLst>
          </p:cNvPr>
          <p:cNvSpPr>
            <a:spLocks noGrp="1"/>
          </p:cNvSpPr>
          <p:nvPr>
            <p:ph type="sldNum" sz="quarter" idx="16"/>
          </p:nvPr>
        </p:nvSpPr>
        <p:spPr>
          <a:xfrm>
            <a:off x="11410950" y="6382384"/>
            <a:ext cx="395478" cy="290039"/>
          </a:xfrm>
        </p:spPr>
        <p:txBody>
          <a:bodyPr/>
          <a:lstStyle/>
          <a:p>
            <a:fld id="{85AC2185-BC10-47CC-BB5A-D3C63A4C1365}" type="slidenum">
              <a:rPr lang="en-IN" smtClean="0"/>
              <a:pPr/>
              <a:t>19</a:t>
            </a:fld>
            <a:endParaRPr lang="en-IN"/>
          </a:p>
        </p:txBody>
      </p:sp>
      <p:graphicFrame>
        <p:nvGraphicFramePr>
          <p:cNvPr id="8" name="Chart Placeholder 7">
            <a:extLst>
              <a:ext uri="{FF2B5EF4-FFF2-40B4-BE49-F238E27FC236}">
                <a16:creationId xmlns:a16="http://schemas.microsoft.com/office/drawing/2014/main" id="{47177299-2177-EF5C-CA96-6100D310BA7B}"/>
              </a:ext>
            </a:extLst>
          </p:cNvPr>
          <p:cNvGraphicFramePr>
            <a:graphicFrameLocks noGrp="1"/>
          </p:cNvGraphicFramePr>
          <p:nvPr>
            <p:ph type="chart" sz="quarter" idx="18"/>
            <p:extLst>
              <p:ext uri="{D42A27DB-BD31-4B8C-83A1-F6EECF244321}">
                <p14:modId xmlns:p14="http://schemas.microsoft.com/office/powerpoint/2010/main" val="4119770114"/>
              </p:ext>
            </p:extLst>
          </p:nvPr>
        </p:nvGraphicFramePr>
        <p:xfrm>
          <a:off x="5237163" y="1330325"/>
          <a:ext cx="6386512" cy="4378325"/>
        </p:xfrm>
        <a:graphic>
          <a:graphicData uri="http://schemas.openxmlformats.org/drawingml/2006/chart">
            <c:chart xmlns:c="http://schemas.openxmlformats.org/drawingml/2006/chart" xmlns:r="http://schemas.openxmlformats.org/officeDocument/2006/relationships" r:id="rId2"/>
          </a:graphicData>
        </a:graphic>
      </p:graphicFrame>
      <p:sp>
        <p:nvSpPr>
          <p:cNvPr id="91" name="Content Placeholder 90">
            <a:extLst>
              <a:ext uri="{FF2B5EF4-FFF2-40B4-BE49-F238E27FC236}">
                <a16:creationId xmlns:a16="http://schemas.microsoft.com/office/drawing/2014/main" id="{640D73EA-6237-018A-CF3F-B2A25BF7B4A2}"/>
              </a:ext>
            </a:extLst>
          </p:cNvPr>
          <p:cNvSpPr>
            <a:spLocks noGrp="1"/>
          </p:cNvSpPr>
          <p:nvPr>
            <p:ph sz="quarter" idx="17"/>
          </p:nvPr>
        </p:nvSpPr>
        <p:spPr>
          <a:xfrm>
            <a:off x="385571" y="1567054"/>
            <a:ext cx="4140454" cy="3990466"/>
          </a:xfrm>
        </p:spPr>
        <p:txBody>
          <a:bodyPr/>
          <a:lstStyle/>
          <a:p>
            <a:pPr lvl="1"/>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Quisque</a:t>
            </a:r>
            <a:r>
              <a:rPr lang="en-IN" dirty="0"/>
              <a:t> </a:t>
            </a:r>
            <a:r>
              <a:rPr lang="en-IN" dirty="0" err="1"/>
              <a:t>faucibus</a:t>
            </a:r>
            <a:r>
              <a:rPr lang="en-IN" dirty="0"/>
              <a:t> ex </a:t>
            </a:r>
            <a:r>
              <a:rPr lang="en-IN" dirty="0" err="1"/>
              <a:t>sapien</a:t>
            </a:r>
            <a:r>
              <a:rPr lang="en-IN" dirty="0"/>
              <a:t> vitae </a:t>
            </a:r>
            <a:r>
              <a:rPr lang="en-IN" dirty="0" err="1"/>
              <a:t>pellentesque</a:t>
            </a:r>
            <a:r>
              <a:rPr lang="en-IN" dirty="0"/>
              <a:t> </a:t>
            </a:r>
            <a:r>
              <a:rPr lang="en-IN" dirty="0" err="1"/>
              <a:t>sem</a:t>
            </a:r>
            <a:r>
              <a:rPr lang="en-IN" dirty="0"/>
              <a:t> </a:t>
            </a:r>
            <a:r>
              <a:rPr lang="en-IN" dirty="0" err="1"/>
              <a:t>placerat</a:t>
            </a:r>
            <a:r>
              <a:rPr lang="en-IN" dirty="0"/>
              <a:t>. In id cursus mi </a:t>
            </a:r>
            <a:r>
              <a:rPr lang="en-IN" dirty="0" err="1"/>
              <a:t>pretium</a:t>
            </a:r>
            <a:r>
              <a:rPr lang="en-IN" dirty="0"/>
              <a:t> </a:t>
            </a:r>
            <a:r>
              <a:rPr lang="en-IN" dirty="0" err="1"/>
              <a:t>tellus</a:t>
            </a:r>
            <a:r>
              <a:rPr lang="en-IN" dirty="0"/>
              <a:t> </a:t>
            </a:r>
            <a:r>
              <a:rPr lang="en-IN" dirty="0" err="1"/>
              <a:t>duis</a:t>
            </a:r>
            <a:r>
              <a:rPr lang="en-IN" dirty="0"/>
              <a:t> convallis. </a:t>
            </a:r>
          </a:p>
          <a:p>
            <a:pPr lvl="1"/>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Quisque</a:t>
            </a:r>
            <a:r>
              <a:rPr lang="en-IN" dirty="0"/>
              <a:t> </a:t>
            </a:r>
            <a:r>
              <a:rPr lang="en-IN" dirty="0" err="1"/>
              <a:t>faucibus</a:t>
            </a:r>
            <a:r>
              <a:rPr lang="en-IN" dirty="0"/>
              <a:t> ex </a:t>
            </a:r>
            <a:r>
              <a:rPr lang="en-IN" dirty="0" err="1"/>
              <a:t>sapien</a:t>
            </a:r>
            <a:r>
              <a:rPr lang="en-IN" dirty="0"/>
              <a:t> vitae </a:t>
            </a:r>
            <a:r>
              <a:rPr lang="en-IN" dirty="0" err="1"/>
              <a:t>pellentesque</a:t>
            </a:r>
            <a:r>
              <a:rPr lang="en-IN" dirty="0"/>
              <a:t> </a:t>
            </a:r>
            <a:r>
              <a:rPr lang="en-IN" dirty="0" err="1"/>
              <a:t>sem</a:t>
            </a:r>
            <a:r>
              <a:rPr lang="en-IN" dirty="0"/>
              <a:t> </a:t>
            </a:r>
            <a:r>
              <a:rPr lang="en-IN" dirty="0" err="1"/>
              <a:t>placerat</a:t>
            </a:r>
            <a:r>
              <a:rPr lang="en-IN" dirty="0"/>
              <a:t>. In id cursus mi </a:t>
            </a:r>
            <a:r>
              <a:rPr lang="en-IN" dirty="0" err="1"/>
              <a:t>pretium</a:t>
            </a:r>
            <a:r>
              <a:rPr lang="en-IN" dirty="0"/>
              <a:t> </a:t>
            </a:r>
            <a:r>
              <a:rPr lang="en-IN" dirty="0" err="1"/>
              <a:t>tellus</a:t>
            </a:r>
            <a:r>
              <a:rPr lang="en-IN" dirty="0"/>
              <a:t> </a:t>
            </a:r>
            <a:r>
              <a:rPr lang="en-IN" dirty="0" err="1"/>
              <a:t>duis</a:t>
            </a:r>
            <a:r>
              <a:rPr lang="en-IN" dirty="0"/>
              <a:t> convallis. </a:t>
            </a:r>
          </a:p>
          <a:p>
            <a:pPr lvl="1"/>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Quisque</a:t>
            </a:r>
            <a:r>
              <a:rPr lang="en-IN" dirty="0"/>
              <a:t> </a:t>
            </a:r>
            <a:r>
              <a:rPr lang="en-IN" dirty="0" err="1"/>
              <a:t>faucibus</a:t>
            </a:r>
            <a:r>
              <a:rPr lang="en-IN" dirty="0"/>
              <a:t> ex </a:t>
            </a:r>
            <a:r>
              <a:rPr lang="en-IN" dirty="0" err="1"/>
              <a:t>sapien</a:t>
            </a:r>
            <a:r>
              <a:rPr lang="en-IN" dirty="0"/>
              <a:t> vitae </a:t>
            </a:r>
            <a:r>
              <a:rPr lang="en-IN" dirty="0" err="1"/>
              <a:t>pellentesque</a:t>
            </a:r>
            <a:r>
              <a:rPr lang="en-IN" dirty="0"/>
              <a:t> </a:t>
            </a:r>
            <a:r>
              <a:rPr lang="en-IN" dirty="0" err="1"/>
              <a:t>sem</a:t>
            </a:r>
            <a:r>
              <a:rPr lang="en-IN" dirty="0"/>
              <a:t> </a:t>
            </a:r>
            <a:r>
              <a:rPr lang="en-IN" dirty="0" err="1"/>
              <a:t>placerat</a:t>
            </a:r>
            <a:r>
              <a:rPr lang="en-IN" dirty="0"/>
              <a:t>. </a:t>
            </a:r>
          </a:p>
        </p:txBody>
      </p:sp>
      <p:sp>
        <p:nvSpPr>
          <p:cNvPr id="11" name="Text Placeholder 10">
            <a:extLst>
              <a:ext uri="{FF2B5EF4-FFF2-40B4-BE49-F238E27FC236}">
                <a16:creationId xmlns:a16="http://schemas.microsoft.com/office/drawing/2014/main" id="{959E80B7-8DC4-1287-D040-F02806EB87A6}"/>
              </a:ext>
            </a:extLst>
          </p:cNvPr>
          <p:cNvSpPr>
            <a:spLocks noGrp="1"/>
          </p:cNvSpPr>
          <p:nvPr>
            <p:ph type="body" sz="quarter" idx="19"/>
          </p:nvPr>
        </p:nvSpPr>
        <p:spPr>
          <a:xfrm>
            <a:off x="5237163" y="654366"/>
            <a:ext cx="6386512" cy="421958"/>
          </a:xfrm>
        </p:spPr>
        <p:txBody>
          <a:bodyPr/>
          <a:lstStyle/>
          <a:p>
            <a:r>
              <a:rPr lang="en-US"/>
              <a:t>Place headline here, </a:t>
            </a:r>
            <a:br>
              <a:rPr lang="en-US"/>
            </a:br>
            <a:r>
              <a:rPr lang="en-US"/>
              <a:t>lorem ipsum dolor</a:t>
            </a:r>
          </a:p>
        </p:txBody>
      </p:sp>
      <p:sp>
        <p:nvSpPr>
          <p:cNvPr id="2" name="Text Placeholder 7">
            <a:extLst>
              <a:ext uri="{FF2B5EF4-FFF2-40B4-BE49-F238E27FC236}">
                <a16:creationId xmlns:a16="http://schemas.microsoft.com/office/drawing/2014/main" id="{EE649A5E-9BB3-D0F0-154A-49ADA4CDDE07}"/>
              </a:ext>
            </a:extLst>
          </p:cNvPr>
          <p:cNvSpPr>
            <a:spLocks noGrp="1"/>
          </p:cNvSpPr>
          <p:nvPr>
            <p:ph type="body" sz="quarter" idx="20"/>
          </p:nvPr>
        </p:nvSpPr>
        <p:spPr>
          <a:xfrm>
            <a:off x="385572" y="5686332"/>
            <a:ext cx="4142232" cy="421958"/>
          </a:xfrm>
        </p:spPr>
        <p:txBody>
          <a:bodyPr/>
          <a:lstStyle/>
          <a:p>
            <a:pPr lvl="0"/>
            <a:r>
              <a:rPr lang="en-US" dirty="0"/>
              <a:t>Place source here</a:t>
            </a:r>
          </a:p>
        </p:txBody>
      </p:sp>
    </p:spTree>
    <p:extLst>
      <p:ext uri="{BB962C8B-B14F-4D97-AF65-F5344CB8AC3E}">
        <p14:creationId xmlns:p14="http://schemas.microsoft.com/office/powerpoint/2010/main" val="28468691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F1255-9100-2743-D950-AC87B2BBB1F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94C7588-29D2-418F-8965-A3D9EF3ABA1F}"/>
              </a:ext>
            </a:extLst>
          </p:cNvPr>
          <p:cNvSpPr>
            <a:spLocks noGrp="1"/>
          </p:cNvSpPr>
          <p:nvPr>
            <p:ph type="title"/>
          </p:nvPr>
        </p:nvSpPr>
        <p:spPr>
          <a:xfrm>
            <a:off x="385572" y="411480"/>
            <a:ext cx="3526671" cy="664844"/>
          </a:xfrm>
        </p:spPr>
        <p:txBody>
          <a:bodyPr/>
          <a:lstStyle/>
          <a:p>
            <a:r>
              <a:rPr lang="en-IN"/>
              <a:t>Place headline here</a:t>
            </a:r>
          </a:p>
        </p:txBody>
      </p:sp>
      <p:sp>
        <p:nvSpPr>
          <p:cNvPr id="9" name="Content Placeholder 8">
            <a:extLst>
              <a:ext uri="{FF2B5EF4-FFF2-40B4-BE49-F238E27FC236}">
                <a16:creationId xmlns:a16="http://schemas.microsoft.com/office/drawing/2014/main" id="{879688B7-B10A-F4AA-08DB-96931333C49E}"/>
              </a:ext>
            </a:extLst>
          </p:cNvPr>
          <p:cNvSpPr>
            <a:spLocks noGrp="1"/>
          </p:cNvSpPr>
          <p:nvPr>
            <p:ph sz="quarter" idx="17"/>
          </p:nvPr>
        </p:nvSpPr>
        <p:spPr>
          <a:xfrm>
            <a:off x="385571" y="1567054"/>
            <a:ext cx="3526672" cy="3986784"/>
          </a:xfrm>
        </p:spPr>
        <p:txBody>
          <a:bodyPr/>
          <a:lstStyle/>
          <a:p>
            <a:pPr lvl="1"/>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Quisque</a:t>
            </a:r>
            <a:r>
              <a:rPr lang="en-IN" dirty="0"/>
              <a:t> </a:t>
            </a:r>
            <a:r>
              <a:rPr lang="en-IN" dirty="0" err="1"/>
              <a:t>faucibus</a:t>
            </a:r>
            <a:r>
              <a:rPr lang="en-IN" dirty="0"/>
              <a:t> ex </a:t>
            </a:r>
            <a:r>
              <a:rPr lang="en-IN" dirty="0" err="1"/>
              <a:t>sapien</a:t>
            </a:r>
            <a:r>
              <a:rPr lang="en-IN" dirty="0"/>
              <a:t> vitae </a:t>
            </a:r>
            <a:r>
              <a:rPr lang="en-IN" dirty="0" err="1"/>
              <a:t>pellentesque</a:t>
            </a:r>
            <a:r>
              <a:rPr lang="en-IN" dirty="0"/>
              <a:t> </a:t>
            </a:r>
            <a:r>
              <a:rPr lang="en-IN" dirty="0" err="1"/>
              <a:t>sem</a:t>
            </a:r>
            <a:r>
              <a:rPr lang="en-IN" dirty="0"/>
              <a:t> </a:t>
            </a:r>
            <a:r>
              <a:rPr lang="en-IN" dirty="0" err="1"/>
              <a:t>placerat</a:t>
            </a:r>
            <a:r>
              <a:rPr lang="en-IN" dirty="0"/>
              <a:t>. In id cursus mi </a:t>
            </a:r>
            <a:r>
              <a:rPr lang="en-IN" dirty="0" err="1"/>
              <a:t>pretium</a:t>
            </a:r>
            <a:r>
              <a:rPr lang="en-IN" dirty="0"/>
              <a:t> </a:t>
            </a:r>
            <a:r>
              <a:rPr lang="en-IN" dirty="0" err="1"/>
              <a:t>tellus</a:t>
            </a:r>
            <a:r>
              <a:rPr lang="en-IN" dirty="0"/>
              <a:t> </a:t>
            </a:r>
            <a:r>
              <a:rPr lang="en-IN" dirty="0" err="1"/>
              <a:t>duis</a:t>
            </a:r>
            <a:r>
              <a:rPr lang="en-IN" dirty="0"/>
              <a:t> convallis. </a:t>
            </a:r>
          </a:p>
          <a:p>
            <a:pPr lvl="1"/>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Quisque</a:t>
            </a:r>
            <a:r>
              <a:rPr lang="en-IN" dirty="0"/>
              <a:t> </a:t>
            </a:r>
            <a:r>
              <a:rPr lang="en-IN" dirty="0" err="1"/>
              <a:t>faucibus</a:t>
            </a:r>
            <a:r>
              <a:rPr lang="en-IN" dirty="0"/>
              <a:t> ex </a:t>
            </a:r>
            <a:r>
              <a:rPr lang="en-IN" dirty="0" err="1"/>
              <a:t>sapien</a:t>
            </a:r>
            <a:r>
              <a:rPr lang="en-IN" dirty="0"/>
              <a:t> vitae </a:t>
            </a:r>
            <a:r>
              <a:rPr lang="en-IN" dirty="0" err="1"/>
              <a:t>pellentesque</a:t>
            </a:r>
            <a:r>
              <a:rPr lang="en-IN" dirty="0"/>
              <a:t> </a:t>
            </a:r>
            <a:r>
              <a:rPr lang="en-IN" dirty="0" err="1"/>
              <a:t>sem</a:t>
            </a:r>
            <a:r>
              <a:rPr lang="en-IN" dirty="0"/>
              <a:t> </a:t>
            </a:r>
            <a:r>
              <a:rPr lang="en-IN" dirty="0" err="1"/>
              <a:t>placerat</a:t>
            </a:r>
            <a:r>
              <a:rPr lang="en-IN" dirty="0"/>
              <a:t>. In id cursus mi </a:t>
            </a:r>
            <a:r>
              <a:rPr lang="en-IN" dirty="0" err="1"/>
              <a:t>pretium</a:t>
            </a:r>
            <a:r>
              <a:rPr lang="en-IN" dirty="0"/>
              <a:t> </a:t>
            </a:r>
            <a:r>
              <a:rPr lang="en-IN" dirty="0" err="1"/>
              <a:t>tellus</a:t>
            </a:r>
            <a:r>
              <a:rPr lang="en-IN" dirty="0"/>
              <a:t> </a:t>
            </a:r>
            <a:r>
              <a:rPr lang="en-IN" dirty="0" err="1"/>
              <a:t>duis</a:t>
            </a:r>
            <a:r>
              <a:rPr lang="en-IN" dirty="0"/>
              <a:t> convallis. </a:t>
            </a:r>
          </a:p>
          <a:p>
            <a:pPr lvl="1"/>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Quisque</a:t>
            </a:r>
            <a:r>
              <a:rPr lang="en-IN" dirty="0"/>
              <a:t> </a:t>
            </a:r>
            <a:r>
              <a:rPr lang="en-IN" dirty="0" err="1"/>
              <a:t>faucibus</a:t>
            </a:r>
            <a:r>
              <a:rPr lang="en-IN" dirty="0"/>
              <a:t> ex </a:t>
            </a:r>
            <a:r>
              <a:rPr lang="en-IN" dirty="0" err="1"/>
              <a:t>sapien</a:t>
            </a:r>
            <a:r>
              <a:rPr lang="en-IN" dirty="0"/>
              <a:t> vitae </a:t>
            </a:r>
            <a:r>
              <a:rPr lang="en-IN" dirty="0" err="1"/>
              <a:t>pellentesque</a:t>
            </a:r>
            <a:r>
              <a:rPr lang="en-IN" dirty="0"/>
              <a:t> </a:t>
            </a:r>
            <a:r>
              <a:rPr lang="en-IN" dirty="0" err="1"/>
              <a:t>sem</a:t>
            </a:r>
            <a:r>
              <a:rPr lang="en-IN" dirty="0"/>
              <a:t> </a:t>
            </a:r>
            <a:r>
              <a:rPr lang="en-IN" dirty="0" err="1"/>
              <a:t>placerat</a:t>
            </a:r>
            <a:r>
              <a:rPr lang="en-IN" dirty="0"/>
              <a:t>. </a:t>
            </a:r>
          </a:p>
        </p:txBody>
      </p:sp>
      <p:graphicFrame>
        <p:nvGraphicFramePr>
          <p:cNvPr id="6" name="Chart Placeholder 7">
            <a:extLst>
              <a:ext uri="{FF2B5EF4-FFF2-40B4-BE49-F238E27FC236}">
                <a16:creationId xmlns:a16="http://schemas.microsoft.com/office/drawing/2014/main" id="{C62F1DDF-BF3B-4087-A098-3FC71D673887}"/>
              </a:ext>
            </a:extLst>
          </p:cNvPr>
          <p:cNvGraphicFramePr>
            <a:graphicFrameLocks noGrp="1"/>
          </p:cNvGraphicFramePr>
          <p:nvPr>
            <p:ph type="chart" sz="quarter" idx="18"/>
            <p:extLst>
              <p:ext uri="{D42A27DB-BD31-4B8C-83A1-F6EECF244321}">
                <p14:modId xmlns:p14="http://schemas.microsoft.com/office/powerpoint/2010/main" val="2772273189"/>
              </p:ext>
            </p:extLst>
          </p:nvPr>
        </p:nvGraphicFramePr>
        <p:xfrm>
          <a:off x="6357938" y="1450975"/>
          <a:ext cx="5265737" cy="4378325"/>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 Placeholder 10">
            <a:extLst>
              <a:ext uri="{FF2B5EF4-FFF2-40B4-BE49-F238E27FC236}">
                <a16:creationId xmlns:a16="http://schemas.microsoft.com/office/drawing/2014/main" id="{BF1AC4F7-8C31-42B6-F5A4-860CC235A4E7}"/>
              </a:ext>
            </a:extLst>
          </p:cNvPr>
          <p:cNvSpPr>
            <a:spLocks noGrp="1"/>
          </p:cNvSpPr>
          <p:nvPr>
            <p:ph type="body" sz="quarter" idx="19"/>
          </p:nvPr>
        </p:nvSpPr>
        <p:spPr>
          <a:xfrm>
            <a:off x="6357395" y="821681"/>
            <a:ext cx="5266282" cy="468314"/>
          </a:xfrm>
        </p:spPr>
        <p:txBody>
          <a:bodyPr/>
          <a:lstStyle/>
          <a:p>
            <a:r>
              <a:rPr lang="en-US"/>
              <a:t>Place headline here, </a:t>
            </a:r>
            <a:br>
              <a:rPr lang="en-US"/>
            </a:br>
            <a:r>
              <a:rPr lang="en-US"/>
              <a:t>lorem ipsum dolor</a:t>
            </a:r>
          </a:p>
        </p:txBody>
      </p:sp>
      <p:sp>
        <p:nvSpPr>
          <p:cNvPr id="2" name="Text Placeholder 7">
            <a:extLst>
              <a:ext uri="{FF2B5EF4-FFF2-40B4-BE49-F238E27FC236}">
                <a16:creationId xmlns:a16="http://schemas.microsoft.com/office/drawing/2014/main" id="{6F105A80-14D5-AE52-BE1A-523F4F234E1A}"/>
              </a:ext>
            </a:extLst>
          </p:cNvPr>
          <p:cNvSpPr>
            <a:spLocks noGrp="1"/>
          </p:cNvSpPr>
          <p:nvPr>
            <p:ph type="body" sz="quarter" idx="20"/>
          </p:nvPr>
        </p:nvSpPr>
        <p:spPr>
          <a:xfrm>
            <a:off x="385572" y="5686332"/>
            <a:ext cx="3529584" cy="421958"/>
          </a:xfrm>
        </p:spPr>
        <p:txBody>
          <a:bodyPr/>
          <a:lstStyle/>
          <a:p>
            <a:pPr lvl="0"/>
            <a:r>
              <a:rPr lang="en-US"/>
              <a:t>Place source here</a:t>
            </a:r>
          </a:p>
        </p:txBody>
      </p:sp>
      <p:sp>
        <p:nvSpPr>
          <p:cNvPr id="3" name="Footer Placeholder 2">
            <a:extLst>
              <a:ext uri="{FF2B5EF4-FFF2-40B4-BE49-F238E27FC236}">
                <a16:creationId xmlns:a16="http://schemas.microsoft.com/office/drawing/2014/main" id="{6827EB56-5B18-360F-7B5D-4499F0DCC054}"/>
              </a:ext>
            </a:extLst>
          </p:cNvPr>
          <p:cNvSpPr>
            <a:spLocks noGrp="1"/>
          </p:cNvSpPr>
          <p:nvPr>
            <p:ph type="ftr" sz="quarter" idx="21"/>
          </p:nvPr>
        </p:nvSpPr>
        <p:spPr>
          <a:xfrm>
            <a:off x="8275638" y="6379844"/>
            <a:ext cx="3000375" cy="290039"/>
          </a:xfrm>
        </p:spPr>
        <p:txBody>
          <a:bodyPr/>
          <a:lstStyle/>
          <a:p>
            <a:r>
              <a:rPr lang="en-IN"/>
              <a:t>Footer</a:t>
            </a:r>
          </a:p>
        </p:txBody>
      </p:sp>
      <p:sp>
        <p:nvSpPr>
          <p:cNvPr id="4" name="Slide Number Placeholder 3">
            <a:extLst>
              <a:ext uri="{FF2B5EF4-FFF2-40B4-BE49-F238E27FC236}">
                <a16:creationId xmlns:a16="http://schemas.microsoft.com/office/drawing/2014/main" id="{254F966C-287E-49E0-C771-081CCE7A3AB5}"/>
              </a:ext>
            </a:extLst>
          </p:cNvPr>
          <p:cNvSpPr>
            <a:spLocks noGrp="1"/>
          </p:cNvSpPr>
          <p:nvPr>
            <p:ph type="sldNum" sz="quarter" idx="22"/>
          </p:nvPr>
        </p:nvSpPr>
        <p:spPr>
          <a:xfrm>
            <a:off x="11410950" y="6382384"/>
            <a:ext cx="395478" cy="290039"/>
          </a:xfrm>
        </p:spPr>
        <p:txBody>
          <a:bodyPr/>
          <a:lstStyle/>
          <a:p>
            <a:fld id="{85AC2185-BC10-47CC-BB5A-D3C63A4C1365}" type="slidenum">
              <a:rPr lang="en-IN" smtClean="0"/>
              <a:pPr/>
              <a:t>20</a:t>
            </a:fld>
            <a:endParaRPr lang="en-IN"/>
          </a:p>
        </p:txBody>
      </p:sp>
    </p:spTree>
    <p:extLst>
      <p:ext uri="{BB962C8B-B14F-4D97-AF65-F5344CB8AC3E}">
        <p14:creationId xmlns:p14="http://schemas.microsoft.com/office/powerpoint/2010/main" val="31381731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6CC69FB-A240-4549-FAF4-E3CFA1DB3CDD}"/>
              </a:ext>
            </a:extLst>
          </p:cNvPr>
          <p:cNvSpPr>
            <a:spLocks noGrp="1"/>
          </p:cNvSpPr>
          <p:nvPr>
            <p:ph type="title"/>
          </p:nvPr>
        </p:nvSpPr>
        <p:spPr/>
        <p:txBody>
          <a:bodyPr/>
          <a:lstStyle/>
          <a:p>
            <a:r>
              <a:rPr lang="en-IN"/>
              <a:t>Place headline here</a:t>
            </a:r>
          </a:p>
        </p:txBody>
      </p:sp>
      <p:sp>
        <p:nvSpPr>
          <p:cNvPr id="3" name="Footer Placeholder 2">
            <a:extLst>
              <a:ext uri="{FF2B5EF4-FFF2-40B4-BE49-F238E27FC236}">
                <a16:creationId xmlns:a16="http://schemas.microsoft.com/office/drawing/2014/main" id="{58D56DAD-5B2C-0E18-2102-CF661030AD66}"/>
              </a:ext>
            </a:extLst>
          </p:cNvPr>
          <p:cNvSpPr>
            <a:spLocks noGrp="1"/>
          </p:cNvSpPr>
          <p:nvPr>
            <p:ph type="ftr" sz="quarter" idx="15"/>
          </p:nvPr>
        </p:nvSpPr>
        <p:spPr/>
        <p:txBody>
          <a:bodyPr/>
          <a:lstStyle/>
          <a:p>
            <a:r>
              <a:rPr lang="en-IN" sz="700"/>
              <a:t>Footer</a:t>
            </a:r>
          </a:p>
        </p:txBody>
      </p:sp>
      <p:sp>
        <p:nvSpPr>
          <p:cNvPr id="4" name="Slide Number Placeholder 3">
            <a:extLst>
              <a:ext uri="{FF2B5EF4-FFF2-40B4-BE49-F238E27FC236}">
                <a16:creationId xmlns:a16="http://schemas.microsoft.com/office/drawing/2014/main" id="{1ECB64ED-2908-F017-6D51-CB04DE91F1DE}"/>
              </a:ext>
            </a:extLst>
          </p:cNvPr>
          <p:cNvSpPr>
            <a:spLocks noGrp="1"/>
          </p:cNvSpPr>
          <p:nvPr>
            <p:ph type="sldNum" sz="quarter" idx="16"/>
          </p:nvPr>
        </p:nvSpPr>
        <p:spPr/>
        <p:txBody>
          <a:bodyPr/>
          <a:lstStyle/>
          <a:p>
            <a:fld id="{85AC2185-BC10-47CC-BB5A-D3C63A4C1365}" type="slidenum">
              <a:rPr lang="en-IN" smtClean="0"/>
              <a:pPr/>
              <a:t>21</a:t>
            </a:fld>
            <a:endParaRPr lang="en-IN"/>
          </a:p>
        </p:txBody>
      </p:sp>
      <p:sp>
        <p:nvSpPr>
          <p:cNvPr id="10" name="Text Placeholder 9">
            <a:extLst>
              <a:ext uri="{FF2B5EF4-FFF2-40B4-BE49-F238E27FC236}">
                <a16:creationId xmlns:a16="http://schemas.microsoft.com/office/drawing/2014/main" id="{F85DEEE9-88D9-3227-80C6-7F5FB28FFBBF}"/>
              </a:ext>
            </a:extLst>
          </p:cNvPr>
          <p:cNvSpPr>
            <a:spLocks noGrp="1"/>
          </p:cNvSpPr>
          <p:nvPr>
            <p:ph type="body" sz="quarter" idx="17"/>
          </p:nvPr>
        </p:nvSpPr>
        <p:spPr>
          <a:xfrm>
            <a:off x="492516" y="2015651"/>
            <a:ext cx="5451470" cy="421958"/>
          </a:xfrm>
        </p:spPr>
        <p:txBody>
          <a:bodyPr/>
          <a:lstStyle/>
          <a:p>
            <a:r>
              <a:rPr lang="en-US"/>
              <a:t>Place headline here, </a:t>
            </a:r>
            <a:br>
              <a:rPr lang="en-US"/>
            </a:br>
            <a:r>
              <a:rPr lang="en-US"/>
              <a:t>lorem ipsum dolor</a:t>
            </a:r>
          </a:p>
        </p:txBody>
      </p:sp>
      <p:sp>
        <p:nvSpPr>
          <p:cNvPr id="11" name="Text Placeholder 10">
            <a:extLst>
              <a:ext uri="{FF2B5EF4-FFF2-40B4-BE49-F238E27FC236}">
                <a16:creationId xmlns:a16="http://schemas.microsoft.com/office/drawing/2014/main" id="{60EC5632-1B5E-989E-D3E6-D5EEC234D9A9}"/>
              </a:ext>
            </a:extLst>
          </p:cNvPr>
          <p:cNvSpPr>
            <a:spLocks noGrp="1"/>
          </p:cNvSpPr>
          <p:nvPr>
            <p:ph type="body" sz="quarter" idx="19"/>
          </p:nvPr>
        </p:nvSpPr>
        <p:spPr>
          <a:xfrm>
            <a:off x="6461312" y="2015651"/>
            <a:ext cx="5451470" cy="421958"/>
          </a:xfrm>
        </p:spPr>
        <p:txBody>
          <a:bodyPr/>
          <a:lstStyle/>
          <a:p>
            <a:r>
              <a:rPr lang="en-US"/>
              <a:t>Place headline here, </a:t>
            </a:r>
            <a:br>
              <a:rPr lang="en-US"/>
            </a:br>
            <a:r>
              <a:rPr lang="en-US"/>
              <a:t>lorem ipsum dolor</a:t>
            </a:r>
          </a:p>
        </p:txBody>
      </p:sp>
      <p:graphicFrame>
        <p:nvGraphicFramePr>
          <p:cNvPr id="7" name="Chart Placeholder 6">
            <a:extLst>
              <a:ext uri="{FF2B5EF4-FFF2-40B4-BE49-F238E27FC236}">
                <a16:creationId xmlns:a16="http://schemas.microsoft.com/office/drawing/2014/main" id="{EEACB14C-BB3A-F254-9F51-B5CAE2289C15}"/>
              </a:ext>
            </a:extLst>
          </p:cNvPr>
          <p:cNvGraphicFramePr>
            <a:graphicFrameLocks noGrp="1"/>
          </p:cNvGraphicFramePr>
          <p:nvPr>
            <p:ph type="chart" sz="quarter" idx="21"/>
            <p:extLst>
              <p:ext uri="{D42A27DB-BD31-4B8C-83A1-F6EECF244321}">
                <p14:modId xmlns:p14="http://schemas.microsoft.com/office/powerpoint/2010/main" val="3669362653"/>
              </p:ext>
            </p:extLst>
          </p:nvPr>
        </p:nvGraphicFramePr>
        <p:xfrm>
          <a:off x="492516" y="2671763"/>
          <a:ext cx="5142767" cy="310356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Placeholder 6">
            <a:extLst>
              <a:ext uri="{FF2B5EF4-FFF2-40B4-BE49-F238E27FC236}">
                <a16:creationId xmlns:a16="http://schemas.microsoft.com/office/drawing/2014/main" id="{B511D28B-E439-E0A1-E362-94683D300B72}"/>
              </a:ext>
            </a:extLst>
          </p:cNvPr>
          <p:cNvGraphicFramePr>
            <a:graphicFrameLocks noGrp="1"/>
          </p:cNvGraphicFramePr>
          <p:nvPr>
            <p:ph type="chart" sz="quarter" idx="23"/>
            <p:extLst>
              <p:ext uri="{D42A27DB-BD31-4B8C-83A1-F6EECF244321}">
                <p14:modId xmlns:p14="http://schemas.microsoft.com/office/powerpoint/2010/main" val="2780488648"/>
              </p:ext>
            </p:extLst>
          </p:nvPr>
        </p:nvGraphicFramePr>
        <p:xfrm>
          <a:off x="6465922" y="2671763"/>
          <a:ext cx="5142767" cy="3103562"/>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 Placeholder 8">
            <a:extLst>
              <a:ext uri="{FF2B5EF4-FFF2-40B4-BE49-F238E27FC236}">
                <a16:creationId xmlns:a16="http://schemas.microsoft.com/office/drawing/2014/main" id="{54C371DA-C696-9282-54F5-95F234FB71CC}"/>
              </a:ext>
            </a:extLst>
          </p:cNvPr>
          <p:cNvSpPr>
            <a:spLocks noGrp="1"/>
          </p:cNvSpPr>
          <p:nvPr>
            <p:ph type="body" sz="quarter" idx="14"/>
          </p:nvPr>
        </p:nvSpPr>
        <p:spPr>
          <a:xfrm>
            <a:off x="385572" y="1122680"/>
            <a:ext cx="11420856" cy="421958"/>
          </a:xfrm>
        </p:spPr>
        <p:txBody>
          <a:bodyPr/>
          <a:lstStyle/>
          <a:p>
            <a:r>
              <a:rPr lang="en-US"/>
              <a:t>Place subtitle here, lorem ipsum dolor</a:t>
            </a:r>
          </a:p>
        </p:txBody>
      </p:sp>
    </p:spTree>
    <p:extLst>
      <p:ext uri="{BB962C8B-B14F-4D97-AF65-F5344CB8AC3E}">
        <p14:creationId xmlns:p14="http://schemas.microsoft.com/office/powerpoint/2010/main" val="17147308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B4B0A-45DE-29D9-531B-5507105FA383}"/>
            </a:ext>
          </a:extLst>
        </p:cNvPr>
        <p:cNvGrpSpPr/>
        <p:nvPr/>
      </p:nvGrpSpPr>
      <p:grpSpPr>
        <a:xfrm>
          <a:off x="0" y="0"/>
          <a:ext cx="0" cy="0"/>
          <a:chOff x="0" y="0"/>
          <a:chExt cx="0" cy="0"/>
        </a:xfrm>
      </p:grpSpPr>
      <p:sp>
        <p:nvSpPr>
          <p:cNvPr id="19" name="Title 18">
            <a:extLst>
              <a:ext uri="{FF2B5EF4-FFF2-40B4-BE49-F238E27FC236}">
                <a16:creationId xmlns:a16="http://schemas.microsoft.com/office/drawing/2014/main" id="{1F086065-22D0-109A-880C-C5EEDA75197F}"/>
              </a:ext>
            </a:extLst>
          </p:cNvPr>
          <p:cNvSpPr>
            <a:spLocks noGrp="1"/>
          </p:cNvSpPr>
          <p:nvPr>
            <p:ph type="title"/>
          </p:nvPr>
        </p:nvSpPr>
        <p:spPr>
          <a:xfrm>
            <a:off x="385572" y="411480"/>
            <a:ext cx="4144342" cy="664844"/>
          </a:xfrm>
        </p:spPr>
        <p:txBody>
          <a:bodyPr/>
          <a:lstStyle/>
          <a:p>
            <a:r>
              <a:rPr lang="en-IN"/>
              <a:t>Place headline here</a:t>
            </a:r>
          </a:p>
        </p:txBody>
      </p:sp>
      <p:sp>
        <p:nvSpPr>
          <p:cNvPr id="20" name="Text Placeholder 19">
            <a:extLst>
              <a:ext uri="{FF2B5EF4-FFF2-40B4-BE49-F238E27FC236}">
                <a16:creationId xmlns:a16="http://schemas.microsoft.com/office/drawing/2014/main" id="{E2CF95E1-4299-B554-6715-BE9E86D51AD0}"/>
              </a:ext>
            </a:extLst>
          </p:cNvPr>
          <p:cNvSpPr>
            <a:spLocks noGrp="1"/>
          </p:cNvSpPr>
          <p:nvPr>
            <p:ph type="body" sz="quarter" idx="17"/>
          </p:nvPr>
        </p:nvSpPr>
        <p:spPr>
          <a:xfrm>
            <a:off x="375285" y="1869440"/>
            <a:ext cx="4773168" cy="568169"/>
          </a:xfrm>
        </p:spPr>
        <p:txBody>
          <a:bodyPr/>
          <a:lstStyle/>
          <a:p>
            <a:r>
              <a:rPr lang="en-US"/>
              <a:t>Place headline here, </a:t>
            </a:r>
            <a:br>
              <a:rPr lang="en-US"/>
            </a:br>
            <a:r>
              <a:rPr lang="en-US"/>
              <a:t>lorem ipsum dolor</a:t>
            </a:r>
          </a:p>
        </p:txBody>
      </p:sp>
      <p:sp>
        <p:nvSpPr>
          <p:cNvPr id="21" name="Text Placeholder 20">
            <a:extLst>
              <a:ext uri="{FF2B5EF4-FFF2-40B4-BE49-F238E27FC236}">
                <a16:creationId xmlns:a16="http://schemas.microsoft.com/office/drawing/2014/main" id="{29AF5A39-CEDD-0D2A-D07F-80007FB1B204}"/>
              </a:ext>
            </a:extLst>
          </p:cNvPr>
          <p:cNvSpPr>
            <a:spLocks noGrp="1"/>
          </p:cNvSpPr>
          <p:nvPr>
            <p:ph type="body" sz="quarter" idx="19"/>
          </p:nvPr>
        </p:nvSpPr>
        <p:spPr>
          <a:xfrm>
            <a:off x="7023053" y="1869440"/>
            <a:ext cx="4772498" cy="568169"/>
          </a:xfrm>
        </p:spPr>
        <p:txBody>
          <a:bodyPr/>
          <a:lstStyle/>
          <a:p>
            <a:r>
              <a:rPr lang="en-US"/>
              <a:t>Place headline here, </a:t>
            </a:r>
            <a:br>
              <a:rPr lang="en-US"/>
            </a:br>
            <a:r>
              <a:rPr lang="en-US"/>
              <a:t>lorem ipsum dolor</a:t>
            </a:r>
          </a:p>
        </p:txBody>
      </p:sp>
      <p:graphicFrame>
        <p:nvGraphicFramePr>
          <p:cNvPr id="8" name="Chart Placeholder 6">
            <a:extLst>
              <a:ext uri="{FF2B5EF4-FFF2-40B4-BE49-F238E27FC236}">
                <a16:creationId xmlns:a16="http://schemas.microsoft.com/office/drawing/2014/main" id="{4C51E9AC-E12B-CA05-C0E2-9DE8BD2244CA}"/>
              </a:ext>
            </a:extLst>
          </p:cNvPr>
          <p:cNvGraphicFramePr>
            <a:graphicFrameLocks noGrp="1"/>
          </p:cNvGraphicFramePr>
          <p:nvPr>
            <p:ph type="chart" sz="quarter" idx="21"/>
            <p:extLst>
              <p:ext uri="{D42A27DB-BD31-4B8C-83A1-F6EECF244321}">
                <p14:modId xmlns:p14="http://schemas.microsoft.com/office/powerpoint/2010/main" val="3339579008"/>
              </p:ext>
            </p:extLst>
          </p:nvPr>
        </p:nvGraphicFramePr>
        <p:xfrm>
          <a:off x="374650" y="2671763"/>
          <a:ext cx="4773613" cy="310356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hart Placeholder 6">
            <a:extLst>
              <a:ext uri="{FF2B5EF4-FFF2-40B4-BE49-F238E27FC236}">
                <a16:creationId xmlns:a16="http://schemas.microsoft.com/office/drawing/2014/main" id="{BB305206-97D9-4E2C-A12F-E997C2DCC0CA}"/>
              </a:ext>
            </a:extLst>
          </p:cNvPr>
          <p:cNvGraphicFramePr>
            <a:graphicFrameLocks noGrp="1"/>
          </p:cNvGraphicFramePr>
          <p:nvPr>
            <p:ph type="chart" sz="quarter" idx="23"/>
            <p:extLst>
              <p:ext uri="{D42A27DB-BD31-4B8C-83A1-F6EECF244321}">
                <p14:modId xmlns:p14="http://schemas.microsoft.com/office/powerpoint/2010/main" val="1273794208"/>
              </p:ext>
            </p:extLst>
          </p:nvPr>
        </p:nvGraphicFramePr>
        <p:xfrm>
          <a:off x="7019925" y="2671763"/>
          <a:ext cx="4781550" cy="3103562"/>
        </p:xfrm>
        <a:graphic>
          <a:graphicData uri="http://schemas.openxmlformats.org/drawingml/2006/chart">
            <c:chart xmlns:c="http://schemas.openxmlformats.org/drawingml/2006/chart" xmlns:r="http://schemas.openxmlformats.org/officeDocument/2006/relationships" r:id="rId3"/>
          </a:graphicData>
        </a:graphic>
      </p:graphicFrame>
      <p:sp>
        <p:nvSpPr>
          <p:cNvPr id="3" name="Footer Placeholder 2">
            <a:extLst>
              <a:ext uri="{FF2B5EF4-FFF2-40B4-BE49-F238E27FC236}">
                <a16:creationId xmlns:a16="http://schemas.microsoft.com/office/drawing/2014/main" id="{F57B6AE6-E280-E018-AAD9-AAD9520C5635}"/>
              </a:ext>
            </a:extLst>
          </p:cNvPr>
          <p:cNvSpPr>
            <a:spLocks noGrp="1"/>
          </p:cNvSpPr>
          <p:nvPr>
            <p:ph type="ftr" sz="quarter" idx="24"/>
          </p:nvPr>
        </p:nvSpPr>
        <p:spPr>
          <a:xfrm>
            <a:off x="8275638" y="6379844"/>
            <a:ext cx="3000375" cy="290039"/>
          </a:xfrm>
        </p:spPr>
        <p:txBody>
          <a:bodyPr/>
          <a:lstStyle/>
          <a:p>
            <a:r>
              <a:rPr lang="en-IN"/>
              <a:t>Footer</a:t>
            </a:r>
          </a:p>
        </p:txBody>
      </p:sp>
      <p:sp>
        <p:nvSpPr>
          <p:cNvPr id="4" name="Slide Number Placeholder 3">
            <a:extLst>
              <a:ext uri="{FF2B5EF4-FFF2-40B4-BE49-F238E27FC236}">
                <a16:creationId xmlns:a16="http://schemas.microsoft.com/office/drawing/2014/main" id="{156C70B5-B190-616D-3C03-5ACE5494D5F2}"/>
              </a:ext>
            </a:extLst>
          </p:cNvPr>
          <p:cNvSpPr>
            <a:spLocks noGrp="1"/>
          </p:cNvSpPr>
          <p:nvPr>
            <p:ph type="sldNum" sz="quarter" idx="25"/>
          </p:nvPr>
        </p:nvSpPr>
        <p:spPr>
          <a:xfrm>
            <a:off x="11410950" y="6382384"/>
            <a:ext cx="395478" cy="290039"/>
          </a:xfrm>
        </p:spPr>
        <p:txBody>
          <a:bodyPr/>
          <a:lstStyle/>
          <a:p>
            <a:fld id="{85AC2185-BC10-47CC-BB5A-D3C63A4C1365}" type="slidenum">
              <a:rPr lang="en-IN" smtClean="0"/>
              <a:pPr/>
              <a:t>22</a:t>
            </a:fld>
            <a:endParaRPr lang="en-IN"/>
          </a:p>
        </p:txBody>
      </p:sp>
    </p:spTree>
    <p:extLst>
      <p:ext uri="{BB962C8B-B14F-4D97-AF65-F5344CB8AC3E}">
        <p14:creationId xmlns:p14="http://schemas.microsoft.com/office/powerpoint/2010/main" val="39541085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A4DD6-8603-1C60-FDB0-6A98F5C7754C}"/>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5CE1F3B2-3143-FC45-E6DB-B8A5DBF17159}"/>
              </a:ext>
            </a:extLst>
          </p:cNvPr>
          <p:cNvSpPr>
            <a:spLocks noGrp="1"/>
          </p:cNvSpPr>
          <p:nvPr>
            <p:ph type="title"/>
          </p:nvPr>
        </p:nvSpPr>
        <p:spPr>
          <a:xfrm>
            <a:off x="385572" y="411480"/>
            <a:ext cx="4144342" cy="664844"/>
          </a:xfrm>
        </p:spPr>
        <p:txBody>
          <a:bodyPr/>
          <a:lstStyle/>
          <a:p>
            <a:r>
              <a:rPr lang="en-US"/>
              <a:t>Place headline here</a:t>
            </a:r>
          </a:p>
        </p:txBody>
      </p:sp>
      <p:sp>
        <p:nvSpPr>
          <p:cNvPr id="3" name="Footer Placeholder 2">
            <a:extLst>
              <a:ext uri="{FF2B5EF4-FFF2-40B4-BE49-F238E27FC236}">
                <a16:creationId xmlns:a16="http://schemas.microsoft.com/office/drawing/2014/main" id="{70C7FD76-BCC4-7999-8C7C-82F55038D029}"/>
              </a:ext>
            </a:extLst>
          </p:cNvPr>
          <p:cNvSpPr>
            <a:spLocks noGrp="1"/>
          </p:cNvSpPr>
          <p:nvPr>
            <p:ph type="ftr" sz="quarter" idx="15"/>
          </p:nvPr>
        </p:nvSpPr>
        <p:spPr>
          <a:xfrm>
            <a:off x="8275638" y="6379844"/>
            <a:ext cx="3000375" cy="290039"/>
          </a:xfrm>
        </p:spPr>
        <p:txBody>
          <a:bodyPr/>
          <a:lstStyle/>
          <a:p>
            <a:r>
              <a:rPr lang="en-IN"/>
              <a:t>Footer</a:t>
            </a:r>
          </a:p>
        </p:txBody>
      </p:sp>
      <p:sp>
        <p:nvSpPr>
          <p:cNvPr id="4" name="Slide Number Placeholder 3">
            <a:extLst>
              <a:ext uri="{FF2B5EF4-FFF2-40B4-BE49-F238E27FC236}">
                <a16:creationId xmlns:a16="http://schemas.microsoft.com/office/drawing/2014/main" id="{EA4D393D-784D-E926-0519-096D65BFD97C}"/>
              </a:ext>
            </a:extLst>
          </p:cNvPr>
          <p:cNvSpPr>
            <a:spLocks noGrp="1"/>
          </p:cNvSpPr>
          <p:nvPr>
            <p:ph type="sldNum" sz="quarter" idx="16"/>
          </p:nvPr>
        </p:nvSpPr>
        <p:spPr>
          <a:xfrm>
            <a:off x="11410950" y="6382384"/>
            <a:ext cx="395478" cy="290039"/>
          </a:xfrm>
        </p:spPr>
        <p:txBody>
          <a:bodyPr/>
          <a:lstStyle/>
          <a:p>
            <a:fld id="{85AC2185-BC10-47CC-BB5A-D3C63A4C1365}" type="slidenum">
              <a:rPr lang="en-IN" smtClean="0"/>
              <a:pPr/>
              <a:t>23</a:t>
            </a:fld>
            <a:endParaRPr lang="en-IN"/>
          </a:p>
        </p:txBody>
      </p:sp>
      <p:graphicFrame>
        <p:nvGraphicFramePr>
          <p:cNvPr id="8" name="Chart Placeholder 7">
            <a:extLst>
              <a:ext uri="{FF2B5EF4-FFF2-40B4-BE49-F238E27FC236}">
                <a16:creationId xmlns:a16="http://schemas.microsoft.com/office/drawing/2014/main" id="{FA5C8FD3-8EA5-3046-D036-701CE8FD3A0E}"/>
              </a:ext>
            </a:extLst>
          </p:cNvPr>
          <p:cNvGraphicFramePr>
            <a:graphicFrameLocks noGrp="1"/>
          </p:cNvGraphicFramePr>
          <p:nvPr>
            <p:ph type="chart" sz="quarter" idx="18"/>
            <p:extLst>
              <p:ext uri="{D42A27DB-BD31-4B8C-83A1-F6EECF244321}">
                <p14:modId xmlns:p14="http://schemas.microsoft.com/office/powerpoint/2010/main" val="1471385692"/>
              </p:ext>
            </p:extLst>
          </p:nvPr>
        </p:nvGraphicFramePr>
        <p:xfrm>
          <a:off x="5237163" y="1330325"/>
          <a:ext cx="6386512" cy="4378325"/>
        </p:xfrm>
        <a:graphic>
          <a:graphicData uri="http://schemas.openxmlformats.org/drawingml/2006/chart">
            <c:chart xmlns:c="http://schemas.openxmlformats.org/drawingml/2006/chart" xmlns:r="http://schemas.openxmlformats.org/officeDocument/2006/relationships" r:id="rId3"/>
          </a:graphicData>
        </a:graphic>
      </p:graphicFrame>
      <p:sp>
        <p:nvSpPr>
          <p:cNvPr id="49" name="Content Placeholder 48">
            <a:extLst>
              <a:ext uri="{FF2B5EF4-FFF2-40B4-BE49-F238E27FC236}">
                <a16:creationId xmlns:a16="http://schemas.microsoft.com/office/drawing/2014/main" id="{EBB598C1-C9BE-C34F-BB8A-195676C45909}"/>
              </a:ext>
            </a:extLst>
          </p:cNvPr>
          <p:cNvSpPr>
            <a:spLocks noGrp="1"/>
          </p:cNvSpPr>
          <p:nvPr>
            <p:ph sz="quarter" idx="17"/>
          </p:nvPr>
        </p:nvSpPr>
        <p:spPr>
          <a:xfrm>
            <a:off x="385571" y="1567054"/>
            <a:ext cx="4140454" cy="3990466"/>
          </a:xfrm>
        </p:spPr>
        <p:txBody>
          <a:bodyPr/>
          <a:lstStyle/>
          <a:p>
            <a:pPr lvl="1"/>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Quisque</a:t>
            </a:r>
            <a:r>
              <a:rPr lang="en-IN" dirty="0"/>
              <a:t> </a:t>
            </a:r>
            <a:r>
              <a:rPr lang="en-IN" dirty="0" err="1"/>
              <a:t>faucibus</a:t>
            </a:r>
            <a:r>
              <a:rPr lang="en-IN" dirty="0"/>
              <a:t> ex </a:t>
            </a:r>
            <a:r>
              <a:rPr lang="en-IN" dirty="0" err="1"/>
              <a:t>sapien</a:t>
            </a:r>
            <a:r>
              <a:rPr lang="en-IN" dirty="0"/>
              <a:t> vitae </a:t>
            </a:r>
            <a:r>
              <a:rPr lang="en-IN" dirty="0" err="1"/>
              <a:t>pellentesque</a:t>
            </a:r>
            <a:r>
              <a:rPr lang="en-IN" dirty="0"/>
              <a:t> </a:t>
            </a:r>
            <a:r>
              <a:rPr lang="en-IN" dirty="0" err="1"/>
              <a:t>sem</a:t>
            </a:r>
            <a:r>
              <a:rPr lang="en-IN" dirty="0"/>
              <a:t> </a:t>
            </a:r>
            <a:r>
              <a:rPr lang="en-IN" dirty="0" err="1"/>
              <a:t>placerat</a:t>
            </a:r>
            <a:r>
              <a:rPr lang="en-IN" dirty="0"/>
              <a:t>. In id cursus mi </a:t>
            </a:r>
            <a:r>
              <a:rPr lang="en-IN" dirty="0" err="1"/>
              <a:t>pretium</a:t>
            </a:r>
            <a:r>
              <a:rPr lang="en-IN" dirty="0"/>
              <a:t> </a:t>
            </a:r>
            <a:r>
              <a:rPr lang="en-IN" dirty="0" err="1"/>
              <a:t>tellus</a:t>
            </a:r>
            <a:r>
              <a:rPr lang="en-IN" dirty="0"/>
              <a:t> </a:t>
            </a:r>
            <a:r>
              <a:rPr lang="en-IN" dirty="0" err="1"/>
              <a:t>duis</a:t>
            </a:r>
            <a:r>
              <a:rPr lang="en-IN" dirty="0"/>
              <a:t> convallis. </a:t>
            </a:r>
          </a:p>
          <a:p>
            <a:pPr lvl="1"/>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Quisque</a:t>
            </a:r>
            <a:r>
              <a:rPr lang="en-IN" dirty="0"/>
              <a:t> </a:t>
            </a:r>
            <a:r>
              <a:rPr lang="en-IN" dirty="0" err="1"/>
              <a:t>faucibus</a:t>
            </a:r>
            <a:r>
              <a:rPr lang="en-IN" dirty="0"/>
              <a:t> ex </a:t>
            </a:r>
            <a:r>
              <a:rPr lang="en-IN" dirty="0" err="1"/>
              <a:t>sapien</a:t>
            </a:r>
            <a:r>
              <a:rPr lang="en-IN" dirty="0"/>
              <a:t> vitae </a:t>
            </a:r>
            <a:r>
              <a:rPr lang="en-IN" dirty="0" err="1"/>
              <a:t>pellentesque</a:t>
            </a:r>
            <a:r>
              <a:rPr lang="en-IN" dirty="0"/>
              <a:t> </a:t>
            </a:r>
            <a:r>
              <a:rPr lang="en-IN" dirty="0" err="1"/>
              <a:t>sem</a:t>
            </a:r>
            <a:r>
              <a:rPr lang="en-IN" dirty="0"/>
              <a:t> </a:t>
            </a:r>
            <a:r>
              <a:rPr lang="en-IN" dirty="0" err="1"/>
              <a:t>placerat</a:t>
            </a:r>
            <a:r>
              <a:rPr lang="en-IN" dirty="0"/>
              <a:t>. In id cursus mi </a:t>
            </a:r>
            <a:r>
              <a:rPr lang="en-IN" dirty="0" err="1"/>
              <a:t>pretium</a:t>
            </a:r>
            <a:r>
              <a:rPr lang="en-IN" dirty="0"/>
              <a:t> </a:t>
            </a:r>
            <a:r>
              <a:rPr lang="en-IN" dirty="0" err="1"/>
              <a:t>tellus</a:t>
            </a:r>
            <a:r>
              <a:rPr lang="en-IN" dirty="0"/>
              <a:t> </a:t>
            </a:r>
            <a:r>
              <a:rPr lang="en-IN" dirty="0" err="1"/>
              <a:t>duis</a:t>
            </a:r>
            <a:r>
              <a:rPr lang="en-IN" dirty="0"/>
              <a:t> convallis. </a:t>
            </a:r>
          </a:p>
          <a:p>
            <a:pPr lvl="1"/>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Quisque</a:t>
            </a:r>
            <a:r>
              <a:rPr lang="en-IN" dirty="0"/>
              <a:t> </a:t>
            </a:r>
            <a:r>
              <a:rPr lang="en-IN" dirty="0" err="1"/>
              <a:t>faucibus</a:t>
            </a:r>
            <a:r>
              <a:rPr lang="en-IN" dirty="0"/>
              <a:t> ex </a:t>
            </a:r>
            <a:r>
              <a:rPr lang="en-IN" dirty="0" err="1"/>
              <a:t>sapien</a:t>
            </a:r>
            <a:r>
              <a:rPr lang="en-IN" dirty="0"/>
              <a:t> vitae </a:t>
            </a:r>
            <a:r>
              <a:rPr lang="en-IN" dirty="0" err="1"/>
              <a:t>pellentesque</a:t>
            </a:r>
            <a:r>
              <a:rPr lang="en-IN" dirty="0"/>
              <a:t> </a:t>
            </a:r>
            <a:r>
              <a:rPr lang="en-IN" dirty="0" err="1"/>
              <a:t>sem</a:t>
            </a:r>
            <a:r>
              <a:rPr lang="en-IN" dirty="0"/>
              <a:t> </a:t>
            </a:r>
            <a:r>
              <a:rPr lang="en-IN" dirty="0" err="1"/>
              <a:t>placerat</a:t>
            </a:r>
            <a:r>
              <a:rPr lang="en-IN" dirty="0"/>
              <a:t>. </a:t>
            </a:r>
          </a:p>
          <a:p>
            <a:pPr lvl="1"/>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Quisque</a:t>
            </a:r>
            <a:r>
              <a:rPr lang="en-IN" dirty="0"/>
              <a:t> </a:t>
            </a:r>
            <a:r>
              <a:rPr lang="en-IN" dirty="0" err="1"/>
              <a:t>faucibus</a:t>
            </a:r>
            <a:r>
              <a:rPr lang="en-IN" dirty="0"/>
              <a:t> ex </a:t>
            </a:r>
            <a:r>
              <a:rPr lang="en-IN" dirty="0" err="1"/>
              <a:t>sapien</a:t>
            </a:r>
            <a:r>
              <a:rPr lang="en-IN" dirty="0"/>
              <a:t> vitae </a:t>
            </a:r>
            <a:r>
              <a:rPr lang="en-IN" dirty="0" err="1"/>
              <a:t>pellentesque</a:t>
            </a:r>
            <a:r>
              <a:rPr lang="en-IN" dirty="0"/>
              <a:t> </a:t>
            </a:r>
            <a:r>
              <a:rPr lang="en-IN" dirty="0" err="1"/>
              <a:t>sem</a:t>
            </a:r>
            <a:r>
              <a:rPr lang="en-IN" dirty="0"/>
              <a:t> </a:t>
            </a:r>
            <a:r>
              <a:rPr lang="en-IN" dirty="0" err="1"/>
              <a:t>placerat</a:t>
            </a:r>
            <a:r>
              <a:rPr lang="en-IN" dirty="0"/>
              <a:t>. In id cursus mi </a:t>
            </a:r>
            <a:r>
              <a:rPr lang="en-IN" dirty="0" err="1"/>
              <a:t>pretium</a:t>
            </a:r>
            <a:r>
              <a:rPr lang="en-IN" dirty="0"/>
              <a:t> </a:t>
            </a:r>
            <a:r>
              <a:rPr lang="en-IN" dirty="0" err="1"/>
              <a:t>tellus</a:t>
            </a:r>
            <a:r>
              <a:rPr lang="en-IN" dirty="0"/>
              <a:t> </a:t>
            </a:r>
            <a:r>
              <a:rPr lang="en-IN" dirty="0" err="1"/>
              <a:t>duis</a:t>
            </a:r>
            <a:r>
              <a:rPr lang="en-IN" dirty="0"/>
              <a:t> convallis. </a:t>
            </a:r>
          </a:p>
          <a:p>
            <a:pPr marL="0" lvl="1" indent="0">
              <a:buNone/>
            </a:pPr>
            <a:endParaRPr lang="en-IN" dirty="0"/>
          </a:p>
        </p:txBody>
      </p:sp>
      <p:sp>
        <p:nvSpPr>
          <p:cNvPr id="7" name="Text Placeholder 10">
            <a:extLst>
              <a:ext uri="{FF2B5EF4-FFF2-40B4-BE49-F238E27FC236}">
                <a16:creationId xmlns:a16="http://schemas.microsoft.com/office/drawing/2014/main" id="{46A03851-6CDB-A032-3123-652021FE36B4}"/>
              </a:ext>
            </a:extLst>
          </p:cNvPr>
          <p:cNvSpPr>
            <a:spLocks noGrp="1"/>
          </p:cNvSpPr>
          <p:nvPr>
            <p:ph type="body" sz="quarter" idx="19"/>
          </p:nvPr>
        </p:nvSpPr>
        <p:spPr>
          <a:xfrm>
            <a:off x="5237163" y="654366"/>
            <a:ext cx="6386512" cy="421958"/>
          </a:xfrm>
        </p:spPr>
        <p:txBody>
          <a:bodyPr/>
          <a:lstStyle/>
          <a:p>
            <a:r>
              <a:rPr lang="en-US"/>
              <a:t>Place headline here, </a:t>
            </a:r>
            <a:br>
              <a:rPr lang="en-US"/>
            </a:br>
            <a:r>
              <a:rPr lang="en-US"/>
              <a:t>lorem ipsum dolor</a:t>
            </a:r>
          </a:p>
        </p:txBody>
      </p:sp>
      <p:sp>
        <p:nvSpPr>
          <p:cNvPr id="2" name="Text Placeholder 7">
            <a:extLst>
              <a:ext uri="{FF2B5EF4-FFF2-40B4-BE49-F238E27FC236}">
                <a16:creationId xmlns:a16="http://schemas.microsoft.com/office/drawing/2014/main" id="{3D9191C5-3DE3-69A0-AD85-AC3CB506BCA7}"/>
              </a:ext>
            </a:extLst>
          </p:cNvPr>
          <p:cNvSpPr>
            <a:spLocks noGrp="1"/>
          </p:cNvSpPr>
          <p:nvPr>
            <p:ph type="body" sz="quarter" idx="20"/>
          </p:nvPr>
        </p:nvSpPr>
        <p:spPr>
          <a:xfrm>
            <a:off x="385572" y="5686332"/>
            <a:ext cx="4142232" cy="421958"/>
          </a:xfrm>
        </p:spPr>
        <p:txBody>
          <a:bodyPr/>
          <a:lstStyle/>
          <a:p>
            <a:pPr lvl="0"/>
            <a:r>
              <a:rPr lang="en-US"/>
              <a:t>Place source here</a:t>
            </a:r>
          </a:p>
        </p:txBody>
      </p:sp>
    </p:spTree>
    <p:extLst>
      <p:ext uri="{BB962C8B-B14F-4D97-AF65-F5344CB8AC3E}">
        <p14:creationId xmlns:p14="http://schemas.microsoft.com/office/powerpoint/2010/main" val="28588857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6BD0C-C538-D897-7199-11C56FD589D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9D048663-A8F8-889F-8866-8C4DA31A7139}"/>
              </a:ext>
            </a:extLst>
          </p:cNvPr>
          <p:cNvSpPr>
            <a:spLocks noGrp="1"/>
          </p:cNvSpPr>
          <p:nvPr>
            <p:ph type="title"/>
          </p:nvPr>
        </p:nvSpPr>
        <p:spPr>
          <a:xfrm>
            <a:off x="385572" y="411480"/>
            <a:ext cx="3526671" cy="664844"/>
          </a:xfrm>
        </p:spPr>
        <p:txBody>
          <a:bodyPr/>
          <a:lstStyle/>
          <a:p>
            <a:r>
              <a:rPr lang="en-IN"/>
              <a:t>Place headline here</a:t>
            </a:r>
          </a:p>
        </p:txBody>
      </p:sp>
      <p:sp>
        <p:nvSpPr>
          <p:cNvPr id="9" name="Content Placeholder 8">
            <a:extLst>
              <a:ext uri="{FF2B5EF4-FFF2-40B4-BE49-F238E27FC236}">
                <a16:creationId xmlns:a16="http://schemas.microsoft.com/office/drawing/2014/main" id="{630132C0-1AF0-88D3-4A09-46A38B5B2EFF}"/>
              </a:ext>
            </a:extLst>
          </p:cNvPr>
          <p:cNvSpPr>
            <a:spLocks noGrp="1"/>
          </p:cNvSpPr>
          <p:nvPr>
            <p:ph sz="quarter" idx="17"/>
          </p:nvPr>
        </p:nvSpPr>
        <p:spPr>
          <a:xfrm>
            <a:off x="385571" y="1567054"/>
            <a:ext cx="3526672" cy="3986784"/>
          </a:xfrm>
        </p:spPr>
        <p:txBody>
          <a:bodyPr/>
          <a:lstStyle/>
          <a:p>
            <a:pPr lvl="1"/>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Quisque</a:t>
            </a:r>
            <a:r>
              <a:rPr lang="en-IN" dirty="0"/>
              <a:t> </a:t>
            </a:r>
            <a:r>
              <a:rPr lang="en-IN" dirty="0" err="1"/>
              <a:t>faucibus</a:t>
            </a:r>
            <a:r>
              <a:rPr lang="en-IN" dirty="0"/>
              <a:t> ex </a:t>
            </a:r>
            <a:r>
              <a:rPr lang="en-IN" dirty="0" err="1"/>
              <a:t>sapien</a:t>
            </a:r>
            <a:r>
              <a:rPr lang="en-IN" dirty="0"/>
              <a:t> vitae </a:t>
            </a:r>
            <a:r>
              <a:rPr lang="en-IN" dirty="0" err="1"/>
              <a:t>pellentesque</a:t>
            </a:r>
            <a:r>
              <a:rPr lang="en-IN" dirty="0"/>
              <a:t> </a:t>
            </a:r>
            <a:r>
              <a:rPr lang="en-IN" dirty="0" err="1"/>
              <a:t>sem</a:t>
            </a:r>
            <a:r>
              <a:rPr lang="en-IN" dirty="0"/>
              <a:t> </a:t>
            </a:r>
            <a:r>
              <a:rPr lang="en-IN" dirty="0" err="1"/>
              <a:t>placerat</a:t>
            </a:r>
            <a:r>
              <a:rPr lang="en-IN" dirty="0"/>
              <a:t>. In id cursus mi </a:t>
            </a:r>
            <a:r>
              <a:rPr lang="en-IN" dirty="0" err="1"/>
              <a:t>pretium</a:t>
            </a:r>
            <a:r>
              <a:rPr lang="en-IN" dirty="0"/>
              <a:t> </a:t>
            </a:r>
            <a:r>
              <a:rPr lang="en-IN" dirty="0" err="1"/>
              <a:t>tellus</a:t>
            </a:r>
            <a:r>
              <a:rPr lang="en-IN" dirty="0"/>
              <a:t> </a:t>
            </a:r>
            <a:r>
              <a:rPr lang="en-IN" dirty="0" err="1"/>
              <a:t>duis</a:t>
            </a:r>
            <a:r>
              <a:rPr lang="en-IN" dirty="0"/>
              <a:t> convallis. </a:t>
            </a:r>
          </a:p>
          <a:p>
            <a:pPr lvl="1"/>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Quisque</a:t>
            </a:r>
            <a:r>
              <a:rPr lang="en-IN" dirty="0"/>
              <a:t> </a:t>
            </a:r>
            <a:r>
              <a:rPr lang="en-IN" dirty="0" err="1"/>
              <a:t>faucibus</a:t>
            </a:r>
            <a:r>
              <a:rPr lang="en-IN" dirty="0"/>
              <a:t> ex </a:t>
            </a:r>
            <a:r>
              <a:rPr lang="en-IN" dirty="0" err="1"/>
              <a:t>sapien</a:t>
            </a:r>
            <a:r>
              <a:rPr lang="en-IN" dirty="0"/>
              <a:t> vitae </a:t>
            </a:r>
            <a:r>
              <a:rPr lang="en-IN" dirty="0" err="1"/>
              <a:t>pellentesque</a:t>
            </a:r>
            <a:r>
              <a:rPr lang="en-IN" dirty="0"/>
              <a:t> </a:t>
            </a:r>
            <a:r>
              <a:rPr lang="en-IN" dirty="0" err="1"/>
              <a:t>sem</a:t>
            </a:r>
            <a:r>
              <a:rPr lang="en-IN" dirty="0"/>
              <a:t> </a:t>
            </a:r>
            <a:r>
              <a:rPr lang="en-IN" dirty="0" err="1"/>
              <a:t>placerat</a:t>
            </a:r>
            <a:r>
              <a:rPr lang="en-IN" dirty="0"/>
              <a:t>. In id cursus mi </a:t>
            </a:r>
            <a:r>
              <a:rPr lang="en-IN" dirty="0" err="1"/>
              <a:t>pretium</a:t>
            </a:r>
            <a:r>
              <a:rPr lang="en-IN" dirty="0"/>
              <a:t> </a:t>
            </a:r>
            <a:r>
              <a:rPr lang="en-IN" dirty="0" err="1"/>
              <a:t>tellus</a:t>
            </a:r>
            <a:r>
              <a:rPr lang="en-IN" dirty="0"/>
              <a:t> </a:t>
            </a:r>
            <a:r>
              <a:rPr lang="en-IN" dirty="0" err="1"/>
              <a:t>duis</a:t>
            </a:r>
            <a:r>
              <a:rPr lang="en-IN" dirty="0"/>
              <a:t> convallis. </a:t>
            </a:r>
          </a:p>
          <a:p>
            <a:pPr lvl="1"/>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Quisque</a:t>
            </a:r>
            <a:r>
              <a:rPr lang="en-IN" dirty="0"/>
              <a:t> </a:t>
            </a:r>
            <a:r>
              <a:rPr lang="en-IN" dirty="0" err="1"/>
              <a:t>faucibus</a:t>
            </a:r>
            <a:r>
              <a:rPr lang="en-IN" dirty="0"/>
              <a:t> ex </a:t>
            </a:r>
            <a:r>
              <a:rPr lang="en-IN" dirty="0" err="1"/>
              <a:t>sapien</a:t>
            </a:r>
            <a:r>
              <a:rPr lang="en-IN" dirty="0"/>
              <a:t> vitae </a:t>
            </a:r>
            <a:r>
              <a:rPr lang="en-IN" dirty="0" err="1"/>
              <a:t>pellentesque</a:t>
            </a:r>
            <a:r>
              <a:rPr lang="en-IN" dirty="0"/>
              <a:t> </a:t>
            </a:r>
            <a:r>
              <a:rPr lang="en-IN" dirty="0" err="1"/>
              <a:t>sem</a:t>
            </a:r>
            <a:r>
              <a:rPr lang="en-IN" dirty="0"/>
              <a:t> </a:t>
            </a:r>
            <a:r>
              <a:rPr lang="en-IN" dirty="0" err="1"/>
              <a:t>placerat</a:t>
            </a:r>
            <a:r>
              <a:rPr lang="en-IN" dirty="0"/>
              <a:t>. </a:t>
            </a:r>
          </a:p>
        </p:txBody>
      </p:sp>
      <p:graphicFrame>
        <p:nvGraphicFramePr>
          <p:cNvPr id="7" name="Chart Placeholder 7">
            <a:extLst>
              <a:ext uri="{FF2B5EF4-FFF2-40B4-BE49-F238E27FC236}">
                <a16:creationId xmlns:a16="http://schemas.microsoft.com/office/drawing/2014/main" id="{F4B23B24-96BA-0C6D-327E-631BCC58ADD3}"/>
              </a:ext>
            </a:extLst>
          </p:cNvPr>
          <p:cNvGraphicFramePr>
            <a:graphicFrameLocks noGrp="1"/>
          </p:cNvGraphicFramePr>
          <p:nvPr>
            <p:ph type="chart" sz="quarter" idx="18"/>
            <p:extLst>
              <p:ext uri="{D42A27DB-BD31-4B8C-83A1-F6EECF244321}">
                <p14:modId xmlns:p14="http://schemas.microsoft.com/office/powerpoint/2010/main" val="3830695526"/>
              </p:ext>
            </p:extLst>
          </p:nvPr>
        </p:nvGraphicFramePr>
        <p:xfrm>
          <a:off x="6357938" y="1450975"/>
          <a:ext cx="5265737" cy="4378325"/>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 Placeholder 10">
            <a:extLst>
              <a:ext uri="{FF2B5EF4-FFF2-40B4-BE49-F238E27FC236}">
                <a16:creationId xmlns:a16="http://schemas.microsoft.com/office/drawing/2014/main" id="{CC63196E-00A3-E7DC-EA00-FCCD0ADE0D94}"/>
              </a:ext>
            </a:extLst>
          </p:cNvPr>
          <p:cNvSpPr>
            <a:spLocks noGrp="1"/>
          </p:cNvSpPr>
          <p:nvPr>
            <p:ph type="body" sz="quarter" idx="19"/>
          </p:nvPr>
        </p:nvSpPr>
        <p:spPr>
          <a:xfrm>
            <a:off x="6357395" y="821681"/>
            <a:ext cx="5266282" cy="468314"/>
          </a:xfrm>
        </p:spPr>
        <p:txBody>
          <a:bodyPr/>
          <a:lstStyle/>
          <a:p>
            <a:r>
              <a:rPr lang="en-US"/>
              <a:t>Place headline here, </a:t>
            </a:r>
            <a:br>
              <a:rPr lang="en-US"/>
            </a:br>
            <a:r>
              <a:rPr lang="en-US"/>
              <a:t>lorem ipsum dolor</a:t>
            </a:r>
          </a:p>
        </p:txBody>
      </p:sp>
      <p:sp>
        <p:nvSpPr>
          <p:cNvPr id="2" name="Text Placeholder 7">
            <a:extLst>
              <a:ext uri="{FF2B5EF4-FFF2-40B4-BE49-F238E27FC236}">
                <a16:creationId xmlns:a16="http://schemas.microsoft.com/office/drawing/2014/main" id="{CD0ACEDA-543B-6403-670F-64AD1C9927BF}"/>
              </a:ext>
            </a:extLst>
          </p:cNvPr>
          <p:cNvSpPr>
            <a:spLocks noGrp="1"/>
          </p:cNvSpPr>
          <p:nvPr>
            <p:ph type="body" sz="quarter" idx="20"/>
          </p:nvPr>
        </p:nvSpPr>
        <p:spPr>
          <a:xfrm>
            <a:off x="385572" y="5686332"/>
            <a:ext cx="3529584" cy="421958"/>
          </a:xfrm>
        </p:spPr>
        <p:txBody>
          <a:bodyPr/>
          <a:lstStyle/>
          <a:p>
            <a:pPr lvl="0"/>
            <a:r>
              <a:rPr lang="en-US"/>
              <a:t>Place source here</a:t>
            </a:r>
          </a:p>
        </p:txBody>
      </p:sp>
      <p:sp>
        <p:nvSpPr>
          <p:cNvPr id="3" name="Footer Placeholder 2">
            <a:extLst>
              <a:ext uri="{FF2B5EF4-FFF2-40B4-BE49-F238E27FC236}">
                <a16:creationId xmlns:a16="http://schemas.microsoft.com/office/drawing/2014/main" id="{C3ADEED5-52EA-F591-6A0D-71061E0B5CEA}"/>
              </a:ext>
            </a:extLst>
          </p:cNvPr>
          <p:cNvSpPr>
            <a:spLocks noGrp="1"/>
          </p:cNvSpPr>
          <p:nvPr>
            <p:ph type="ftr" sz="quarter" idx="21"/>
          </p:nvPr>
        </p:nvSpPr>
        <p:spPr>
          <a:xfrm>
            <a:off x="8275638" y="6379844"/>
            <a:ext cx="3000375" cy="290039"/>
          </a:xfrm>
        </p:spPr>
        <p:txBody>
          <a:bodyPr/>
          <a:lstStyle/>
          <a:p>
            <a:r>
              <a:rPr lang="en-IN"/>
              <a:t>Footer</a:t>
            </a:r>
          </a:p>
        </p:txBody>
      </p:sp>
      <p:sp>
        <p:nvSpPr>
          <p:cNvPr id="4" name="Slide Number Placeholder 3">
            <a:extLst>
              <a:ext uri="{FF2B5EF4-FFF2-40B4-BE49-F238E27FC236}">
                <a16:creationId xmlns:a16="http://schemas.microsoft.com/office/drawing/2014/main" id="{43E73AC0-AFB7-EAC3-E78F-E28DA86F4CD3}"/>
              </a:ext>
            </a:extLst>
          </p:cNvPr>
          <p:cNvSpPr>
            <a:spLocks noGrp="1"/>
          </p:cNvSpPr>
          <p:nvPr>
            <p:ph type="sldNum" sz="quarter" idx="22"/>
          </p:nvPr>
        </p:nvSpPr>
        <p:spPr>
          <a:xfrm>
            <a:off x="11410950" y="6382384"/>
            <a:ext cx="395478" cy="290039"/>
          </a:xfrm>
        </p:spPr>
        <p:txBody>
          <a:bodyPr/>
          <a:lstStyle/>
          <a:p>
            <a:fld id="{85AC2185-BC10-47CC-BB5A-D3C63A4C1365}" type="slidenum">
              <a:rPr lang="en-IN" smtClean="0"/>
              <a:pPr/>
              <a:t>24</a:t>
            </a:fld>
            <a:endParaRPr lang="en-IN"/>
          </a:p>
        </p:txBody>
      </p:sp>
    </p:spTree>
    <p:extLst>
      <p:ext uri="{BB962C8B-B14F-4D97-AF65-F5344CB8AC3E}">
        <p14:creationId xmlns:p14="http://schemas.microsoft.com/office/powerpoint/2010/main" val="4460320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B00AA-7F17-6CF3-05D6-83DD3F0FE92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F756255-DB34-AC93-B673-394C4308111E}"/>
              </a:ext>
            </a:extLst>
          </p:cNvPr>
          <p:cNvSpPr>
            <a:spLocks noGrp="1"/>
          </p:cNvSpPr>
          <p:nvPr>
            <p:ph type="title"/>
          </p:nvPr>
        </p:nvSpPr>
        <p:spPr>
          <a:xfrm>
            <a:off x="385572" y="411480"/>
            <a:ext cx="3526671" cy="664844"/>
          </a:xfrm>
        </p:spPr>
        <p:txBody>
          <a:bodyPr/>
          <a:lstStyle/>
          <a:p>
            <a:r>
              <a:rPr lang="en-IN"/>
              <a:t>Place headline here</a:t>
            </a:r>
          </a:p>
        </p:txBody>
      </p:sp>
      <p:sp>
        <p:nvSpPr>
          <p:cNvPr id="9" name="Content Placeholder 8">
            <a:extLst>
              <a:ext uri="{FF2B5EF4-FFF2-40B4-BE49-F238E27FC236}">
                <a16:creationId xmlns:a16="http://schemas.microsoft.com/office/drawing/2014/main" id="{01A74D00-722F-E303-EF9B-20C2BF1501FA}"/>
              </a:ext>
            </a:extLst>
          </p:cNvPr>
          <p:cNvSpPr>
            <a:spLocks noGrp="1"/>
          </p:cNvSpPr>
          <p:nvPr>
            <p:ph sz="quarter" idx="17"/>
          </p:nvPr>
        </p:nvSpPr>
        <p:spPr>
          <a:xfrm>
            <a:off x="385571" y="1567054"/>
            <a:ext cx="3526672" cy="3986784"/>
          </a:xfrm>
        </p:spPr>
        <p:txBody>
          <a:bodyPr/>
          <a:lstStyle/>
          <a:p>
            <a:pPr lvl="1"/>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Quisque</a:t>
            </a:r>
            <a:r>
              <a:rPr lang="en-IN" dirty="0"/>
              <a:t> </a:t>
            </a:r>
            <a:r>
              <a:rPr lang="en-IN" dirty="0" err="1"/>
              <a:t>faucibus</a:t>
            </a:r>
            <a:r>
              <a:rPr lang="en-IN" dirty="0"/>
              <a:t> ex </a:t>
            </a:r>
            <a:r>
              <a:rPr lang="en-IN" dirty="0" err="1"/>
              <a:t>sapien</a:t>
            </a:r>
            <a:r>
              <a:rPr lang="en-IN" dirty="0"/>
              <a:t> vitae </a:t>
            </a:r>
            <a:r>
              <a:rPr lang="en-IN" dirty="0" err="1"/>
              <a:t>pellentesque</a:t>
            </a:r>
            <a:r>
              <a:rPr lang="en-IN" dirty="0"/>
              <a:t> </a:t>
            </a:r>
            <a:r>
              <a:rPr lang="en-IN" dirty="0" err="1"/>
              <a:t>sem</a:t>
            </a:r>
            <a:r>
              <a:rPr lang="en-IN" dirty="0"/>
              <a:t> </a:t>
            </a:r>
            <a:r>
              <a:rPr lang="en-IN" dirty="0" err="1"/>
              <a:t>placerat</a:t>
            </a:r>
            <a:r>
              <a:rPr lang="en-IN" dirty="0"/>
              <a:t>. In id cursus mi </a:t>
            </a:r>
            <a:r>
              <a:rPr lang="en-IN" dirty="0" err="1"/>
              <a:t>pretium</a:t>
            </a:r>
            <a:r>
              <a:rPr lang="en-IN" dirty="0"/>
              <a:t> </a:t>
            </a:r>
            <a:r>
              <a:rPr lang="en-IN" dirty="0" err="1"/>
              <a:t>tellus</a:t>
            </a:r>
            <a:r>
              <a:rPr lang="en-IN" dirty="0"/>
              <a:t> </a:t>
            </a:r>
            <a:r>
              <a:rPr lang="en-IN" dirty="0" err="1"/>
              <a:t>duis</a:t>
            </a:r>
            <a:r>
              <a:rPr lang="en-IN" dirty="0"/>
              <a:t> convallis. </a:t>
            </a:r>
          </a:p>
          <a:p>
            <a:pPr lvl="1"/>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Quisque</a:t>
            </a:r>
            <a:r>
              <a:rPr lang="en-IN" dirty="0"/>
              <a:t> </a:t>
            </a:r>
            <a:r>
              <a:rPr lang="en-IN" dirty="0" err="1"/>
              <a:t>faucibus</a:t>
            </a:r>
            <a:r>
              <a:rPr lang="en-IN" dirty="0"/>
              <a:t> ex </a:t>
            </a:r>
            <a:r>
              <a:rPr lang="en-IN" dirty="0" err="1"/>
              <a:t>sapien</a:t>
            </a:r>
            <a:r>
              <a:rPr lang="en-IN" dirty="0"/>
              <a:t> vitae </a:t>
            </a:r>
            <a:r>
              <a:rPr lang="en-IN" dirty="0" err="1"/>
              <a:t>pellentesque</a:t>
            </a:r>
            <a:r>
              <a:rPr lang="en-IN" dirty="0"/>
              <a:t> </a:t>
            </a:r>
            <a:r>
              <a:rPr lang="en-IN" dirty="0" err="1"/>
              <a:t>sem</a:t>
            </a:r>
            <a:r>
              <a:rPr lang="en-IN" dirty="0"/>
              <a:t> </a:t>
            </a:r>
            <a:r>
              <a:rPr lang="en-IN" dirty="0" err="1"/>
              <a:t>placerat</a:t>
            </a:r>
            <a:r>
              <a:rPr lang="en-IN" dirty="0"/>
              <a:t>. In id cursus mi </a:t>
            </a:r>
            <a:r>
              <a:rPr lang="en-IN" dirty="0" err="1"/>
              <a:t>pretium</a:t>
            </a:r>
            <a:r>
              <a:rPr lang="en-IN" dirty="0"/>
              <a:t> </a:t>
            </a:r>
            <a:r>
              <a:rPr lang="en-IN" dirty="0" err="1"/>
              <a:t>tellus</a:t>
            </a:r>
            <a:r>
              <a:rPr lang="en-IN" dirty="0"/>
              <a:t> </a:t>
            </a:r>
            <a:r>
              <a:rPr lang="en-IN" dirty="0" err="1"/>
              <a:t>duis</a:t>
            </a:r>
            <a:r>
              <a:rPr lang="en-IN" dirty="0"/>
              <a:t> convallis. </a:t>
            </a:r>
          </a:p>
          <a:p>
            <a:pPr lvl="1"/>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Quisque</a:t>
            </a:r>
            <a:r>
              <a:rPr lang="en-IN" dirty="0"/>
              <a:t> </a:t>
            </a:r>
            <a:r>
              <a:rPr lang="en-IN" dirty="0" err="1"/>
              <a:t>faucibus</a:t>
            </a:r>
            <a:r>
              <a:rPr lang="en-IN" dirty="0"/>
              <a:t> ex </a:t>
            </a:r>
            <a:r>
              <a:rPr lang="en-IN" dirty="0" err="1"/>
              <a:t>sapien</a:t>
            </a:r>
            <a:r>
              <a:rPr lang="en-IN" dirty="0"/>
              <a:t> vitae </a:t>
            </a:r>
            <a:r>
              <a:rPr lang="en-IN" dirty="0" err="1"/>
              <a:t>pellentesque</a:t>
            </a:r>
            <a:r>
              <a:rPr lang="en-IN" dirty="0"/>
              <a:t> </a:t>
            </a:r>
            <a:r>
              <a:rPr lang="en-IN" dirty="0" err="1"/>
              <a:t>sem</a:t>
            </a:r>
            <a:r>
              <a:rPr lang="en-IN" dirty="0"/>
              <a:t> </a:t>
            </a:r>
            <a:r>
              <a:rPr lang="en-IN" dirty="0" err="1"/>
              <a:t>placerat</a:t>
            </a:r>
            <a:r>
              <a:rPr lang="en-IN" dirty="0"/>
              <a:t>. </a:t>
            </a:r>
          </a:p>
        </p:txBody>
      </p:sp>
      <p:graphicFrame>
        <p:nvGraphicFramePr>
          <p:cNvPr id="7" name="Chart Placeholder 7">
            <a:extLst>
              <a:ext uri="{FF2B5EF4-FFF2-40B4-BE49-F238E27FC236}">
                <a16:creationId xmlns:a16="http://schemas.microsoft.com/office/drawing/2014/main" id="{E5D6C85E-B692-9B18-95EA-14CFECBF43D4}"/>
              </a:ext>
            </a:extLst>
          </p:cNvPr>
          <p:cNvGraphicFramePr>
            <a:graphicFrameLocks noGrp="1"/>
          </p:cNvGraphicFramePr>
          <p:nvPr>
            <p:ph type="chart" sz="quarter" idx="18"/>
            <p:extLst>
              <p:ext uri="{D42A27DB-BD31-4B8C-83A1-F6EECF244321}">
                <p14:modId xmlns:p14="http://schemas.microsoft.com/office/powerpoint/2010/main" val="2980091014"/>
              </p:ext>
            </p:extLst>
          </p:nvPr>
        </p:nvGraphicFramePr>
        <p:xfrm>
          <a:off x="6357938" y="1450975"/>
          <a:ext cx="5265737" cy="4378325"/>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 Placeholder 10">
            <a:extLst>
              <a:ext uri="{FF2B5EF4-FFF2-40B4-BE49-F238E27FC236}">
                <a16:creationId xmlns:a16="http://schemas.microsoft.com/office/drawing/2014/main" id="{7FE03E13-976F-B5A5-652B-079D5DCCC9BE}"/>
              </a:ext>
            </a:extLst>
          </p:cNvPr>
          <p:cNvSpPr>
            <a:spLocks noGrp="1"/>
          </p:cNvSpPr>
          <p:nvPr>
            <p:ph type="body" sz="quarter" idx="19"/>
          </p:nvPr>
        </p:nvSpPr>
        <p:spPr>
          <a:xfrm>
            <a:off x="6357395" y="821681"/>
            <a:ext cx="5266282" cy="468314"/>
          </a:xfrm>
        </p:spPr>
        <p:txBody>
          <a:bodyPr/>
          <a:lstStyle/>
          <a:p>
            <a:r>
              <a:rPr lang="en-US">
                <a:solidFill>
                  <a:schemeClr val="bg2"/>
                </a:solidFill>
              </a:rPr>
              <a:t>Place headline here, </a:t>
            </a:r>
            <a:br>
              <a:rPr lang="en-US">
                <a:solidFill>
                  <a:schemeClr val="bg2"/>
                </a:solidFill>
              </a:rPr>
            </a:br>
            <a:r>
              <a:rPr lang="en-US">
                <a:solidFill>
                  <a:schemeClr val="bg2"/>
                </a:solidFill>
              </a:rPr>
              <a:t>lorem ipsum dolor</a:t>
            </a:r>
          </a:p>
        </p:txBody>
      </p:sp>
      <p:sp>
        <p:nvSpPr>
          <p:cNvPr id="2" name="Text Placeholder 7">
            <a:extLst>
              <a:ext uri="{FF2B5EF4-FFF2-40B4-BE49-F238E27FC236}">
                <a16:creationId xmlns:a16="http://schemas.microsoft.com/office/drawing/2014/main" id="{A55544A1-6787-DCC7-D856-C07F5714347F}"/>
              </a:ext>
            </a:extLst>
          </p:cNvPr>
          <p:cNvSpPr>
            <a:spLocks noGrp="1"/>
          </p:cNvSpPr>
          <p:nvPr>
            <p:ph type="body" sz="quarter" idx="20"/>
          </p:nvPr>
        </p:nvSpPr>
        <p:spPr>
          <a:xfrm>
            <a:off x="385572" y="5686332"/>
            <a:ext cx="3529584" cy="421958"/>
          </a:xfrm>
        </p:spPr>
        <p:txBody>
          <a:bodyPr/>
          <a:lstStyle/>
          <a:p>
            <a:pPr lvl="0"/>
            <a:r>
              <a:rPr lang="en-US"/>
              <a:t>Place source here</a:t>
            </a:r>
          </a:p>
        </p:txBody>
      </p:sp>
      <p:sp>
        <p:nvSpPr>
          <p:cNvPr id="3" name="Footer Placeholder 2">
            <a:extLst>
              <a:ext uri="{FF2B5EF4-FFF2-40B4-BE49-F238E27FC236}">
                <a16:creationId xmlns:a16="http://schemas.microsoft.com/office/drawing/2014/main" id="{9BDE9A0C-FC8A-A87C-40D7-EED5D6D6C461}"/>
              </a:ext>
            </a:extLst>
          </p:cNvPr>
          <p:cNvSpPr>
            <a:spLocks noGrp="1"/>
          </p:cNvSpPr>
          <p:nvPr>
            <p:ph type="ftr" sz="quarter" idx="21"/>
          </p:nvPr>
        </p:nvSpPr>
        <p:spPr>
          <a:xfrm>
            <a:off x="8275638" y="6379844"/>
            <a:ext cx="3000375" cy="290039"/>
          </a:xfrm>
        </p:spPr>
        <p:txBody>
          <a:bodyPr/>
          <a:lstStyle/>
          <a:p>
            <a:r>
              <a:rPr lang="en-IN"/>
              <a:t>Footer</a:t>
            </a:r>
          </a:p>
        </p:txBody>
      </p:sp>
      <p:sp>
        <p:nvSpPr>
          <p:cNvPr id="4" name="Slide Number Placeholder 3">
            <a:extLst>
              <a:ext uri="{FF2B5EF4-FFF2-40B4-BE49-F238E27FC236}">
                <a16:creationId xmlns:a16="http://schemas.microsoft.com/office/drawing/2014/main" id="{6E6C2385-A2A2-9E48-B53A-B46110591BD0}"/>
              </a:ext>
            </a:extLst>
          </p:cNvPr>
          <p:cNvSpPr>
            <a:spLocks noGrp="1"/>
          </p:cNvSpPr>
          <p:nvPr>
            <p:ph type="sldNum" sz="quarter" idx="22"/>
          </p:nvPr>
        </p:nvSpPr>
        <p:spPr>
          <a:xfrm>
            <a:off x="11410950" y="6382384"/>
            <a:ext cx="395478" cy="290039"/>
          </a:xfrm>
        </p:spPr>
        <p:txBody>
          <a:bodyPr/>
          <a:lstStyle/>
          <a:p>
            <a:fld id="{85AC2185-BC10-47CC-BB5A-D3C63A4C1365}" type="slidenum">
              <a:rPr lang="en-IN" smtClean="0"/>
              <a:pPr/>
              <a:t>25</a:t>
            </a:fld>
            <a:endParaRPr lang="en-IN"/>
          </a:p>
        </p:txBody>
      </p:sp>
    </p:spTree>
    <p:extLst>
      <p:ext uri="{BB962C8B-B14F-4D97-AF65-F5344CB8AC3E}">
        <p14:creationId xmlns:p14="http://schemas.microsoft.com/office/powerpoint/2010/main" val="14809867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68CE3E9-2879-92B6-D684-C2F19C69F2EF}"/>
              </a:ext>
            </a:extLst>
          </p:cNvPr>
          <p:cNvSpPr>
            <a:spLocks noGrp="1"/>
          </p:cNvSpPr>
          <p:nvPr>
            <p:ph type="body" sz="quarter" idx="19"/>
          </p:nvPr>
        </p:nvSpPr>
        <p:spPr>
          <a:xfrm>
            <a:off x="382588" y="2549995"/>
            <a:ext cx="4151312" cy="1939800"/>
          </a:xfrm>
        </p:spPr>
        <p:txBody>
          <a:bodyPr/>
          <a:lstStyle/>
          <a:p>
            <a:r>
              <a:rPr lang="en-IN"/>
              <a:t>Lorem ipsum </a:t>
            </a:r>
            <a:r>
              <a:rPr lang="en-IN" err="1"/>
              <a:t>dolor</a:t>
            </a:r>
            <a:r>
              <a:rPr lang="en-IN"/>
              <a:t> sit </a:t>
            </a:r>
            <a:r>
              <a:rPr lang="en-IN" err="1"/>
              <a:t>amet</a:t>
            </a:r>
            <a:r>
              <a:rPr lang="en-IN"/>
              <a:t> </a:t>
            </a:r>
            <a:br>
              <a:rPr lang="en-IN"/>
            </a:br>
            <a:r>
              <a:rPr lang="en-IN" err="1"/>
              <a:t>consectetur</a:t>
            </a:r>
            <a:r>
              <a:rPr lang="en-IN"/>
              <a:t> </a:t>
            </a:r>
            <a:r>
              <a:rPr lang="en-IN" err="1"/>
              <a:t>adipiscing</a:t>
            </a:r>
            <a:r>
              <a:rPr lang="en-IN"/>
              <a:t> </a:t>
            </a:r>
            <a:r>
              <a:rPr lang="en-IN" err="1"/>
              <a:t>elit</a:t>
            </a:r>
            <a:r>
              <a:rPr lang="en-IN"/>
              <a:t>. </a:t>
            </a:r>
            <a:r>
              <a:rPr lang="en-IN" err="1"/>
              <a:t>Quisque</a:t>
            </a:r>
            <a:r>
              <a:rPr lang="en-IN"/>
              <a:t> </a:t>
            </a:r>
            <a:r>
              <a:rPr lang="en-IN" err="1"/>
              <a:t>faucibus</a:t>
            </a:r>
            <a:r>
              <a:rPr lang="en-IN"/>
              <a:t> ex </a:t>
            </a:r>
            <a:r>
              <a:rPr lang="en-IN" err="1"/>
              <a:t>sapien</a:t>
            </a:r>
            <a:r>
              <a:rPr lang="en-IN"/>
              <a:t> vitae </a:t>
            </a:r>
            <a:r>
              <a:rPr lang="en-IN" err="1"/>
              <a:t>pellentesque</a:t>
            </a:r>
            <a:r>
              <a:rPr lang="en-IN"/>
              <a:t> </a:t>
            </a:r>
            <a:br>
              <a:rPr lang="en-IN"/>
            </a:br>
            <a:r>
              <a:rPr lang="en-IN" err="1"/>
              <a:t>sem</a:t>
            </a:r>
            <a:r>
              <a:rPr lang="en-IN"/>
              <a:t> </a:t>
            </a:r>
            <a:r>
              <a:rPr lang="en-IN" err="1"/>
              <a:t>placerat</a:t>
            </a:r>
            <a:r>
              <a:rPr lang="en-IN"/>
              <a:t>. In id cursus mi </a:t>
            </a:r>
            <a:r>
              <a:rPr lang="en-IN" err="1"/>
              <a:t>pretium</a:t>
            </a:r>
            <a:r>
              <a:rPr lang="en-IN"/>
              <a:t> </a:t>
            </a:r>
            <a:r>
              <a:rPr lang="en-IN" err="1"/>
              <a:t>tellus</a:t>
            </a:r>
            <a:r>
              <a:rPr lang="en-IN"/>
              <a:t> </a:t>
            </a:r>
            <a:r>
              <a:rPr lang="en-IN" err="1"/>
              <a:t>duis</a:t>
            </a:r>
            <a:r>
              <a:rPr lang="en-IN"/>
              <a:t> convallis. Tempus </a:t>
            </a:r>
            <a:r>
              <a:rPr lang="en-IN" err="1"/>
              <a:t>leo</a:t>
            </a:r>
            <a:r>
              <a:rPr lang="en-IN"/>
              <a:t> </a:t>
            </a:r>
            <a:r>
              <a:rPr lang="en-IN" err="1"/>
              <a:t>eu</a:t>
            </a:r>
            <a:r>
              <a:rPr lang="en-IN"/>
              <a:t> </a:t>
            </a:r>
            <a:r>
              <a:rPr lang="en-IN" err="1"/>
              <a:t>aenean</a:t>
            </a:r>
            <a:r>
              <a:rPr lang="en-IN"/>
              <a:t> </a:t>
            </a:r>
            <a:r>
              <a:rPr lang="en-IN" err="1"/>
              <a:t>sed</a:t>
            </a:r>
            <a:r>
              <a:rPr lang="en-IN"/>
              <a:t> </a:t>
            </a:r>
            <a:r>
              <a:rPr lang="en-IN" err="1"/>
              <a:t>diam</a:t>
            </a:r>
            <a:r>
              <a:rPr lang="en-IN"/>
              <a:t> </a:t>
            </a:r>
            <a:r>
              <a:rPr lang="en-IN" err="1"/>
              <a:t>urna</a:t>
            </a:r>
            <a:r>
              <a:rPr lang="en-IN"/>
              <a:t> </a:t>
            </a:r>
            <a:r>
              <a:rPr lang="en-IN" err="1"/>
              <a:t>tempor</a:t>
            </a:r>
            <a:r>
              <a:rPr lang="en-IN"/>
              <a:t>.</a:t>
            </a:r>
          </a:p>
        </p:txBody>
      </p:sp>
      <p:sp>
        <p:nvSpPr>
          <p:cNvPr id="14" name="Title 13">
            <a:extLst>
              <a:ext uri="{FF2B5EF4-FFF2-40B4-BE49-F238E27FC236}">
                <a16:creationId xmlns:a16="http://schemas.microsoft.com/office/drawing/2014/main" id="{7FB53800-401B-52CB-598F-4E4B4A02FA2A}"/>
              </a:ext>
            </a:extLst>
          </p:cNvPr>
          <p:cNvSpPr>
            <a:spLocks noGrp="1"/>
          </p:cNvSpPr>
          <p:nvPr>
            <p:ph type="title"/>
          </p:nvPr>
        </p:nvSpPr>
        <p:spPr>
          <a:xfrm>
            <a:off x="385572" y="1544638"/>
            <a:ext cx="4148603" cy="664844"/>
          </a:xfrm>
        </p:spPr>
        <p:txBody>
          <a:bodyPr/>
          <a:lstStyle/>
          <a:p>
            <a:r>
              <a:rPr lang="en-US"/>
              <a:t>Place </a:t>
            </a:r>
            <a:br>
              <a:rPr lang="en-US"/>
            </a:br>
            <a:r>
              <a:rPr lang="en-US"/>
              <a:t>headline here</a:t>
            </a:r>
          </a:p>
        </p:txBody>
      </p:sp>
      <p:pic>
        <p:nvPicPr>
          <p:cNvPr id="7" name="Picture Placeholder 6">
            <a:extLst>
              <a:ext uri="{FF2B5EF4-FFF2-40B4-BE49-F238E27FC236}">
                <a16:creationId xmlns:a16="http://schemas.microsoft.com/office/drawing/2014/main" id="{A6D7B4BE-7736-52B3-E18F-A4D2C598CAF5}"/>
              </a:ext>
            </a:extLst>
          </p:cNvPr>
          <p:cNvPicPr>
            <a:picLocks noGrp="1" noChangeAspect="1"/>
          </p:cNvPicPr>
          <p:nvPr>
            <p:ph type="pic" sz="quarter" idx="20"/>
          </p:nvPr>
        </p:nvPicPr>
        <p:blipFill>
          <a:blip r:embed="rId2" cstate="screen">
            <a:extLst>
              <a:ext uri="{28A0092B-C50C-407E-A947-70E740481C1C}">
                <a14:useLocalDpi xmlns:a14="http://schemas.microsoft.com/office/drawing/2010/main"/>
              </a:ext>
            </a:extLst>
          </a:blip>
          <a:srcRect/>
          <a:stretch/>
        </p:blipFill>
        <p:spPr>
          <a:xfrm>
            <a:off x="4759919" y="399616"/>
            <a:ext cx="7430345" cy="6472240"/>
          </a:xfrm>
        </p:spPr>
      </p:pic>
      <p:sp>
        <p:nvSpPr>
          <p:cNvPr id="8" name="Footer Placeholder 7">
            <a:extLst>
              <a:ext uri="{FF2B5EF4-FFF2-40B4-BE49-F238E27FC236}">
                <a16:creationId xmlns:a16="http://schemas.microsoft.com/office/drawing/2014/main" id="{3AD3B5C4-0AF4-AAA9-306E-3D6CF62EB1F7}"/>
              </a:ext>
            </a:extLst>
          </p:cNvPr>
          <p:cNvSpPr>
            <a:spLocks noGrp="1"/>
          </p:cNvSpPr>
          <p:nvPr>
            <p:ph type="ftr" sz="quarter" idx="21"/>
          </p:nvPr>
        </p:nvSpPr>
        <p:spPr>
          <a:xfrm>
            <a:off x="8275638" y="6379844"/>
            <a:ext cx="3000375" cy="290039"/>
          </a:xfrm>
        </p:spPr>
        <p:txBody>
          <a:bodyPr/>
          <a:lstStyle/>
          <a:p>
            <a:r>
              <a:rPr lang="en-IN"/>
              <a:t>Footer</a:t>
            </a:r>
          </a:p>
        </p:txBody>
      </p:sp>
      <p:sp>
        <p:nvSpPr>
          <p:cNvPr id="9" name="Slide Number Placeholder 8">
            <a:extLst>
              <a:ext uri="{FF2B5EF4-FFF2-40B4-BE49-F238E27FC236}">
                <a16:creationId xmlns:a16="http://schemas.microsoft.com/office/drawing/2014/main" id="{3B717405-09DB-37A8-17A3-3CF573132A2A}"/>
              </a:ext>
            </a:extLst>
          </p:cNvPr>
          <p:cNvSpPr>
            <a:spLocks noGrp="1"/>
          </p:cNvSpPr>
          <p:nvPr>
            <p:ph type="sldNum" sz="quarter" idx="22"/>
          </p:nvPr>
        </p:nvSpPr>
        <p:spPr>
          <a:xfrm>
            <a:off x="11410950" y="6382384"/>
            <a:ext cx="395478" cy="290039"/>
          </a:xfrm>
        </p:spPr>
        <p:txBody>
          <a:bodyPr/>
          <a:lstStyle/>
          <a:p>
            <a:fld id="{85AC2185-BC10-47CC-BB5A-D3C63A4C1365}" type="slidenum">
              <a:rPr lang="en-IN" smtClean="0"/>
              <a:pPr/>
              <a:t>26</a:t>
            </a:fld>
            <a:endParaRPr lang="en-IN"/>
          </a:p>
        </p:txBody>
      </p:sp>
    </p:spTree>
    <p:extLst>
      <p:ext uri="{BB962C8B-B14F-4D97-AF65-F5344CB8AC3E}">
        <p14:creationId xmlns:p14="http://schemas.microsoft.com/office/powerpoint/2010/main" val="19731475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ext Placeholder 38">
            <a:extLst>
              <a:ext uri="{FF2B5EF4-FFF2-40B4-BE49-F238E27FC236}">
                <a16:creationId xmlns:a16="http://schemas.microsoft.com/office/drawing/2014/main" id="{B0B8C8C3-F5DF-093A-C870-BE158CD0D7AC}"/>
              </a:ext>
            </a:extLst>
          </p:cNvPr>
          <p:cNvSpPr>
            <a:spLocks noGrp="1"/>
          </p:cNvSpPr>
          <p:nvPr>
            <p:ph type="body" sz="quarter" idx="20"/>
          </p:nvPr>
        </p:nvSpPr>
        <p:spPr>
          <a:xfrm>
            <a:off x="6553202" y="549270"/>
            <a:ext cx="3472064" cy="777251"/>
          </a:xfrm>
        </p:spPr>
        <p:txBody>
          <a:bodyPr/>
          <a:lstStyle/>
          <a:p>
            <a:r>
              <a:rPr lang="en-US"/>
              <a:t>500M</a:t>
            </a:r>
            <a:endParaRPr lang="en-IN"/>
          </a:p>
        </p:txBody>
      </p:sp>
      <p:sp>
        <p:nvSpPr>
          <p:cNvPr id="40" name="Text Placeholder 39">
            <a:extLst>
              <a:ext uri="{FF2B5EF4-FFF2-40B4-BE49-F238E27FC236}">
                <a16:creationId xmlns:a16="http://schemas.microsoft.com/office/drawing/2014/main" id="{53CD04AC-94A4-0CEA-E080-181561F50E4F}"/>
              </a:ext>
            </a:extLst>
          </p:cNvPr>
          <p:cNvSpPr>
            <a:spLocks noGrp="1"/>
          </p:cNvSpPr>
          <p:nvPr>
            <p:ph type="body" sz="quarter" idx="21"/>
          </p:nvPr>
        </p:nvSpPr>
        <p:spPr>
          <a:xfrm>
            <a:off x="6553202" y="1496235"/>
            <a:ext cx="3472064" cy="390811"/>
          </a:xfrm>
        </p:spPr>
        <p:txBody>
          <a:bodyPr/>
          <a:lstStyle/>
          <a:p>
            <a:r>
              <a:rPr lang="en-IN"/>
              <a:t>Lorem ipsum dolor sit amet, </a:t>
            </a:r>
            <a:br>
              <a:rPr lang="en-IN"/>
            </a:br>
            <a:r>
              <a:rPr lang="en-IN"/>
              <a:t>consectetur adipiscing elit, sed.</a:t>
            </a:r>
          </a:p>
        </p:txBody>
      </p:sp>
      <p:sp>
        <p:nvSpPr>
          <p:cNvPr id="47" name="Text Placeholder 46">
            <a:extLst>
              <a:ext uri="{FF2B5EF4-FFF2-40B4-BE49-F238E27FC236}">
                <a16:creationId xmlns:a16="http://schemas.microsoft.com/office/drawing/2014/main" id="{0B992D27-0320-E793-06B1-A8785BFCA9B9}"/>
              </a:ext>
            </a:extLst>
          </p:cNvPr>
          <p:cNvSpPr>
            <a:spLocks noGrp="1"/>
          </p:cNvSpPr>
          <p:nvPr>
            <p:ph type="body" sz="quarter" idx="22"/>
          </p:nvPr>
        </p:nvSpPr>
        <p:spPr>
          <a:xfrm>
            <a:off x="6771961" y="2866300"/>
            <a:ext cx="2671443" cy="421958"/>
          </a:xfrm>
        </p:spPr>
        <p:txBody>
          <a:bodyPr/>
          <a:lstStyle/>
          <a:p>
            <a:r>
              <a:rPr lang="en-IN"/>
              <a:t>lorem ipsum dolor</a:t>
            </a:r>
          </a:p>
        </p:txBody>
      </p:sp>
      <p:sp>
        <p:nvSpPr>
          <p:cNvPr id="35" name="Text Placeholder 34">
            <a:extLst>
              <a:ext uri="{FF2B5EF4-FFF2-40B4-BE49-F238E27FC236}">
                <a16:creationId xmlns:a16="http://schemas.microsoft.com/office/drawing/2014/main" id="{BFAF352A-D548-DD90-9F08-FC44AA824296}"/>
              </a:ext>
            </a:extLst>
          </p:cNvPr>
          <p:cNvSpPr>
            <a:spLocks noGrp="1"/>
          </p:cNvSpPr>
          <p:nvPr>
            <p:ph type="body" sz="quarter" idx="23"/>
          </p:nvPr>
        </p:nvSpPr>
        <p:spPr>
          <a:xfrm>
            <a:off x="6553202" y="3774593"/>
            <a:ext cx="4572000" cy="1453045"/>
          </a:xfrm>
        </p:spPr>
        <p:txBody>
          <a:bodyPr/>
          <a:lstStyle/>
          <a:p>
            <a:r>
              <a:rPr lang="en-IN"/>
              <a:t>Lorem ipsum </a:t>
            </a:r>
            <a:br>
              <a:rPr lang="en-IN"/>
            </a:br>
            <a:r>
              <a:rPr lang="en-IN" err="1"/>
              <a:t>dolor</a:t>
            </a:r>
            <a:r>
              <a:rPr lang="en-IN"/>
              <a:t> sit </a:t>
            </a:r>
            <a:r>
              <a:rPr lang="en-IN" err="1"/>
              <a:t>amet</a:t>
            </a:r>
            <a:r>
              <a:rPr lang="en-IN"/>
              <a:t>, </a:t>
            </a:r>
            <a:r>
              <a:rPr lang="en-IN" err="1"/>
              <a:t>consectetur</a:t>
            </a:r>
            <a:r>
              <a:rPr lang="en-IN"/>
              <a:t> </a:t>
            </a:r>
            <a:r>
              <a:rPr lang="en-IN" err="1"/>
              <a:t>adipiscing</a:t>
            </a:r>
            <a:r>
              <a:rPr lang="en-IN"/>
              <a:t> </a:t>
            </a:r>
            <a:r>
              <a:rPr lang="en-IN" err="1"/>
              <a:t>elit</a:t>
            </a:r>
            <a:r>
              <a:rPr lang="en-IN"/>
              <a:t>, sed.</a:t>
            </a:r>
          </a:p>
        </p:txBody>
      </p:sp>
      <p:pic>
        <p:nvPicPr>
          <p:cNvPr id="8" name="Picture Placeholder 7">
            <a:extLst>
              <a:ext uri="{FF2B5EF4-FFF2-40B4-BE49-F238E27FC236}">
                <a16:creationId xmlns:a16="http://schemas.microsoft.com/office/drawing/2014/main" id="{5DF1BC72-A193-C626-CB36-0C0D66BA8AA6}"/>
              </a:ext>
            </a:extLst>
          </p:cNvPr>
          <p:cNvPicPr>
            <a:picLocks noGrp="1" noChangeAspect="1"/>
          </p:cNvPicPr>
          <p:nvPr>
            <p:ph type="pic" sz="quarter" idx="24"/>
          </p:nvPr>
        </p:nvPicPr>
        <p:blipFill>
          <a:blip r:embed="rId2" cstate="screen">
            <a:extLst>
              <a:ext uri="{28A0092B-C50C-407E-A947-70E740481C1C}">
                <a14:useLocalDpi xmlns:a14="http://schemas.microsoft.com/office/drawing/2010/main"/>
              </a:ext>
            </a:extLst>
          </a:blip>
          <a:srcRect/>
          <a:stretch/>
        </p:blipFill>
        <p:spPr>
          <a:xfrm>
            <a:off x="223838" y="180975"/>
            <a:ext cx="5776912" cy="6486525"/>
          </a:xfrm>
        </p:spPr>
      </p:pic>
    </p:spTree>
    <p:extLst>
      <p:ext uri="{BB962C8B-B14F-4D97-AF65-F5344CB8AC3E}">
        <p14:creationId xmlns:p14="http://schemas.microsoft.com/office/powerpoint/2010/main" val="22177203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0EA5BCF-D6B5-FB33-DA95-A54C4A241782}"/>
              </a:ext>
            </a:extLst>
          </p:cNvPr>
          <p:cNvSpPr>
            <a:spLocks noGrp="1"/>
          </p:cNvSpPr>
          <p:nvPr>
            <p:ph type="title"/>
          </p:nvPr>
        </p:nvSpPr>
        <p:spPr>
          <a:xfrm>
            <a:off x="385572" y="411480"/>
            <a:ext cx="11420856" cy="664844"/>
          </a:xfrm>
        </p:spPr>
        <p:txBody>
          <a:bodyPr/>
          <a:lstStyle/>
          <a:p>
            <a:r>
              <a:rPr lang="en-US"/>
              <a:t>Icons</a:t>
            </a:r>
          </a:p>
        </p:txBody>
      </p:sp>
      <p:sp>
        <p:nvSpPr>
          <p:cNvPr id="4" name="Footer Placeholder 3">
            <a:extLst>
              <a:ext uri="{FF2B5EF4-FFF2-40B4-BE49-F238E27FC236}">
                <a16:creationId xmlns:a16="http://schemas.microsoft.com/office/drawing/2014/main" id="{230675E2-F2F6-3663-F07B-0BD43B983919}"/>
              </a:ext>
            </a:extLst>
          </p:cNvPr>
          <p:cNvSpPr>
            <a:spLocks noGrp="1"/>
          </p:cNvSpPr>
          <p:nvPr>
            <p:ph type="ftr" sz="quarter" idx="18"/>
          </p:nvPr>
        </p:nvSpPr>
        <p:spPr>
          <a:xfrm>
            <a:off x="8275638" y="6379844"/>
            <a:ext cx="3000375" cy="290039"/>
          </a:xfrm>
        </p:spPr>
        <p:txBody>
          <a:bodyPr/>
          <a:lstStyle/>
          <a:p>
            <a:r>
              <a:rPr lang="en-IN"/>
              <a:t>Footer</a:t>
            </a:r>
          </a:p>
        </p:txBody>
      </p:sp>
      <p:sp>
        <p:nvSpPr>
          <p:cNvPr id="5" name="Slide Number Placeholder 4">
            <a:extLst>
              <a:ext uri="{FF2B5EF4-FFF2-40B4-BE49-F238E27FC236}">
                <a16:creationId xmlns:a16="http://schemas.microsoft.com/office/drawing/2014/main" id="{06FB9B86-9F16-E47B-E2A4-9C13FC9FB644}"/>
              </a:ext>
            </a:extLst>
          </p:cNvPr>
          <p:cNvSpPr>
            <a:spLocks noGrp="1"/>
          </p:cNvSpPr>
          <p:nvPr>
            <p:ph type="sldNum" sz="quarter" idx="19"/>
          </p:nvPr>
        </p:nvSpPr>
        <p:spPr>
          <a:xfrm>
            <a:off x="11410950" y="6382384"/>
            <a:ext cx="395478" cy="290039"/>
          </a:xfrm>
        </p:spPr>
        <p:txBody>
          <a:bodyPr/>
          <a:lstStyle/>
          <a:p>
            <a:fld id="{85AC2185-BC10-47CC-BB5A-D3C63A4C1365}" type="slidenum">
              <a:rPr lang="en-IN" smtClean="0"/>
              <a:pPr/>
              <a:t>28</a:t>
            </a:fld>
            <a:endParaRPr lang="en-IN"/>
          </a:p>
        </p:txBody>
      </p:sp>
      <p:pic>
        <p:nvPicPr>
          <p:cNvPr id="6" name="Picture 5">
            <a:extLst>
              <a:ext uri="{FF2B5EF4-FFF2-40B4-BE49-F238E27FC236}">
                <a16:creationId xmlns:a16="http://schemas.microsoft.com/office/drawing/2014/main" id="{D7AB7DBA-A835-8851-C56A-211773C6533D}"/>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349625" y="2255927"/>
            <a:ext cx="529622" cy="529622"/>
          </a:xfrm>
          <a:prstGeom prst="rect">
            <a:avLst/>
          </a:prstGeom>
        </p:spPr>
      </p:pic>
      <p:pic>
        <p:nvPicPr>
          <p:cNvPr id="8" name="Picture 7">
            <a:extLst>
              <a:ext uri="{FF2B5EF4-FFF2-40B4-BE49-F238E27FC236}">
                <a16:creationId xmlns:a16="http://schemas.microsoft.com/office/drawing/2014/main" id="{700E70C3-501C-BDFD-8930-6E76403EDEDC}"/>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2275600" y="2255927"/>
            <a:ext cx="529622" cy="529622"/>
          </a:xfrm>
          <a:prstGeom prst="rect">
            <a:avLst/>
          </a:prstGeom>
        </p:spPr>
      </p:pic>
      <p:pic>
        <p:nvPicPr>
          <p:cNvPr id="9" name="Picture 8">
            <a:extLst>
              <a:ext uri="{FF2B5EF4-FFF2-40B4-BE49-F238E27FC236}">
                <a16:creationId xmlns:a16="http://schemas.microsoft.com/office/drawing/2014/main" id="{90C42ED7-C5CF-5B85-C3BE-213C10EA266D}"/>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3201575" y="2255927"/>
            <a:ext cx="529622" cy="529622"/>
          </a:xfrm>
          <a:prstGeom prst="rect">
            <a:avLst/>
          </a:prstGeom>
        </p:spPr>
      </p:pic>
      <p:pic>
        <p:nvPicPr>
          <p:cNvPr id="10" name="Picture 9">
            <a:extLst>
              <a:ext uri="{FF2B5EF4-FFF2-40B4-BE49-F238E27FC236}">
                <a16:creationId xmlns:a16="http://schemas.microsoft.com/office/drawing/2014/main" id="{CBA95D96-2972-6466-E679-AB71F16EE11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4127550" y="2255927"/>
            <a:ext cx="529622" cy="529622"/>
          </a:xfrm>
          <a:prstGeom prst="rect">
            <a:avLst/>
          </a:prstGeom>
        </p:spPr>
      </p:pic>
      <p:pic>
        <p:nvPicPr>
          <p:cNvPr id="11" name="Picture 10">
            <a:extLst>
              <a:ext uri="{FF2B5EF4-FFF2-40B4-BE49-F238E27FC236}">
                <a16:creationId xmlns:a16="http://schemas.microsoft.com/office/drawing/2014/main" id="{848E580D-E5C1-68A9-5ACE-329F75E95744}"/>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5053525" y="2255927"/>
            <a:ext cx="529622" cy="529622"/>
          </a:xfrm>
          <a:prstGeom prst="rect">
            <a:avLst/>
          </a:prstGeom>
        </p:spPr>
      </p:pic>
      <p:pic>
        <p:nvPicPr>
          <p:cNvPr id="12" name="Picture 11">
            <a:extLst>
              <a:ext uri="{FF2B5EF4-FFF2-40B4-BE49-F238E27FC236}">
                <a16:creationId xmlns:a16="http://schemas.microsoft.com/office/drawing/2014/main" id="{439C8504-BC8A-60B5-D6CF-33971261CC5E}"/>
              </a:ext>
            </a:extLst>
          </p:cNvPr>
          <p:cNvPicPr>
            <a:picLocks noChangeAspect="1"/>
          </p:cNvPicPr>
          <p:nvPr/>
        </p:nvPicPr>
        <p:blipFill>
          <a:blip r:embed="rId7" cstate="screen">
            <a:extLst>
              <a:ext uri="{28A0092B-C50C-407E-A947-70E740481C1C}">
                <a14:useLocalDpi xmlns:a14="http://schemas.microsoft.com/office/drawing/2010/main"/>
              </a:ext>
            </a:extLst>
          </a:blip>
          <a:srcRect/>
          <a:stretch/>
        </p:blipFill>
        <p:spPr>
          <a:xfrm>
            <a:off x="5978942" y="2255927"/>
            <a:ext cx="529622" cy="529622"/>
          </a:xfrm>
          <a:prstGeom prst="rect">
            <a:avLst/>
          </a:prstGeom>
        </p:spPr>
      </p:pic>
      <p:pic>
        <p:nvPicPr>
          <p:cNvPr id="13" name="Picture 12">
            <a:extLst>
              <a:ext uri="{FF2B5EF4-FFF2-40B4-BE49-F238E27FC236}">
                <a16:creationId xmlns:a16="http://schemas.microsoft.com/office/drawing/2014/main" id="{43E5DEC2-1F73-6E07-8DDC-A8B41C040813}"/>
              </a:ext>
            </a:extLst>
          </p:cNvPr>
          <p:cNvPicPr>
            <a:picLocks noChangeAspect="1"/>
          </p:cNvPicPr>
          <p:nvPr/>
        </p:nvPicPr>
        <p:blipFill>
          <a:blip r:embed="rId8" cstate="screen">
            <a:extLst>
              <a:ext uri="{28A0092B-C50C-407E-A947-70E740481C1C}">
                <a14:useLocalDpi xmlns:a14="http://schemas.microsoft.com/office/drawing/2010/main"/>
              </a:ext>
            </a:extLst>
          </a:blip>
          <a:srcRect/>
          <a:stretch/>
        </p:blipFill>
        <p:spPr>
          <a:xfrm>
            <a:off x="6904358" y="2255927"/>
            <a:ext cx="529622" cy="529622"/>
          </a:xfrm>
          <a:prstGeom prst="rect">
            <a:avLst/>
          </a:prstGeom>
        </p:spPr>
      </p:pic>
      <p:pic>
        <p:nvPicPr>
          <p:cNvPr id="14" name="Picture 13">
            <a:extLst>
              <a:ext uri="{FF2B5EF4-FFF2-40B4-BE49-F238E27FC236}">
                <a16:creationId xmlns:a16="http://schemas.microsoft.com/office/drawing/2014/main" id="{A73551FD-F10E-7904-041C-44364061D5F4}"/>
              </a:ext>
            </a:extLst>
          </p:cNvPr>
          <p:cNvPicPr>
            <a:picLocks noChangeAspect="1"/>
          </p:cNvPicPr>
          <p:nvPr/>
        </p:nvPicPr>
        <p:blipFill>
          <a:blip r:embed="rId9" cstate="screen">
            <a:extLst>
              <a:ext uri="{28A0092B-C50C-407E-A947-70E740481C1C}">
                <a14:useLocalDpi xmlns:a14="http://schemas.microsoft.com/office/drawing/2010/main"/>
              </a:ext>
            </a:extLst>
          </a:blip>
          <a:srcRect/>
          <a:stretch/>
        </p:blipFill>
        <p:spPr>
          <a:xfrm>
            <a:off x="7832826" y="2255927"/>
            <a:ext cx="529622" cy="529622"/>
          </a:xfrm>
          <a:prstGeom prst="rect">
            <a:avLst/>
          </a:prstGeom>
        </p:spPr>
      </p:pic>
      <p:pic>
        <p:nvPicPr>
          <p:cNvPr id="15" name="Picture 14">
            <a:extLst>
              <a:ext uri="{FF2B5EF4-FFF2-40B4-BE49-F238E27FC236}">
                <a16:creationId xmlns:a16="http://schemas.microsoft.com/office/drawing/2014/main" id="{1901E9B1-20F3-67D1-BC6D-D023C7CF7443}"/>
              </a:ext>
            </a:extLst>
          </p:cNvPr>
          <p:cNvPicPr>
            <a:picLocks noChangeAspect="1"/>
          </p:cNvPicPr>
          <p:nvPr/>
        </p:nvPicPr>
        <p:blipFill>
          <a:blip r:embed="rId10" cstate="screen">
            <a:extLst>
              <a:ext uri="{28A0092B-C50C-407E-A947-70E740481C1C}">
                <a14:useLocalDpi xmlns:a14="http://schemas.microsoft.com/office/drawing/2010/main"/>
              </a:ext>
            </a:extLst>
          </a:blip>
          <a:srcRect/>
          <a:stretch/>
        </p:blipFill>
        <p:spPr>
          <a:xfrm>
            <a:off x="8761294" y="2255927"/>
            <a:ext cx="529622" cy="529622"/>
          </a:xfrm>
          <a:prstGeom prst="rect">
            <a:avLst/>
          </a:prstGeom>
        </p:spPr>
      </p:pic>
      <p:pic>
        <p:nvPicPr>
          <p:cNvPr id="16" name="Picture 15">
            <a:extLst>
              <a:ext uri="{FF2B5EF4-FFF2-40B4-BE49-F238E27FC236}">
                <a16:creationId xmlns:a16="http://schemas.microsoft.com/office/drawing/2014/main" id="{D23A614E-005C-3A80-B62A-9E104FFA94C1}"/>
              </a:ext>
            </a:extLst>
          </p:cNvPr>
          <p:cNvPicPr>
            <a:picLocks noChangeAspect="1"/>
          </p:cNvPicPr>
          <p:nvPr/>
        </p:nvPicPr>
        <p:blipFill>
          <a:blip r:embed="rId11" cstate="screen">
            <a:extLst>
              <a:ext uri="{28A0092B-C50C-407E-A947-70E740481C1C}">
                <a14:useLocalDpi xmlns:a14="http://schemas.microsoft.com/office/drawing/2010/main"/>
              </a:ext>
            </a:extLst>
          </a:blip>
          <a:srcRect/>
          <a:stretch/>
        </p:blipFill>
        <p:spPr>
          <a:xfrm>
            <a:off x="9689762" y="2255927"/>
            <a:ext cx="529622" cy="529622"/>
          </a:xfrm>
          <a:prstGeom prst="rect">
            <a:avLst/>
          </a:prstGeom>
        </p:spPr>
      </p:pic>
      <p:pic>
        <p:nvPicPr>
          <p:cNvPr id="17" name="Picture 16">
            <a:extLst>
              <a:ext uri="{FF2B5EF4-FFF2-40B4-BE49-F238E27FC236}">
                <a16:creationId xmlns:a16="http://schemas.microsoft.com/office/drawing/2014/main" id="{462DDEF2-884D-63D0-F95A-D922FD891BEA}"/>
              </a:ext>
            </a:extLst>
          </p:cNvPr>
          <p:cNvPicPr>
            <a:picLocks noChangeAspect="1"/>
          </p:cNvPicPr>
          <p:nvPr/>
        </p:nvPicPr>
        <p:blipFill>
          <a:blip r:embed="rId12" cstate="screen">
            <a:extLst>
              <a:ext uri="{28A0092B-C50C-407E-A947-70E740481C1C}">
                <a14:useLocalDpi xmlns:a14="http://schemas.microsoft.com/office/drawing/2010/main"/>
              </a:ext>
            </a:extLst>
          </a:blip>
          <a:srcRect/>
          <a:stretch/>
        </p:blipFill>
        <p:spPr>
          <a:xfrm>
            <a:off x="1349625" y="3198462"/>
            <a:ext cx="529622" cy="529622"/>
          </a:xfrm>
          <a:prstGeom prst="rect">
            <a:avLst/>
          </a:prstGeom>
        </p:spPr>
      </p:pic>
      <p:pic>
        <p:nvPicPr>
          <p:cNvPr id="18" name="Picture 17">
            <a:extLst>
              <a:ext uri="{FF2B5EF4-FFF2-40B4-BE49-F238E27FC236}">
                <a16:creationId xmlns:a16="http://schemas.microsoft.com/office/drawing/2014/main" id="{723F397E-9B63-E6A1-5756-9E5F42C40F37}"/>
              </a:ext>
            </a:extLst>
          </p:cNvPr>
          <p:cNvPicPr>
            <a:picLocks noChangeAspect="1"/>
          </p:cNvPicPr>
          <p:nvPr/>
        </p:nvPicPr>
        <p:blipFill>
          <a:blip r:embed="rId13" cstate="screen">
            <a:extLst>
              <a:ext uri="{28A0092B-C50C-407E-A947-70E740481C1C}">
                <a14:useLocalDpi xmlns:a14="http://schemas.microsoft.com/office/drawing/2010/main"/>
              </a:ext>
            </a:extLst>
          </a:blip>
          <a:srcRect/>
          <a:stretch/>
        </p:blipFill>
        <p:spPr>
          <a:xfrm>
            <a:off x="2275600" y="3198462"/>
            <a:ext cx="529622" cy="529622"/>
          </a:xfrm>
          <a:prstGeom prst="rect">
            <a:avLst/>
          </a:prstGeom>
        </p:spPr>
      </p:pic>
      <p:pic>
        <p:nvPicPr>
          <p:cNvPr id="19" name="Picture 18">
            <a:extLst>
              <a:ext uri="{FF2B5EF4-FFF2-40B4-BE49-F238E27FC236}">
                <a16:creationId xmlns:a16="http://schemas.microsoft.com/office/drawing/2014/main" id="{6453562B-63B7-420B-7B40-9B5ABE7EF509}"/>
              </a:ext>
            </a:extLst>
          </p:cNvPr>
          <p:cNvPicPr>
            <a:picLocks noChangeAspect="1"/>
          </p:cNvPicPr>
          <p:nvPr/>
        </p:nvPicPr>
        <p:blipFill>
          <a:blip r:embed="rId14" cstate="screen">
            <a:extLst>
              <a:ext uri="{28A0092B-C50C-407E-A947-70E740481C1C}">
                <a14:useLocalDpi xmlns:a14="http://schemas.microsoft.com/office/drawing/2010/main"/>
              </a:ext>
            </a:extLst>
          </a:blip>
          <a:srcRect/>
          <a:stretch/>
        </p:blipFill>
        <p:spPr>
          <a:xfrm>
            <a:off x="3201575" y="3198462"/>
            <a:ext cx="529622" cy="529622"/>
          </a:xfrm>
          <a:prstGeom prst="rect">
            <a:avLst/>
          </a:prstGeom>
        </p:spPr>
      </p:pic>
      <p:pic>
        <p:nvPicPr>
          <p:cNvPr id="20" name="Picture 19">
            <a:extLst>
              <a:ext uri="{FF2B5EF4-FFF2-40B4-BE49-F238E27FC236}">
                <a16:creationId xmlns:a16="http://schemas.microsoft.com/office/drawing/2014/main" id="{FD7350F4-F43C-3BDE-6C2E-67B17F705EB1}"/>
              </a:ext>
            </a:extLst>
          </p:cNvPr>
          <p:cNvPicPr>
            <a:picLocks noChangeAspect="1"/>
          </p:cNvPicPr>
          <p:nvPr/>
        </p:nvPicPr>
        <p:blipFill>
          <a:blip r:embed="rId15" cstate="screen">
            <a:extLst>
              <a:ext uri="{28A0092B-C50C-407E-A947-70E740481C1C}">
                <a14:useLocalDpi xmlns:a14="http://schemas.microsoft.com/office/drawing/2010/main"/>
              </a:ext>
            </a:extLst>
          </a:blip>
          <a:srcRect/>
          <a:stretch/>
        </p:blipFill>
        <p:spPr>
          <a:xfrm>
            <a:off x="4127550" y="3198462"/>
            <a:ext cx="529622" cy="529622"/>
          </a:xfrm>
          <a:prstGeom prst="rect">
            <a:avLst/>
          </a:prstGeom>
        </p:spPr>
      </p:pic>
      <p:pic>
        <p:nvPicPr>
          <p:cNvPr id="21" name="Picture 20">
            <a:extLst>
              <a:ext uri="{FF2B5EF4-FFF2-40B4-BE49-F238E27FC236}">
                <a16:creationId xmlns:a16="http://schemas.microsoft.com/office/drawing/2014/main" id="{3EAC65CC-2B33-2734-BD44-4ED7887A001D}"/>
              </a:ext>
            </a:extLst>
          </p:cNvPr>
          <p:cNvPicPr>
            <a:picLocks noChangeAspect="1"/>
          </p:cNvPicPr>
          <p:nvPr/>
        </p:nvPicPr>
        <p:blipFill>
          <a:blip r:embed="rId16" cstate="screen">
            <a:extLst>
              <a:ext uri="{28A0092B-C50C-407E-A947-70E740481C1C}">
                <a14:useLocalDpi xmlns:a14="http://schemas.microsoft.com/office/drawing/2010/main"/>
              </a:ext>
            </a:extLst>
          </a:blip>
          <a:srcRect/>
          <a:stretch/>
        </p:blipFill>
        <p:spPr>
          <a:xfrm>
            <a:off x="5053525" y="3198462"/>
            <a:ext cx="529622" cy="529622"/>
          </a:xfrm>
          <a:prstGeom prst="rect">
            <a:avLst/>
          </a:prstGeom>
        </p:spPr>
      </p:pic>
      <p:pic>
        <p:nvPicPr>
          <p:cNvPr id="22" name="Picture 21">
            <a:extLst>
              <a:ext uri="{FF2B5EF4-FFF2-40B4-BE49-F238E27FC236}">
                <a16:creationId xmlns:a16="http://schemas.microsoft.com/office/drawing/2014/main" id="{4EA151CD-EAC8-C70E-7582-736FC61DAD59}"/>
              </a:ext>
            </a:extLst>
          </p:cNvPr>
          <p:cNvPicPr>
            <a:picLocks noChangeAspect="1"/>
          </p:cNvPicPr>
          <p:nvPr/>
        </p:nvPicPr>
        <p:blipFill>
          <a:blip r:embed="rId17" cstate="screen">
            <a:extLst>
              <a:ext uri="{28A0092B-C50C-407E-A947-70E740481C1C}">
                <a14:useLocalDpi xmlns:a14="http://schemas.microsoft.com/office/drawing/2010/main"/>
              </a:ext>
            </a:extLst>
          </a:blip>
          <a:srcRect/>
          <a:stretch/>
        </p:blipFill>
        <p:spPr>
          <a:xfrm>
            <a:off x="5978942" y="3198462"/>
            <a:ext cx="529622" cy="529622"/>
          </a:xfrm>
          <a:prstGeom prst="rect">
            <a:avLst/>
          </a:prstGeom>
        </p:spPr>
      </p:pic>
      <p:pic>
        <p:nvPicPr>
          <p:cNvPr id="23" name="Picture 22">
            <a:extLst>
              <a:ext uri="{FF2B5EF4-FFF2-40B4-BE49-F238E27FC236}">
                <a16:creationId xmlns:a16="http://schemas.microsoft.com/office/drawing/2014/main" id="{0FEE7D99-7B43-D602-4F0D-798B9A0B6885}"/>
              </a:ext>
            </a:extLst>
          </p:cNvPr>
          <p:cNvPicPr>
            <a:picLocks noChangeAspect="1"/>
          </p:cNvPicPr>
          <p:nvPr/>
        </p:nvPicPr>
        <p:blipFill>
          <a:blip r:embed="rId18" cstate="screen">
            <a:extLst>
              <a:ext uri="{28A0092B-C50C-407E-A947-70E740481C1C}">
                <a14:useLocalDpi xmlns:a14="http://schemas.microsoft.com/office/drawing/2010/main"/>
              </a:ext>
            </a:extLst>
          </a:blip>
          <a:srcRect/>
          <a:stretch/>
        </p:blipFill>
        <p:spPr>
          <a:xfrm>
            <a:off x="6904358" y="3198462"/>
            <a:ext cx="529622" cy="529622"/>
          </a:xfrm>
          <a:prstGeom prst="rect">
            <a:avLst/>
          </a:prstGeom>
        </p:spPr>
      </p:pic>
      <p:pic>
        <p:nvPicPr>
          <p:cNvPr id="24" name="Picture 23">
            <a:extLst>
              <a:ext uri="{FF2B5EF4-FFF2-40B4-BE49-F238E27FC236}">
                <a16:creationId xmlns:a16="http://schemas.microsoft.com/office/drawing/2014/main" id="{ACEADB8C-CD3F-816A-3B4D-F00DDE3D8926}"/>
              </a:ext>
            </a:extLst>
          </p:cNvPr>
          <p:cNvPicPr>
            <a:picLocks noChangeAspect="1"/>
          </p:cNvPicPr>
          <p:nvPr/>
        </p:nvPicPr>
        <p:blipFill>
          <a:blip r:embed="rId19" cstate="screen">
            <a:extLst>
              <a:ext uri="{28A0092B-C50C-407E-A947-70E740481C1C}">
                <a14:useLocalDpi xmlns:a14="http://schemas.microsoft.com/office/drawing/2010/main"/>
              </a:ext>
            </a:extLst>
          </a:blip>
          <a:srcRect/>
          <a:stretch/>
        </p:blipFill>
        <p:spPr>
          <a:xfrm>
            <a:off x="7832826" y="3198462"/>
            <a:ext cx="529622" cy="529622"/>
          </a:xfrm>
          <a:prstGeom prst="rect">
            <a:avLst/>
          </a:prstGeom>
        </p:spPr>
      </p:pic>
      <p:pic>
        <p:nvPicPr>
          <p:cNvPr id="25" name="Picture 24">
            <a:extLst>
              <a:ext uri="{FF2B5EF4-FFF2-40B4-BE49-F238E27FC236}">
                <a16:creationId xmlns:a16="http://schemas.microsoft.com/office/drawing/2014/main" id="{61D2025E-FE87-37EE-1737-5A5C679A6770}"/>
              </a:ext>
            </a:extLst>
          </p:cNvPr>
          <p:cNvPicPr>
            <a:picLocks noChangeAspect="1"/>
          </p:cNvPicPr>
          <p:nvPr/>
        </p:nvPicPr>
        <p:blipFill>
          <a:blip r:embed="rId20" cstate="screen">
            <a:extLst>
              <a:ext uri="{28A0092B-C50C-407E-A947-70E740481C1C}">
                <a14:useLocalDpi xmlns:a14="http://schemas.microsoft.com/office/drawing/2010/main"/>
              </a:ext>
            </a:extLst>
          </a:blip>
          <a:srcRect/>
          <a:stretch/>
        </p:blipFill>
        <p:spPr>
          <a:xfrm>
            <a:off x="8761294" y="3198462"/>
            <a:ext cx="529622" cy="529622"/>
          </a:xfrm>
          <a:prstGeom prst="rect">
            <a:avLst/>
          </a:prstGeom>
        </p:spPr>
      </p:pic>
      <p:pic>
        <p:nvPicPr>
          <p:cNvPr id="26" name="Picture 25">
            <a:extLst>
              <a:ext uri="{FF2B5EF4-FFF2-40B4-BE49-F238E27FC236}">
                <a16:creationId xmlns:a16="http://schemas.microsoft.com/office/drawing/2014/main" id="{27FC33BD-CE25-EC55-B504-A06C20F96789}"/>
              </a:ext>
            </a:extLst>
          </p:cNvPr>
          <p:cNvPicPr>
            <a:picLocks noChangeAspect="1"/>
          </p:cNvPicPr>
          <p:nvPr/>
        </p:nvPicPr>
        <p:blipFill>
          <a:blip r:embed="rId21" cstate="screen">
            <a:extLst>
              <a:ext uri="{28A0092B-C50C-407E-A947-70E740481C1C}">
                <a14:useLocalDpi xmlns:a14="http://schemas.microsoft.com/office/drawing/2010/main"/>
              </a:ext>
            </a:extLst>
          </a:blip>
          <a:srcRect/>
          <a:stretch/>
        </p:blipFill>
        <p:spPr>
          <a:xfrm>
            <a:off x="9689762" y="3198462"/>
            <a:ext cx="529622" cy="529622"/>
          </a:xfrm>
          <a:prstGeom prst="rect">
            <a:avLst/>
          </a:prstGeom>
        </p:spPr>
      </p:pic>
      <p:pic>
        <p:nvPicPr>
          <p:cNvPr id="27" name="Picture 26">
            <a:extLst>
              <a:ext uri="{FF2B5EF4-FFF2-40B4-BE49-F238E27FC236}">
                <a16:creationId xmlns:a16="http://schemas.microsoft.com/office/drawing/2014/main" id="{213886F5-C8F7-BF88-4D34-C6D93FDAC55A}"/>
              </a:ext>
            </a:extLst>
          </p:cNvPr>
          <p:cNvPicPr>
            <a:picLocks noChangeAspect="1"/>
          </p:cNvPicPr>
          <p:nvPr/>
        </p:nvPicPr>
        <p:blipFill>
          <a:blip r:embed="rId22" cstate="screen">
            <a:extLst>
              <a:ext uri="{28A0092B-C50C-407E-A947-70E740481C1C}">
                <a14:useLocalDpi xmlns:a14="http://schemas.microsoft.com/office/drawing/2010/main"/>
              </a:ext>
            </a:extLst>
          </a:blip>
          <a:srcRect/>
          <a:stretch/>
        </p:blipFill>
        <p:spPr>
          <a:xfrm>
            <a:off x="1879247" y="4140997"/>
            <a:ext cx="529622" cy="529622"/>
          </a:xfrm>
          <a:prstGeom prst="rect">
            <a:avLst/>
          </a:prstGeom>
        </p:spPr>
      </p:pic>
      <p:pic>
        <p:nvPicPr>
          <p:cNvPr id="28" name="Picture 27">
            <a:extLst>
              <a:ext uri="{FF2B5EF4-FFF2-40B4-BE49-F238E27FC236}">
                <a16:creationId xmlns:a16="http://schemas.microsoft.com/office/drawing/2014/main" id="{F36F45A7-BE3A-C4CA-A947-5638396D712E}"/>
              </a:ext>
            </a:extLst>
          </p:cNvPr>
          <p:cNvPicPr>
            <a:picLocks noChangeAspect="1"/>
          </p:cNvPicPr>
          <p:nvPr/>
        </p:nvPicPr>
        <p:blipFill>
          <a:blip r:embed="rId23" cstate="screen">
            <a:extLst>
              <a:ext uri="{28A0092B-C50C-407E-A947-70E740481C1C}">
                <a14:useLocalDpi xmlns:a14="http://schemas.microsoft.com/office/drawing/2010/main"/>
              </a:ext>
            </a:extLst>
          </a:blip>
          <a:srcRect/>
          <a:stretch/>
        </p:blipFill>
        <p:spPr>
          <a:xfrm>
            <a:off x="2805222" y="4140997"/>
            <a:ext cx="529622" cy="529622"/>
          </a:xfrm>
          <a:prstGeom prst="rect">
            <a:avLst/>
          </a:prstGeom>
        </p:spPr>
      </p:pic>
      <p:pic>
        <p:nvPicPr>
          <p:cNvPr id="29" name="Picture 28">
            <a:extLst>
              <a:ext uri="{FF2B5EF4-FFF2-40B4-BE49-F238E27FC236}">
                <a16:creationId xmlns:a16="http://schemas.microsoft.com/office/drawing/2014/main" id="{42BE69C3-A4CC-5E9B-4A68-64EF0CDD2389}"/>
              </a:ext>
            </a:extLst>
          </p:cNvPr>
          <p:cNvPicPr>
            <a:picLocks noChangeAspect="1"/>
          </p:cNvPicPr>
          <p:nvPr/>
        </p:nvPicPr>
        <p:blipFill>
          <a:blip r:embed="rId24" cstate="screen">
            <a:extLst>
              <a:ext uri="{28A0092B-C50C-407E-A947-70E740481C1C}">
                <a14:useLocalDpi xmlns:a14="http://schemas.microsoft.com/office/drawing/2010/main"/>
              </a:ext>
            </a:extLst>
          </a:blip>
          <a:srcRect/>
          <a:stretch/>
        </p:blipFill>
        <p:spPr>
          <a:xfrm>
            <a:off x="3731197" y="4140997"/>
            <a:ext cx="529622" cy="529622"/>
          </a:xfrm>
          <a:prstGeom prst="rect">
            <a:avLst/>
          </a:prstGeom>
        </p:spPr>
      </p:pic>
      <p:pic>
        <p:nvPicPr>
          <p:cNvPr id="30" name="Picture 29">
            <a:extLst>
              <a:ext uri="{FF2B5EF4-FFF2-40B4-BE49-F238E27FC236}">
                <a16:creationId xmlns:a16="http://schemas.microsoft.com/office/drawing/2014/main" id="{E84C92FC-7D18-9330-8653-E66B42FACE43}"/>
              </a:ext>
            </a:extLst>
          </p:cNvPr>
          <p:cNvPicPr>
            <a:picLocks noChangeAspect="1"/>
          </p:cNvPicPr>
          <p:nvPr/>
        </p:nvPicPr>
        <p:blipFill>
          <a:blip r:embed="rId25" cstate="screen">
            <a:extLst>
              <a:ext uri="{28A0092B-C50C-407E-A947-70E740481C1C}">
                <a14:useLocalDpi xmlns:a14="http://schemas.microsoft.com/office/drawing/2010/main"/>
              </a:ext>
            </a:extLst>
          </a:blip>
          <a:srcRect/>
          <a:stretch/>
        </p:blipFill>
        <p:spPr>
          <a:xfrm>
            <a:off x="4657172" y="4140997"/>
            <a:ext cx="529622" cy="529622"/>
          </a:xfrm>
          <a:prstGeom prst="rect">
            <a:avLst/>
          </a:prstGeom>
        </p:spPr>
      </p:pic>
      <p:pic>
        <p:nvPicPr>
          <p:cNvPr id="31" name="Picture 30">
            <a:extLst>
              <a:ext uri="{FF2B5EF4-FFF2-40B4-BE49-F238E27FC236}">
                <a16:creationId xmlns:a16="http://schemas.microsoft.com/office/drawing/2014/main" id="{5321D614-8E7E-84E6-12E3-CE30880F4CF4}"/>
              </a:ext>
            </a:extLst>
          </p:cNvPr>
          <p:cNvPicPr>
            <a:picLocks noChangeAspect="1"/>
          </p:cNvPicPr>
          <p:nvPr/>
        </p:nvPicPr>
        <p:blipFill>
          <a:blip r:embed="rId26" cstate="screen">
            <a:extLst>
              <a:ext uri="{28A0092B-C50C-407E-A947-70E740481C1C}">
                <a14:useLocalDpi xmlns:a14="http://schemas.microsoft.com/office/drawing/2010/main"/>
              </a:ext>
            </a:extLst>
          </a:blip>
          <a:srcRect/>
          <a:stretch/>
        </p:blipFill>
        <p:spPr>
          <a:xfrm>
            <a:off x="5583147" y="4140997"/>
            <a:ext cx="529622" cy="529622"/>
          </a:xfrm>
          <a:prstGeom prst="rect">
            <a:avLst/>
          </a:prstGeom>
        </p:spPr>
      </p:pic>
      <p:pic>
        <p:nvPicPr>
          <p:cNvPr id="32" name="Picture 31">
            <a:extLst>
              <a:ext uri="{FF2B5EF4-FFF2-40B4-BE49-F238E27FC236}">
                <a16:creationId xmlns:a16="http://schemas.microsoft.com/office/drawing/2014/main" id="{5C4869BD-1E53-A3AB-D8D8-FAE5B7A411EF}"/>
              </a:ext>
            </a:extLst>
          </p:cNvPr>
          <p:cNvPicPr>
            <a:picLocks noChangeAspect="1"/>
          </p:cNvPicPr>
          <p:nvPr/>
        </p:nvPicPr>
        <p:blipFill>
          <a:blip r:embed="rId27" cstate="screen">
            <a:extLst>
              <a:ext uri="{28A0092B-C50C-407E-A947-70E740481C1C}">
                <a14:useLocalDpi xmlns:a14="http://schemas.microsoft.com/office/drawing/2010/main"/>
              </a:ext>
            </a:extLst>
          </a:blip>
          <a:srcRect/>
          <a:stretch/>
        </p:blipFill>
        <p:spPr>
          <a:xfrm>
            <a:off x="6508564" y="4140997"/>
            <a:ext cx="529622" cy="529622"/>
          </a:xfrm>
          <a:prstGeom prst="rect">
            <a:avLst/>
          </a:prstGeom>
        </p:spPr>
      </p:pic>
      <p:pic>
        <p:nvPicPr>
          <p:cNvPr id="33" name="Picture 32">
            <a:extLst>
              <a:ext uri="{FF2B5EF4-FFF2-40B4-BE49-F238E27FC236}">
                <a16:creationId xmlns:a16="http://schemas.microsoft.com/office/drawing/2014/main" id="{8CB45856-68E4-6769-B289-CE52F6C32B1C}"/>
              </a:ext>
            </a:extLst>
          </p:cNvPr>
          <p:cNvPicPr>
            <a:picLocks noChangeAspect="1"/>
          </p:cNvPicPr>
          <p:nvPr/>
        </p:nvPicPr>
        <p:blipFill>
          <a:blip r:embed="rId28" cstate="screen">
            <a:extLst>
              <a:ext uri="{28A0092B-C50C-407E-A947-70E740481C1C}">
                <a14:useLocalDpi xmlns:a14="http://schemas.microsoft.com/office/drawing/2010/main"/>
              </a:ext>
            </a:extLst>
          </a:blip>
          <a:srcRect/>
          <a:stretch/>
        </p:blipFill>
        <p:spPr>
          <a:xfrm>
            <a:off x="7433980" y="4140997"/>
            <a:ext cx="529622" cy="529622"/>
          </a:xfrm>
          <a:prstGeom prst="rect">
            <a:avLst/>
          </a:prstGeom>
        </p:spPr>
      </p:pic>
      <p:pic>
        <p:nvPicPr>
          <p:cNvPr id="34" name="Picture 33">
            <a:extLst>
              <a:ext uri="{FF2B5EF4-FFF2-40B4-BE49-F238E27FC236}">
                <a16:creationId xmlns:a16="http://schemas.microsoft.com/office/drawing/2014/main" id="{4DFA25BB-AA31-4A1D-0531-589B42726B57}"/>
              </a:ext>
            </a:extLst>
          </p:cNvPr>
          <p:cNvPicPr>
            <a:picLocks noChangeAspect="1"/>
          </p:cNvPicPr>
          <p:nvPr/>
        </p:nvPicPr>
        <p:blipFill>
          <a:blip r:embed="rId29" cstate="screen">
            <a:extLst>
              <a:ext uri="{28A0092B-C50C-407E-A947-70E740481C1C}">
                <a14:useLocalDpi xmlns:a14="http://schemas.microsoft.com/office/drawing/2010/main"/>
              </a:ext>
            </a:extLst>
          </a:blip>
          <a:srcRect/>
          <a:stretch/>
        </p:blipFill>
        <p:spPr>
          <a:xfrm>
            <a:off x="8362448" y="4140997"/>
            <a:ext cx="529622" cy="529622"/>
          </a:xfrm>
          <a:prstGeom prst="rect">
            <a:avLst/>
          </a:prstGeom>
        </p:spPr>
      </p:pic>
      <p:pic>
        <p:nvPicPr>
          <p:cNvPr id="35" name="Picture 34">
            <a:extLst>
              <a:ext uri="{FF2B5EF4-FFF2-40B4-BE49-F238E27FC236}">
                <a16:creationId xmlns:a16="http://schemas.microsoft.com/office/drawing/2014/main" id="{90810153-D563-3710-5519-D088893D7832}"/>
              </a:ext>
            </a:extLst>
          </p:cNvPr>
          <p:cNvPicPr>
            <a:picLocks noChangeAspect="1"/>
          </p:cNvPicPr>
          <p:nvPr/>
        </p:nvPicPr>
        <p:blipFill>
          <a:blip r:embed="rId30" cstate="screen">
            <a:extLst>
              <a:ext uri="{28A0092B-C50C-407E-A947-70E740481C1C}">
                <a14:useLocalDpi xmlns:a14="http://schemas.microsoft.com/office/drawing/2010/main"/>
              </a:ext>
            </a:extLst>
          </a:blip>
          <a:srcRect/>
          <a:stretch/>
        </p:blipFill>
        <p:spPr>
          <a:xfrm>
            <a:off x="9290916" y="4140997"/>
            <a:ext cx="529622" cy="529622"/>
          </a:xfrm>
          <a:prstGeom prst="rect">
            <a:avLst/>
          </a:prstGeom>
        </p:spPr>
      </p:pic>
      <p:pic>
        <p:nvPicPr>
          <p:cNvPr id="36" name="Picture 35">
            <a:extLst>
              <a:ext uri="{FF2B5EF4-FFF2-40B4-BE49-F238E27FC236}">
                <a16:creationId xmlns:a16="http://schemas.microsoft.com/office/drawing/2014/main" id="{BE5B5EF1-CC62-D9EA-1664-ED67180C35FB}"/>
              </a:ext>
            </a:extLst>
          </p:cNvPr>
          <p:cNvPicPr>
            <a:picLocks noChangeAspect="1"/>
          </p:cNvPicPr>
          <p:nvPr/>
        </p:nvPicPr>
        <p:blipFill>
          <a:blip r:embed="rId31" cstate="screen">
            <a:extLst>
              <a:ext uri="{28A0092B-C50C-407E-A947-70E740481C1C}">
                <a14:useLocalDpi xmlns:a14="http://schemas.microsoft.com/office/drawing/2010/main"/>
              </a:ext>
            </a:extLst>
          </a:blip>
          <a:srcRect/>
          <a:stretch/>
        </p:blipFill>
        <p:spPr>
          <a:xfrm>
            <a:off x="10219384" y="4140997"/>
            <a:ext cx="529622" cy="529622"/>
          </a:xfrm>
          <a:prstGeom prst="rect">
            <a:avLst/>
          </a:prstGeom>
        </p:spPr>
      </p:pic>
      <p:pic>
        <p:nvPicPr>
          <p:cNvPr id="37" name="Picture 36">
            <a:extLst>
              <a:ext uri="{FF2B5EF4-FFF2-40B4-BE49-F238E27FC236}">
                <a16:creationId xmlns:a16="http://schemas.microsoft.com/office/drawing/2014/main" id="{FD1F4A04-E85F-1CA9-F1EF-054C433448BA}"/>
              </a:ext>
            </a:extLst>
          </p:cNvPr>
          <p:cNvPicPr>
            <a:picLocks noChangeAspect="1"/>
          </p:cNvPicPr>
          <p:nvPr/>
        </p:nvPicPr>
        <p:blipFill>
          <a:blip r:embed="rId32" cstate="screen">
            <a:extLst>
              <a:ext uri="{28A0092B-C50C-407E-A947-70E740481C1C}">
                <a14:useLocalDpi xmlns:a14="http://schemas.microsoft.com/office/drawing/2010/main"/>
              </a:ext>
            </a:extLst>
          </a:blip>
          <a:srcRect/>
          <a:stretch/>
        </p:blipFill>
        <p:spPr>
          <a:xfrm>
            <a:off x="10618230" y="2255927"/>
            <a:ext cx="529622" cy="529622"/>
          </a:xfrm>
          <a:prstGeom prst="rect">
            <a:avLst/>
          </a:prstGeom>
        </p:spPr>
      </p:pic>
      <p:pic>
        <p:nvPicPr>
          <p:cNvPr id="38" name="Picture 37">
            <a:extLst>
              <a:ext uri="{FF2B5EF4-FFF2-40B4-BE49-F238E27FC236}">
                <a16:creationId xmlns:a16="http://schemas.microsoft.com/office/drawing/2014/main" id="{8AF02D74-51AB-B1C2-7B98-ADAE42C421C9}"/>
              </a:ext>
            </a:extLst>
          </p:cNvPr>
          <p:cNvPicPr>
            <a:picLocks noChangeAspect="1"/>
          </p:cNvPicPr>
          <p:nvPr/>
        </p:nvPicPr>
        <p:blipFill>
          <a:blip r:embed="rId33" cstate="screen">
            <a:extLst>
              <a:ext uri="{28A0092B-C50C-407E-A947-70E740481C1C}">
                <a14:useLocalDpi xmlns:a14="http://schemas.microsoft.com/office/drawing/2010/main"/>
              </a:ext>
            </a:extLst>
          </a:blip>
          <a:srcRect/>
          <a:stretch/>
        </p:blipFill>
        <p:spPr>
          <a:xfrm>
            <a:off x="10618230" y="3198462"/>
            <a:ext cx="529622" cy="529622"/>
          </a:xfrm>
          <a:prstGeom prst="rect">
            <a:avLst/>
          </a:prstGeom>
        </p:spPr>
      </p:pic>
    </p:spTree>
    <p:extLst>
      <p:ext uri="{BB962C8B-B14F-4D97-AF65-F5344CB8AC3E}">
        <p14:creationId xmlns:p14="http://schemas.microsoft.com/office/powerpoint/2010/main" val="29692089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1DEE58A1-602F-36C5-8CFC-876360700086}"/>
              </a:ext>
            </a:extLst>
          </p:cNvPr>
          <p:cNvPicPr>
            <a:picLocks noGrp="1" noChangeAspect="1"/>
          </p:cNvPicPr>
          <p:nvPr>
            <p:ph type="pic" sz="quarter" idx="22"/>
          </p:nvPr>
        </p:nvPicPr>
        <p:blipFill>
          <a:blip r:embed="rId2" cstate="screen">
            <a:extLst>
              <a:ext uri="{28A0092B-C50C-407E-A947-70E740481C1C}">
                <a14:useLocalDpi xmlns:a14="http://schemas.microsoft.com/office/drawing/2010/main"/>
              </a:ext>
            </a:extLst>
          </a:blip>
          <a:srcRect/>
          <a:stretch>
            <a:fillRect/>
          </a:stretch>
        </p:blipFill>
        <p:spPr>
          <a:xfrm>
            <a:off x="0" y="0"/>
            <a:ext cx="12188825" cy="6858000"/>
          </a:xfrm>
        </p:spPr>
      </p:pic>
      <p:sp>
        <p:nvSpPr>
          <p:cNvPr id="10" name="Text Placeholder 9">
            <a:extLst>
              <a:ext uri="{FF2B5EF4-FFF2-40B4-BE49-F238E27FC236}">
                <a16:creationId xmlns:a16="http://schemas.microsoft.com/office/drawing/2014/main" id="{CB3A3898-8EB8-75DF-8147-A9CD38AAB17E}"/>
              </a:ext>
            </a:extLst>
          </p:cNvPr>
          <p:cNvSpPr>
            <a:spLocks noGrp="1"/>
          </p:cNvSpPr>
          <p:nvPr>
            <p:ph type="body" idx="1"/>
          </p:nvPr>
        </p:nvSpPr>
        <p:spPr>
          <a:xfrm>
            <a:off x="375476" y="5449823"/>
            <a:ext cx="5825172" cy="930340"/>
          </a:xfrm>
        </p:spPr>
        <p:txBody>
          <a:bodyPr anchor="b"/>
          <a:lstStyle/>
          <a:p>
            <a:r>
              <a:rPr lang="en-US"/>
              <a:t>For more information, please contact</a:t>
            </a:r>
            <a:br>
              <a:rPr lang="en-US"/>
            </a:br>
            <a:r>
              <a:rPr lang="en-US"/>
              <a:t>Firstname Lastname at Firstname.Lastname@xxx.com</a:t>
            </a:r>
          </a:p>
        </p:txBody>
      </p:sp>
      <p:sp>
        <p:nvSpPr>
          <p:cNvPr id="9" name="Title 8">
            <a:extLst>
              <a:ext uri="{FF2B5EF4-FFF2-40B4-BE49-F238E27FC236}">
                <a16:creationId xmlns:a16="http://schemas.microsoft.com/office/drawing/2014/main" id="{00107377-D823-A546-FE4D-FD5C44EA0F40}"/>
              </a:ext>
            </a:extLst>
          </p:cNvPr>
          <p:cNvSpPr>
            <a:spLocks noGrp="1"/>
          </p:cNvSpPr>
          <p:nvPr>
            <p:ph type="title"/>
          </p:nvPr>
        </p:nvSpPr>
        <p:spPr>
          <a:xfrm>
            <a:off x="359220" y="4442864"/>
            <a:ext cx="5825172" cy="893065"/>
          </a:xfrm>
        </p:spPr>
        <p:txBody>
          <a:bodyPr/>
          <a:lstStyle/>
          <a:p>
            <a:r>
              <a:rPr lang="en-IN"/>
              <a:t>Thank You</a:t>
            </a:r>
          </a:p>
        </p:txBody>
      </p:sp>
    </p:spTree>
    <p:extLst>
      <p:ext uri="{BB962C8B-B14F-4D97-AF65-F5344CB8AC3E}">
        <p14:creationId xmlns:p14="http://schemas.microsoft.com/office/powerpoint/2010/main" val="3942447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3D11454-D278-FAB2-3DEB-BDDC7844C31C}"/>
              </a:ext>
            </a:extLst>
          </p:cNvPr>
          <p:cNvSpPr>
            <a:spLocks noGrp="1"/>
          </p:cNvSpPr>
          <p:nvPr>
            <p:ph type="ftr" sz="quarter" idx="10"/>
          </p:nvPr>
        </p:nvSpPr>
        <p:spPr>
          <a:xfrm>
            <a:off x="8275638" y="6379844"/>
            <a:ext cx="3000375" cy="290039"/>
          </a:xfrm>
        </p:spPr>
        <p:txBody>
          <a:bodyPr/>
          <a:lstStyle/>
          <a:p>
            <a:r>
              <a:rPr lang="en-US"/>
              <a:t>Footer</a:t>
            </a:r>
            <a:endParaRPr lang="en-IN"/>
          </a:p>
        </p:txBody>
      </p:sp>
      <p:sp>
        <p:nvSpPr>
          <p:cNvPr id="4" name="Slide Number Placeholder 3">
            <a:extLst>
              <a:ext uri="{FF2B5EF4-FFF2-40B4-BE49-F238E27FC236}">
                <a16:creationId xmlns:a16="http://schemas.microsoft.com/office/drawing/2014/main" id="{D816C31F-8132-349F-EB7F-AE4A67B7906E}"/>
              </a:ext>
            </a:extLst>
          </p:cNvPr>
          <p:cNvSpPr>
            <a:spLocks noGrp="1"/>
          </p:cNvSpPr>
          <p:nvPr>
            <p:ph type="sldNum" sz="quarter" idx="11"/>
          </p:nvPr>
        </p:nvSpPr>
        <p:spPr>
          <a:xfrm>
            <a:off x="11410950" y="6382384"/>
            <a:ext cx="395478" cy="290039"/>
          </a:xfrm>
        </p:spPr>
        <p:txBody>
          <a:bodyPr/>
          <a:lstStyle/>
          <a:p>
            <a:fld id="{85AC2185-BC10-47CC-BB5A-D3C63A4C1365}" type="slidenum">
              <a:rPr lang="en-IN" smtClean="0"/>
              <a:pPr/>
              <a:t>30</a:t>
            </a:fld>
            <a:endParaRPr lang="en-IN"/>
          </a:p>
        </p:txBody>
      </p:sp>
      <p:sp>
        <p:nvSpPr>
          <p:cNvPr id="5" name="Text Placeholder 4">
            <a:extLst>
              <a:ext uri="{FF2B5EF4-FFF2-40B4-BE49-F238E27FC236}">
                <a16:creationId xmlns:a16="http://schemas.microsoft.com/office/drawing/2014/main" id="{3194CE7B-7D20-59E0-AA09-E4F146460AD7}"/>
              </a:ext>
            </a:extLst>
          </p:cNvPr>
          <p:cNvSpPr>
            <a:spLocks noGrp="1"/>
          </p:cNvSpPr>
          <p:nvPr>
            <p:ph type="body" sz="quarter" idx="22"/>
          </p:nvPr>
        </p:nvSpPr>
        <p:spPr>
          <a:xfrm>
            <a:off x="4056126" y="3138083"/>
            <a:ext cx="4079748" cy="581834"/>
          </a:xfrm>
        </p:spPr>
        <p:txBody>
          <a:bodyPr/>
          <a:lstStyle/>
          <a:p>
            <a:r>
              <a:rPr lang="en-IN" dirty="0"/>
              <a:t>Appendix</a:t>
            </a:r>
          </a:p>
        </p:txBody>
      </p:sp>
    </p:spTree>
    <p:extLst>
      <p:ext uri="{BB962C8B-B14F-4D97-AF65-F5344CB8AC3E}">
        <p14:creationId xmlns:p14="http://schemas.microsoft.com/office/powerpoint/2010/main" val="3771008423"/>
      </p:ext>
    </p:extLst>
  </p:cSld>
  <p:clrMapOvr>
    <a:masterClrMapping/>
  </p:clrMapOvr>
</p:sld>
</file>

<file path=ppt/theme/theme1.xml><?xml version="1.0" encoding="utf-8"?>
<a:theme xmlns:a="http://schemas.openxmlformats.org/drawingml/2006/main" name="S&amp;P Global Theme">
  <a:themeElements>
    <a:clrScheme name="Mobility Global Team">
      <a:dk1>
        <a:srgbClr val="000000"/>
      </a:dk1>
      <a:lt1>
        <a:srgbClr val="FFFFFF"/>
      </a:lt1>
      <a:dk2>
        <a:srgbClr val="132445"/>
      </a:dk2>
      <a:lt2>
        <a:srgbClr val="EFEFE5"/>
      </a:lt2>
      <a:accent1>
        <a:srgbClr val="0064D2"/>
      </a:accent1>
      <a:accent2>
        <a:srgbClr val="B8EAF5"/>
      </a:accent2>
      <a:accent3>
        <a:srgbClr val="E3ABFF"/>
      </a:accent3>
      <a:accent4>
        <a:srgbClr val="420E71"/>
      </a:accent4>
      <a:accent5>
        <a:srgbClr val="FFE783"/>
      </a:accent5>
      <a:accent6>
        <a:srgbClr val="FDEBB3"/>
      </a:accent6>
      <a:hlink>
        <a:srgbClr val="0064D2"/>
      </a:hlink>
      <a:folHlink>
        <a:srgbClr val="E3ABFF"/>
      </a:folHlink>
    </a:clrScheme>
    <a:fontScheme name="Custom 8">
      <a:majorFont>
        <a:latin typeface="Surt Normal Medium"/>
        <a:ea typeface=""/>
        <a:cs typeface=""/>
      </a:majorFont>
      <a:minorFont>
        <a:latin typeface="Surt Norm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sz="1400" dirty="0" err="1" smtClean="0"/>
        </a:defPPr>
      </a:lstStyle>
    </a:txDef>
  </a:objectDefaults>
  <a:extraClrSchemeLst/>
  <a:extLst>
    <a:ext uri="{05A4C25C-085E-4340-85A3-A5531E510DB2}">
      <thm15:themeFamily xmlns:thm15="http://schemas.microsoft.com/office/thememl/2012/main" name="Presentation2" id="{DA3D76C2-4446-8F4D-8820-4853B3FD6BB1}" vid="{E6DAFA6A-F169-F94F-B064-9440AF09FFA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b8452cec-4763-4421-a3e6-5607a025f899">
      <Terms xmlns="http://schemas.microsoft.com/office/infopath/2007/PartnerControls"/>
    </lcf76f155ced4ddcb4097134ff3c332f>
    <TaxCatchAll xmlns="f6381e71-053c-478b-b970-2ed7198b86a7"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46B7661878DE74F9277D13ED34D15BF" ma:contentTypeVersion="11" ma:contentTypeDescription="Create a new document." ma:contentTypeScope="" ma:versionID="6ec82b380493a763db1974a9a4959051">
  <xsd:schema xmlns:xsd="http://www.w3.org/2001/XMLSchema" xmlns:xs="http://www.w3.org/2001/XMLSchema" xmlns:p="http://schemas.microsoft.com/office/2006/metadata/properties" xmlns:ns2="b8452cec-4763-4421-a3e6-5607a025f899" xmlns:ns3="f6381e71-053c-478b-b970-2ed7198b86a7" targetNamespace="http://schemas.microsoft.com/office/2006/metadata/properties" ma:root="true" ma:fieldsID="f43a6776545e8238c57b8076522ae32f" ns2:_="" ns3:_="">
    <xsd:import namespace="b8452cec-4763-4421-a3e6-5607a025f899"/>
    <xsd:import namespace="f6381e71-053c-478b-b970-2ed7198b86a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8452cec-4763-4421-a3e6-5607a025f89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76f79bde-b34b-4e33-a562-f79c102b9a25"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6381e71-053c-478b-b970-2ed7198b86a7"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a3584b7a-cebc-4d3f-8d72-ba19cb17c6ab}" ma:internalName="TaxCatchAll" ma:showField="CatchAllData" ma:web="f6381e71-053c-478b-b970-2ed7198b86a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9053C9B-0CCD-44F2-8BCD-93012067129D}">
  <ds:schemaRefs>
    <ds:schemaRef ds:uri="http://purl.org/dc/dcmitype/"/>
    <ds:schemaRef ds:uri="http://schemas.microsoft.com/office/2006/documentManagement/types"/>
    <ds:schemaRef ds:uri="http://purl.org/dc/terms/"/>
    <ds:schemaRef ds:uri="http://schemas.openxmlformats.org/package/2006/metadata/core-properties"/>
    <ds:schemaRef ds:uri="http://www.w3.org/XML/1998/namespace"/>
    <ds:schemaRef ds:uri="http://purl.org/dc/elements/1.1/"/>
    <ds:schemaRef ds:uri="http://schemas.microsoft.com/office/infopath/2007/PartnerControls"/>
    <ds:schemaRef ds:uri="8e319f2e-bcc7-4810-bdae-f9a23ddbf81a"/>
    <ds:schemaRef ds:uri="140407af-8000-4f3a-b50c-03d8153ef44b"/>
    <ds:schemaRef ds:uri="http://schemas.microsoft.com/office/2006/metadata/properties"/>
    <ds:schemaRef ds:uri="b8452cec-4763-4421-a3e6-5607a025f899"/>
    <ds:schemaRef ds:uri="f6381e71-053c-478b-b970-2ed7198b86a7"/>
  </ds:schemaRefs>
</ds:datastoreItem>
</file>

<file path=customXml/itemProps2.xml><?xml version="1.0" encoding="utf-8"?>
<ds:datastoreItem xmlns:ds="http://schemas.openxmlformats.org/officeDocument/2006/customXml" ds:itemID="{4779D8D5-CEAA-4F96-A8D1-D03787B47EA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8452cec-4763-4421-a3e6-5607a025f899"/>
    <ds:schemaRef ds:uri="f6381e71-053c-478b-b970-2ed7198b86a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D49A22C-350B-4A4E-AFD5-C849535ED4D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S&amp;P Global Theme</Template>
  <TotalTime>10</TotalTime>
  <Words>2211</Words>
  <Application>Microsoft Office PowerPoint</Application>
  <PresentationFormat>Widescreen</PresentationFormat>
  <Paragraphs>244</Paragraphs>
  <Slides>30</Slides>
  <Notes>2</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S&amp;P Global Theme</vt:lpstr>
      <vt:lpstr>Click to add Presentation Title Here</vt:lpstr>
      <vt:lpstr>Agenda</vt:lpstr>
      <vt:lpstr>Place section title here, max. three lines</vt:lpstr>
      <vt:lpstr>Place headline  here, lorem ipsum</vt:lpstr>
      <vt:lpstr>Brand Font Usage</vt:lpstr>
      <vt:lpstr>Place headline here</vt:lpstr>
      <vt:lpstr>Place headline here,  lorem ipsum dolor sit amet</vt:lpstr>
      <vt:lpstr>Place headline here, max.  three lines</vt:lpstr>
      <vt:lpstr>Place headline here</vt:lpstr>
      <vt:lpstr>Place headline here</vt:lpstr>
      <vt:lpstr>Place headline here</vt:lpstr>
      <vt:lpstr>Place headline here</vt:lpstr>
      <vt:lpstr>Place headline here</vt:lpstr>
      <vt:lpstr>Place headline here</vt:lpstr>
      <vt:lpstr>Place headline here</vt:lpstr>
      <vt:lpstr>Place headline here</vt:lpstr>
      <vt:lpstr>Place headline here</vt:lpstr>
      <vt:lpstr>Place headline here</vt:lpstr>
      <vt:lpstr>Place headline here</vt:lpstr>
      <vt:lpstr>Place headline here</vt:lpstr>
      <vt:lpstr>Place headline here</vt:lpstr>
      <vt:lpstr>Place headline here</vt:lpstr>
      <vt:lpstr>Place headline here</vt:lpstr>
      <vt:lpstr>Place headline here</vt:lpstr>
      <vt:lpstr>Place headline here</vt:lpstr>
      <vt:lpstr>Place  headline here</vt:lpstr>
      <vt:lpstr>PowerPoint Presentation</vt:lpstr>
      <vt:lpstr>Icons</vt:lpstr>
      <vt:lpstr>Thank You</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Kate Garbarini</dc:creator>
  <cp:lastModifiedBy>Kate Garbarini</cp:lastModifiedBy>
  <cp:revision>2</cp:revision>
  <dcterms:created xsi:type="dcterms:W3CDTF">2026-06-03T23:04:28Z</dcterms:created>
  <dcterms:modified xsi:type="dcterms:W3CDTF">2026-06-25T12:13:21Z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0x010100646B7661878DE74F9277D13ED34D15BF</vt:lpwstr>
  </property>
  <property fmtid="{D5CDD505-2E9C-101B-9397-08002B2CF9AE}" pid="3" name="MediaServiceImageTags">
    <vt:lpwstr/>
  </property>
  <property fmtid="{D5CDD505-2E9C-101B-9397-08002B2CF9AE}" pid="4" name="MSIP_Label_831f0267-8575-4fc2-99cc-f6b7f9934be9_Enabled">
    <vt:lpwstr>true</vt:lpwstr>
  </property>
  <property fmtid="{D5CDD505-2E9C-101B-9397-08002B2CF9AE}" pid="5" name="MSIP_Label_831f0267-8575-4fc2-99cc-f6b7f9934be9_SetDate">
    <vt:lpwstr>2026-06-25T12:13:20Z</vt:lpwstr>
  </property>
  <property fmtid="{D5CDD505-2E9C-101B-9397-08002B2CF9AE}" pid="6" name="MSIP_Label_831f0267-8575-4fc2-99cc-f6b7f9934be9_Method">
    <vt:lpwstr>Standard</vt:lpwstr>
  </property>
  <property fmtid="{D5CDD505-2E9C-101B-9397-08002B2CF9AE}" pid="7" name="MSIP_Label_831f0267-8575-4fc2-99cc-f6b7f9934be9_Name">
    <vt:lpwstr>831f0267-8575-4fc2-99cc-f6b7f9934be9</vt:lpwstr>
  </property>
  <property fmtid="{D5CDD505-2E9C-101B-9397-08002B2CF9AE}" pid="8" name="MSIP_Label_831f0267-8575-4fc2-99cc-f6b7f9934be9_SiteId">
    <vt:lpwstr>8f3e36ea-8039-4b40-81a7-7dc0599e8645</vt:lpwstr>
  </property>
  <property fmtid="{D5CDD505-2E9C-101B-9397-08002B2CF9AE}" pid="9" name="MSIP_Label_831f0267-8575-4fc2-99cc-f6b7f9934be9_ActionId">
    <vt:lpwstr>08d03c20-48eb-44af-bc04-4e5d68126644</vt:lpwstr>
  </property>
  <property fmtid="{D5CDD505-2E9C-101B-9397-08002B2CF9AE}" pid="10" name="MSIP_Label_831f0267-8575-4fc2-99cc-f6b7f9934be9_ContentBits">
    <vt:lpwstr>0</vt:lpwstr>
  </property>
  <property fmtid="{D5CDD505-2E9C-101B-9397-08002B2CF9AE}" pid="11" name="MSIP_Label_831f0267-8575-4fc2-99cc-f6b7f9934be9_Tag">
    <vt:lpwstr>10, 3, 0, 2</vt:lpwstr>
  </property>
</Properties>
</file>