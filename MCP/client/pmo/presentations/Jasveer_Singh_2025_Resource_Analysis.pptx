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Jasveer Singh - 2025 Resource Allocation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Stack Developer | Market &amp; Sell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Jasveer Singh is allocated to 5 different projects throughout 2025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hours: 1,369.2 hours against 1,529.1 hours capacity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Critical over-allocation issues in Q1 (January-March)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Significant under-utilization in Q2 (April-June)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Zero capacity in August despite 117.5 hours planned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Well-balanced allocation in Q3-Q4 with optimal utilization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Resource Allocation Chart</a:t>
            </a:r>
          </a:p>
        </p:txBody>
      </p:sp>
      <p:pic>
        <p:nvPicPr>
          <p:cNvPr id="3" name="Picture 2" descr="jasveer_singh_2025_resource_allocation_hours_line_d3_20251124_114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308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Q1 Over-Allocation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January: 18.7 hours over capacity (165.3 planned vs 146.6 capacity)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February: 16.2 hours over capacity (143.8 planned vs 127.5 capacity)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March: 25.5 hours over capacity (159.3 planned vs 133.9 capacity)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Primary projects: Blade Runner 3.0 (50% allocation) and Fleet Intelligence (62.74%)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Risk: Resource burnout and project delivery delays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Recommendation: Redistribute workload or extend project timelines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Q2 Under-Utilization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April-May: Only 22 hours planned vs 140.3 hours capacity (84% underutilized)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June: Only 21 hours planned vs 133.9 hours capacity (84% underutilized)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Single project: Fleet Intelligence at reduced allocation (15.69%)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Opportunity: 349.5 hours of available capacity across Q2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Recommendation: Identify additional projects or training opportunities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Consider accelerating Q3-Q4 project start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Critical August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CC0000"/>
                </a:solidFill>
              </a:defRPr>
            </a:pPr>
            <a:r>
              <a:t>Zero capacity scheduled for August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117.5 hours still planned across two projects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Projects affected: Concept Memo (33.47 hours) and Time To Insight (84 hours)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Potential causes: Vacation, training, or system error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Impact: High risk of project delays</a:t>
            </a:r>
          </a:p>
          <a:p>
            <a:pPr>
              <a:defRPr sz="1600">
                <a:solidFill>
                  <a:srgbClr val="CC0000"/>
                </a:solidFill>
              </a:defRPr>
            </a:pPr>
            <a:r>
              <a:t>Action required: Immediate clarification and reallocation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Project 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Blade Runner 3.0: Q1 and Q4 allocation (50% and 6.27% respectively)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Fleet Intelligence: Q1-Q2 primary project (62.74% then 15.69%)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Fast 1.2.1 Forecast Export/Import: March only (6.27% allocation)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Concept Memo: Q3-Q4 steady allocation (25% throughout)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 To Insight: Q3-Q4 major project (62.74% allocation)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Portfolio spans Market &amp; Sell strategic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Immediate: Resolve August capacity and allocation conflict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Q1 Rebalancing: Redistribute 60+ over-allocated hours to Q2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Planning: Leverage 349.5 hours of Q2 available capacity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Prioritization: Review critical path dependencies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Monitoring: Implement monthly allocation reviews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Contingency: Identify backup resources for critical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Timeline Optimization: Consider project phase adjustments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