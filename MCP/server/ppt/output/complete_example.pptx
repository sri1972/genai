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3.2</c:v>
                </c:pt>
                <c:pt idx="2">
                  <c:v>3.8</c:v>
                </c:pt>
                <c:pt idx="3">
                  <c:v>4.5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 -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Financial Performance</a:t>
            </a:r>
          </a:p>
          <a:p>
            <a:pPr/>
            <a:r>
              <a:t>Customer Metrics</a:t>
            </a:r>
          </a:p>
          <a:p>
            <a:pPr/>
            <a:r>
              <a:t>Product Updates</a:t>
            </a:r>
          </a:p>
          <a:p>
            <a:pPr/>
            <a:r>
              <a:t>Team Achievements</a:t>
            </a:r>
          </a:p>
          <a:p>
            <a:pPr/>
            <a:r>
              <a:t>2026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ACHIEVEMENTS:</a:t>
            </a:r>
          </a:p>
          <a:p>
            <a:pPr/>
            <a:r>
              <a:t>• Exceeded revenue targets by 20%</a:t>
            </a:r>
          </a:p>
          <a:p>
            <a:pPr/>
            <a:r>
              <a:t>• Launched 3 major features</a:t>
            </a:r>
          </a:p>
          <a:p>
            <a:pPr/>
            <a:r>
              <a:t>• Expanded to 5 new markets</a:t>
            </a:r>
          </a:p>
          <a:p>
            <a:pPr/>
            <a:r>
              <a:t>• Improved customer retention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CHALLENGES:</a:t>
            </a:r>
          </a:p>
          <a:p>
            <a:pPr/>
            <a:r>
              <a:t>• Increased competition</a:t>
            </a:r>
          </a:p>
          <a:p>
            <a:pPr/>
            <a:r>
              <a:t>• Supply chain delays</a:t>
            </a:r>
          </a:p>
          <a:p>
            <a:pPr/>
            <a:r>
              <a:t>• Talent acquisition</a:t>
            </a:r>
          </a:p>
          <a:p>
            <a:pPr/>
            <a:r>
              <a:t>• Technical debt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Exceeded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Exceeded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Churn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Met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NPS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Exceeded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Expand enterprise sales team</a:t>
            </a:r>
          </a:p>
          <a:p>
            <a:pPr/>
            <a:r>
              <a:t>2. Launch AI-powered features</a:t>
            </a:r>
          </a:p>
          <a:p>
            <a:pPr/>
            <a:r>
              <a:t>3. Enter European market</a:t>
            </a:r>
          </a:p>
          <a:p>
            <a:pPr/>
            <a:r>
              <a:t>4. Strengthen security infrastructure</a:t>
            </a:r>
          </a:p>
          <a:p>
            <a:pPr/>
            <a:r>
              <a:t>5. Build strategic partnerships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