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Portfolio Cost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Planned Costs by Portfolio and Product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Total PMO Investment: $192,910 across 4 strategic portfolios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8 active projects with resource allocations out of 18 total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Auto Insights leads investment with $75,158 (39% of total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Market &amp; Sell follows with $65,163 (34% of total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Vehicles In Use contributes $50,453 (26% of total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Plan &amp; Build has minimal allocation at $2,136 (1% of total budget)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Investment Distribution</a:t>
            </a:r>
          </a:p>
        </p:txBody>
      </p:sp>
      <p:pic>
        <p:nvPicPr>
          <p:cNvPr id="3" name="Picture 2" descr="project_planned_costs_by_portfolio_product_line_an_packed_d3_20251124_115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851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Auto Insights Portfolio - $75,158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Single largest investment in PMO portfolio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Concentrated in Cross-Product initiatives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 To Insight project: $75,158 (100% of portfolio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Strategic focus on vitality, strategic value, and AIM alignment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timeline: May 2025 - December 2025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High-value initiative driving business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Market &amp; Sell Portfolio - $65,163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Three active product lines with diverse project mix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PAS Product Line: $38,237 (59%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Fleet Intelligence: $24,720 (largest M&amp;S project)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3.0: $13,517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NA Industry Performance: $25,286 (39%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Concept Memo: $25,286 (strategic custom segmentation)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Commercial: $835 (1% of 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3.0: $835 (minimal allocation)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Vehicles In Use Portfolio - $50,453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Focused entirely on VIN Solutions product line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Three active modernization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Blade Runner 3.0: $25,027 (50% of portfolio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 native refactoring initiative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Cloud 2.0: $22,901 (45% of portfolio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VIS modernization project (Jan-Jul 2025)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Concord: $2,525 (5% of portfolio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Standards implementation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Plan &amp; Build Portfolio - $2,136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Smallest portfolio investment (1% of total PMO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Single active project in Vehicle Powertrain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Fast 1.2.1 Forecast Export/Import: $2,136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timeline: December 2024 - May 2025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Currently in progress with Green RAG status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Enhancement project for 2025 Fast Capex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Investment Analysis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Concentration: Top 2 portfolios control 73% of budget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Scale Variance: $835 (smallest) to $75,158 (largest)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Technology Focus: 67% of projects marked as technology initiatives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Strategic Alignment: 63% of active projects have strategic designation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Efficiency: 44% of projects show zero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Timeline Distribution: Projects span from 6 months to full year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Geographic Focus: Strong emphasis on North American markets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Rebalancing: Consider diversifying investment across portfolios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Optimization: Address 10 projects with zero allocations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Capacity Planning: Review Plan &amp; Build underinvestment (1% of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Prioritization: Align resource allocation with strategic objectives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Timeline Coordination: Optimize Q2-Q3 resource utilization gaps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Investment Monitoring: Implement quarterly budget review cycles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Risk Mitigation: Establish contingency plans for high-value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Investment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% of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Key Focus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Auto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Cross-Product Innovation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Market &amp; 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$65,163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Multi-Product Strategy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Vehicles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$50,453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VIN Solutions Modernization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Plan &amp;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Vehicle Powertrain Enhancement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Strategic Technology Initiatives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