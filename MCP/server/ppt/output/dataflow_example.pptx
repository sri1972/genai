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System Architecture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Data Flow &amp; Integration Points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Flow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INPUT SOURCES:</a:t>
            </a:r>
          </a:p>
          <a:p>
            <a:pPr/>
            <a:r>
              <a:t>📱 Mobile App</a:t>
            </a:r>
          </a:p>
          <a:p>
            <a:pPr/>
            <a:r>
              <a:t>  → REST API calls</a:t>
            </a:r>
          </a:p>
          <a:p>
            <a:pPr/>
            <a:r>
              <a:t>  → User authentication</a:t>
            </a:r>
          </a:p>
          <a:p>
            <a:pPr/>
          </a:p>
          <a:p>
            <a:pPr/>
            <a:r>
              <a:t>🌐 Web Portal</a:t>
            </a:r>
          </a:p>
          <a:p>
            <a:pPr/>
            <a:r>
              <a:t>  → GraphQL queries</a:t>
            </a:r>
          </a:p>
          <a:p>
            <a:pPr/>
            <a:r>
              <a:t>  → Real-time updates</a:t>
            </a:r>
          </a:p>
          <a:p>
            <a:pPr/>
          </a:p>
          <a:p>
            <a:pPr/>
            <a:r>
              <a:t>🔌 Third-Party APIs</a:t>
            </a:r>
          </a:p>
          <a:p>
            <a:pPr/>
            <a:r>
              <a:t>  → Data synchronization</a:t>
            </a:r>
          </a:p>
          <a:p>
            <a:pPr/>
            <a:r>
              <a:t>  → Webhook events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PROCESSING LAYER:</a:t>
            </a:r>
          </a:p>
          <a:p>
            <a:pPr/>
            <a:r>
              <a:t>⚙️ API Gateway</a:t>
            </a:r>
          </a:p>
          <a:p>
            <a:pPr/>
            <a:r>
              <a:t>  → Load balancing</a:t>
            </a:r>
          </a:p>
          <a:p>
            <a:pPr/>
            <a:r>
              <a:t>  → Authentication</a:t>
            </a:r>
          </a:p>
          <a:p>
            <a:pPr/>
          </a:p>
          <a:p>
            <a:pPr/>
            <a:r>
              <a:t>🔄 Message Queue</a:t>
            </a:r>
          </a:p>
          <a:p>
            <a:pPr/>
            <a:r>
              <a:t>  → Async processing</a:t>
            </a:r>
          </a:p>
          <a:p>
            <a:pPr/>
            <a:r>
              <a:t>  → Event streaming</a:t>
            </a:r>
          </a:p>
          <a:p>
            <a:pPr/>
          </a:p>
          <a:p>
            <a:pPr/>
            <a:r>
              <a:t>💾 Database Layer</a:t>
            </a:r>
          </a:p>
          <a:p>
            <a:pPr/>
            <a:r>
              <a:t>  → Data persistence</a:t>
            </a:r>
          </a:p>
          <a:p>
            <a:pPr/>
            <a:r>
              <a:t>  → Caching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/>
            <a:r>
              <a:t>1. Client Layer</a:t>
            </a:r>
          </a:p>
          <a:p>
            <a:pPr/>
            <a:r>
              <a:t>   • Mobile apps (iOS/Android)</a:t>
            </a:r>
          </a:p>
          <a:p>
            <a:pPr/>
            <a:r>
              <a:t>   • Web application (React)</a:t>
            </a:r>
          </a:p>
          <a:p>
            <a:pPr/>
          </a:p>
          <a:p>
            <a:pPr/>
            <a:r>
              <a:t>2. API Layer</a:t>
            </a:r>
          </a:p>
          <a:p>
            <a:pPr/>
            <a:r>
              <a:t>   • REST API (Node.js)</a:t>
            </a:r>
          </a:p>
          <a:p>
            <a:pPr/>
            <a:r>
              <a:t>   • GraphQL API (Apollo Server)</a:t>
            </a:r>
          </a:p>
          <a:p>
            <a:pPr/>
          </a:p>
          <a:p>
            <a:pPr/>
            <a:r>
              <a:t>3. Processing Layer</a:t>
            </a:r>
          </a:p>
          <a:p>
            <a:pPr/>
            <a:r>
              <a:t>   • Message Queue (RabbitMQ)</a:t>
            </a:r>
          </a:p>
          <a:p>
            <a:pPr/>
            <a:r>
              <a:t>   • Background Workers (Python)</a:t>
            </a:r>
          </a:p>
          <a:p>
            <a:pPr/>
          </a:p>
          <a:p>
            <a:pPr/>
            <a:r>
              <a:t>4. Data Layer</a:t>
            </a:r>
          </a:p>
          <a:p>
            <a:pPr/>
            <a:r>
              <a:t>   • PostgreSQL (Primary DB)</a:t>
            </a:r>
          </a:p>
          <a:p>
            <a:pPr/>
            <a:r>
              <a:t>   • Redis (Cache)</a:t>
            </a:r>
          </a:p>
          <a:p>
            <a:pPr/>
            <a:r>
              <a:t>   • S3 (File Storage)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Integration Points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828800"/>
          <a:ext cx="73152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  <a:gridCol w="1828800"/>
              </a:tblGrid>
              <a:tr h="609600"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Source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Protocol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Data Type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/>
                      </a:pPr>
                      <a:r>
                        <a:t>Frequency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Mobile App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REST/HTTPS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Real-time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Web Portal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GraphQL/WSS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Real-time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Payment Gateway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REST/HTTPS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On-demand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Analytics Service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Webhook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JSON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Batch (hourly)</a:t>
                      </a:r>
                    </a:p>
                  </a:txBody>
                  <a:tcPr/>
                </a:tc>
              </a:tr>
              <a:tr h="609600">
                <a:tc>
                  <a:txBody>
                    <a:bodyPr/>
                    <a:lstStyle/>
                    <a:p>
                      <a:r>
                        <a:t>CRM 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REST/HTTPS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XML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Scheduled (daily)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