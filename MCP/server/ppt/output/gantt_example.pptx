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Timeline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Q1 2026 Development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Schedule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371600"/>
                <a:gridCol w="1371600"/>
                <a:gridCol w="137160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Start Date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End Date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Requirements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Jan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System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Jan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Feb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Backend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Feb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Frontend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Feb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Integration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Not Started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UAT &amp; Bug Fixes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Apr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Apr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Not Started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Production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Apr 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Apr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Not Started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✓ Requirements Signed Off - Jan 15</a:t>
            </a:r>
          </a:p>
          <a:p>
            <a:pPr/>
            <a:r>
              <a:t>✓ Design Review Complete - Feb 5</a:t>
            </a:r>
          </a:p>
          <a:p>
            <a:pPr/>
            <a:r>
              <a:t>→ Backend API Ready - Mar 15 (In Progress)</a:t>
            </a:r>
          </a:p>
          <a:p>
            <a:pPr/>
            <a:r>
              <a:t>→ Frontend Integration - Mar 30 (In Progress)</a:t>
            </a:r>
          </a:p>
          <a:p>
            <a:pPr/>
            <a:r>
              <a:t>○ QA Approval - Apr 5 (Pending)</a:t>
            </a:r>
          </a:p>
          <a:p>
            <a:pPr/>
            <a:r>
              <a:t>○ Go-Live Date - Apr 25 (Pending)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